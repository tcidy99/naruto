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sldIdLst>
    <p:sldId id="257" r:id="rId2"/>
    <p:sldId id="258" r:id="rId3"/>
  </p:sldIdLst>
  <p:sldSz cx="12947650" cy="1463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CC"/>
    <a:srgbClr val="000000"/>
    <a:srgbClr val="666699"/>
    <a:srgbClr val="99FFC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19" autoAdjust="0"/>
    <p:restoredTop sz="90343" autoAdjust="0"/>
  </p:normalViewPr>
  <p:slideViewPr>
    <p:cSldViewPr snapToGrid="0">
      <p:cViewPr>
        <p:scale>
          <a:sx n="150" d="100"/>
          <a:sy n="150" d="100"/>
        </p:scale>
        <p:origin x="-2586" y="-3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46032-165F-4113-8ACD-0D0C937A1FE5}" type="datetimeFigureOut">
              <a:rPr lang="en-US" smtClean="0"/>
              <a:t>4/2/2021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3750" y="1143000"/>
            <a:ext cx="2730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BC739-174B-4662-B691-F353BB10E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61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039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1074" y="2394374"/>
            <a:ext cx="11005503" cy="5093547"/>
          </a:xfrm>
        </p:spPr>
        <p:txBody>
          <a:bodyPr anchor="b"/>
          <a:lstStyle>
            <a:lvl1pPr algn="ctr">
              <a:defRPr sz="84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8456" y="7684348"/>
            <a:ext cx="9710738" cy="3532292"/>
          </a:xfrm>
        </p:spPr>
        <p:txBody>
          <a:bodyPr/>
          <a:lstStyle>
            <a:lvl1pPr marL="0" indent="0" algn="ctr">
              <a:buNone/>
              <a:defRPr sz="3398"/>
            </a:lvl1pPr>
            <a:lvl2pPr marL="647395" indent="0" algn="ctr">
              <a:buNone/>
              <a:defRPr sz="2832"/>
            </a:lvl2pPr>
            <a:lvl3pPr marL="1294790" indent="0" algn="ctr">
              <a:buNone/>
              <a:defRPr sz="2549"/>
            </a:lvl3pPr>
            <a:lvl4pPr marL="1942186" indent="0" algn="ctr">
              <a:buNone/>
              <a:defRPr sz="2266"/>
            </a:lvl4pPr>
            <a:lvl5pPr marL="2589581" indent="0" algn="ctr">
              <a:buNone/>
              <a:defRPr sz="2266"/>
            </a:lvl5pPr>
            <a:lvl6pPr marL="3236976" indent="0" algn="ctr">
              <a:buNone/>
              <a:defRPr sz="2266"/>
            </a:lvl6pPr>
            <a:lvl7pPr marL="3884371" indent="0" algn="ctr">
              <a:buNone/>
              <a:defRPr sz="2266"/>
            </a:lvl7pPr>
            <a:lvl8pPr marL="4531766" indent="0" algn="ctr">
              <a:buNone/>
              <a:defRPr sz="2266"/>
            </a:lvl8pPr>
            <a:lvl9pPr marL="5179162" indent="0" algn="ctr">
              <a:buNone/>
              <a:defRPr sz="226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4/1/2021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130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4/1/2021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582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408" y="3647444"/>
            <a:ext cx="11167348" cy="6085839"/>
          </a:xfrm>
        </p:spPr>
        <p:txBody>
          <a:bodyPr anchor="b"/>
          <a:lstStyle>
            <a:lvl1pPr>
              <a:defRPr sz="84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3408" y="9790858"/>
            <a:ext cx="11167348" cy="3200399"/>
          </a:xfrm>
        </p:spPr>
        <p:txBody>
          <a:bodyPr/>
          <a:lstStyle>
            <a:lvl1pPr marL="0" indent="0">
              <a:buNone/>
              <a:defRPr sz="3398">
                <a:solidFill>
                  <a:schemeClr val="tx1"/>
                </a:solidFill>
              </a:defRPr>
            </a:lvl1pPr>
            <a:lvl2pPr marL="647395" indent="0">
              <a:buNone/>
              <a:defRPr sz="2832">
                <a:solidFill>
                  <a:schemeClr val="tx1">
                    <a:tint val="75000"/>
                  </a:schemeClr>
                </a:solidFill>
              </a:defRPr>
            </a:lvl2pPr>
            <a:lvl3pPr marL="1294790" indent="0">
              <a:buNone/>
              <a:defRPr sz="2549">
                <a:solidFill>
                  <a:schemeClr val="tx1">
                    <a:tint val="75000"/>
                  </a:schemeClr>
                </a:solidFill>
              </a:defRPr>
            </a:lvl3pPr>
            <a:lvl4pPr marL="1942186" indent="0">
              <a:buNone/>
              <a:defRPr sz="2266">
                <a:solidFill>
                  <a:schemeClr val="tx1">
                    <a:tint val="75000"/>
                  </a:schemeClr>
                </a:solidFill>
              </a:defRPr>
            </a:lvl4pPr>
            <a:lvl5pPr marL="2589581" indent="0">
              <a:buNone/>
              <a:defRPr sz="2266">
                <a:solidFill>
                  <a:schemeClr val="tx1">
                    <a:tint val="75000"/>
                  </a:schemeClr>
                </a:solidFill>
              </a:defRPr>
            </a:lvl5pPr>
            <a:lvl6pPr marL="3236976" indent="0">
              <a:buNone/>
              <a:defRPr sz="2266">
                <a:solidFill>
                  <a:schemeClr val="tx1">
                    <a:tint val="75000"/>
                  </a:schemeClr>
                </a:solidFill>
              </a:defRPr>
            </a:lvl6pPr>
            <a:lvl7pPr marL="3884371" indent="0">
              <a:buNone/>
              <a:defRPr sz="2266">
                <a:solidFill>
                  <a:schemeClr val="tx1">
                    <a:tint val="75000"/>
                  </a:schemeClr>
                </a:solidFill>
              </a:defRPr>
            </a:lvl7pPr>
            <a:lvl8pPr marL="4531766" indent="0">
              <a:buNone/>
              <a:defRPr sz="2266">
                <a:solidFill>
                  <a:schemeClr val="tx1">
                    <a:tint val="75000"/>
                  </a:schemeClr>
                </a:solidFill>
              </a:defRPr>
            </a:lvl8pPr>
            <a:lvl9pPr marL="5179162" indent="0">
              <a:buNone/>
              <a:defRPr sz="226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4/1/2021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496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0151" y="3894667"/>
            <a:ext cx="5502751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54748" y="3894667"/>
            <a:ext cx="5502751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4/1/2021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13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837" y="778936"/>
            <a:ext cx="11167348" cy="28278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839" y="3586481"/>
            <a:ext cx="5477462" cy="1757679"/>
          </a:xfrm>
        </p:spPr>
        <p:txBody>
          <a:bodyPr anchor="b"/>
          <a:lstStyle>
            <a:lvl1pPr marL="0" indent="0">
              <a:buNone/>
              <a:defRPr sz="3398" b="1"/>
            </a:lvl1pPr>
            <a:lvl2pPr marL="647395" indent="0">
              <a:buNone/>
              <a:defRPr sz="2832" b="1"/>
            </a:lvl2pPr>
            <a:lvl3pPr marL="1294790" indent="0">
              <a:buNone/>
              <a:defRPr sz="2549" b="1"/>
            </a:lvl3pPr>
            <a:lvl4pPr marL="1942186" indent="0">
              <a:buNone/>
              <a:defRPr sz="2266" b="1"/>
            </a:lvl4pPr>
            <a:lvl5pPr marL="2589581" indent="0">
              <a:buNone/>
              <a:defRPr sz="2266" b="1"/>
            </a:lvl5pPr>
            <a:lvl6pPr marL="3236976" indent="0">
              <a:buNone/>
              <a:defRPr sz="2266" b="1"/>
            </a:lvl6pPr>
            <a:lvl7pPr marL="3884371" indent="0">
              <a:buNone/>
              <a:defRPr sz="2266" b="1"/>
            </a:lvl7pPr>
            <a:lvl8pPr marL="4531766" indent="0">
              <a:buNone/>
              <a:defRPr sz="2266" b="1"/>
            </a:lvl8pPr>
            <a:lvl9pPr marL="5179162" indent="0">
              <a:buNone/>
              <a:defRPr sz="226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1839" y="5344160"/>
            <a:ext cx="5477462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54748" y="3586481"/>
            <a:ext cx="5504438" cy="1757679"/>
          </a:xfrm>
        </p:spPr>
        <p:txBody>
          <a:bodyPr anchor="b"/>
          <a:lstStyle>
            <a:lvl1pPr marL="0" indent="0">
              <a:buNone/>
              <a:defRPr sz="3398" b="1"/>
            </a:lvl1pPr>
            <a:lvl2pPr marL="647395" indent="0">
              <a:buNone/>
              <a:defRPr sz="2832" b="1"/>
            </a:lvl2pPr>
            <a:lvl3pPr marL="1294790" indent="0">
              <a:buNone/>
              <a:defRPr sz="2549" b="1"/>
            </a:lvl3pPr>
            <a:lvl4pPr marL="1942186" indent="0">
              <a:buNone/>
              <a:defRPr sz="2266" b="1"/>
            </a:lvl4pPr>
            <a:lvl5pPr marL="2589581" indent="0">
              <a:buNone/>
              <a:defRPr sz="2266" b="1"/>
            </a:lvl5pPr>
            <a:lvl6pPr marL="3236976" indent="0">
              <a:buNone/>
              <a:defRPr sz="2266" b="1"/>
            </a:lvl6pPr>
            <a:lvl7pPr marL="3884371" indent="0">
              <a:buNone/>
              <a:defRPr sz="2266" b="1"/>
            </a:lvl7pPr>
            <a:lvl8pPr marL="4531766" indent="0">
              <a:buNone/>
              <a:defRPr sz="2266" b="1"/>
            </a:lvl8pPr>
            <a:lvl9pPr marL="5179162" indent="0">
              <a:buNone/>
              <a:defRPr sz="226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4748" y="5344160"/>
            <a:ext cx="5504438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4/1/2021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903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4/1/2021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213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4/1/2021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60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837" y="975360"/>
            <a:ext cx="4175954" cy="3413760"/>
          </a:xfrm>
        </p:spPr>
        <p:txBody>
          <a:bodyPr anchor="b"/>
          <a:lstStyle>
            <a:lvl1pPr>
              <a:defRPr sz="45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4438" y="2106510"/>
            <a:ext cx="6554748" cy="10397067"/>
          </a:xfrm>
        </p:spPr>
        <p:txBody>
          <a:bodyPr/>
          <a:lstStyle>
            <a:lvl1pPr>
              <a:defRPr sz="4531"/>
            </a:lvl1pPr>
            <a:lvl2pPr>
              <a:defRPr sz="3965"/>
            </a:lvl2pPr>
            <a:lvl3pPr>
              <a:defRPr sz="3398"/>
            </a:lvl3pPr>
            <a:lvl4pPr>
              <a:defRPr sz="2832"/>
            </a:lvl4pPr>
            <a:lvl5pPr>
              <a:defRPr sz="2832"/>
            </a:lvl5pPr>
            <a:lvl6pPr>
              <a:defRPr sz="2832"/>
            </a:lvl6pPr>
            <a:lvl7pPr>
              <a:defRPr sz="2832"/>
            </a:lvl7pPr>
            <a:lvl8pPr>
              <a:defRPr sz="2832"/>
            </a:lvl8pPr>
            <a:lvl9pPr>
              <a:defRPr sz="28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1837" y="4389120"/>
            <a:ext cx="4175954" cy="8131388"/>
          </a:xfrm>
        </p:spPr>
        <p:txBody>
          <a:bodyPr/>
          <a:lstStyle>
            <a:lvl1pPr marL="0" indent="0">
              <a:buNone/>
              <a:defRPr sz="2266"/>
            </a:lvl1pPr>
            <a:lvl2pPr marL="647395" indent="0">
              <a:buNone/>
              <a:defRPr sz="1982"/>
            </a:lvl2pPr>
            <a:lvl3pPr marL="1294790" indent="0">
              <a:buNone/>
              <a:defRPr sz="1699"/>
            </a:lvl3pPr>
            <a:lvl4pPr marL="1942186" indent="0">
              <a:buNone/>
              <a:defRPr sz="1416"/>
            </a:lvl4pPr>
            <a:lvl5pPr marL="2589581" indent="0">
              <a:buNone/>
              <a:defRPr sz="1416"/>
            </a:lvl5pPr>
            <a:lvl6pPr marL="3236976" indent="0">
              <a:buNone/>
              <a:defRPr sz="1416"/>
            </a:lvl6pPr>
            <a:lvl7pPr marL="3884371" indent="0">
              <a:buNone/>
              <a:defRPr sz="1416"/>
            </a:lvl7pPr>
            <a:lvl8pPr marL="4531766" indent="0">
              <a:buNone/>
              <a:defRPr sz="1416"/>
            </a:lvl8pPr>
            <a:lvl9pPr marL="5179162" indent="0">
              <a:buNone/>
              <a:defRPr sz="14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4/1/2021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530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837" y="975360"/>
            <a:ext cx="4175954" cy="3413760"/>
          </a:xfrm>
        </p:spPr>
        <p:txBody>
          <a:bodyPr anchor="b"/>
          <a:lstStyle>
            <a:lvl1pPr>
              <a:defRPr sz="45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04438" y="2106510"/>
            <a:ext cx="6554748" cy="10397067"/>
          </a:xfrm>
        </p:spPr>
        <p:txBody>
          <a:bodyPr anchor="t"/>
          <a:lstStyle>
            <a:lvl1pPr marL="0" indent="0">
              <a:buNone/>
              <a:defRPr sz="4531"/>
            </a:lvl1pPr>
            <a:lvl2pPr marL="647395" indent="0">
              <a:buNone/>
              <a:defRPr sz="3965"/>
            </a:lvl2pPr>
            <a:lvl3pPr marL="1294790" indent="0">
              <a:buNone/>
              <a:defRPr sz="3398"/>
            </a:lvl3pPr>
            <a:lvl4pPr marL="1942186" indent="0">
              <a:buNone/>
              <a:defRPr sz="2832"/>
            </a:lvl4pPr>
            <a:lvl5pPr marL="2589581" indent="0">
              <a:buNone/>
              <a:defRPr sz="2832"/>
            </a:lvl5pPr>
            <a:lvl6pPr marL="3236976" indent="0">
              <a:buNone/>
              <a:defRPr sz="2832"/>
            </a:lvl6pPr>
            <a:lvl7pPr marL="3884371" indent="0">
              <a:buNone/>
              <a:defRPr sz="2832"/>
            </a:lvl7pPr>
            <a:lvl8pPr marL="4531766" indent="0">
              <a:buNone/>
              <a:defRPr sz="2832"/>
            </a:lvl8pPr>
            <a:lvl9pPr marL="5179162" indent="0">
              <a:buNone/>
              <a:defRPr sz="283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1837" y="4389120"/>
            <a:ext cx="4175954" cy="8131388"/>
          </a:xfrm>
        </p:spPr>
        <p:txBody>
          <a:bodyPr/>
          <a:lstStyle>
            <a:lvl1pPr marL="0" indent="0">
              <a:buNone/>
              <a:defRPr sz="2266"/>
            </a:lvl1pPr>
            <a:lvl2pPr marL="647395" indent="0">
              <a:buNone/>
              <a:defRPr sz="1982"/>
            </a:lvl2pPr>
            <a:lvl3pPr marL="1294790" indent="0">
              <a:buNone/>
              <a:defRPr sz="1699"/>
            </a:lvl3pPr>
            <a:lvl4pPr marL="1942186" indent="0">
              <a:buNone/>
              <a:defRPr sz="1416"/>
            </a:lvl4pPr>
            <a:lvl5pPr marL="2589581" indent="0">
              <a:buNone/>
              <a:defRPr sz="1416"/>
            </a:lvl5pPr>
            <a:lvl6pPr marL="3236976" indent="0">
              <a:buNone/>
              <a:defRPr sz="1416"/>
            </a:lvl6pPr>
            <a:lvl7pPr marL="3884371" indent="0">
              <a:buNone/>
              <a:defRPr sz="1416"/>
            </a:lvl7pPr>
            <a:lvl8pPr marL="4531766" indent="0">
              <a:buNone/>
              <a:defRPr sz="1416"/>
            </a:lvl8pPr>
            <a:lvl9pPr marL="5179162" indent="0">
              <a:buNone/>
              <a:defRPr sz="14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4/1/2021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168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4/1/2021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01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65663" y="778933"/>
            <a:ext cx="2791837" cy="123985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0152" y="778933"/>
            <a:ext cx="8213665" cy="1239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4/1/2021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9961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地块">
            <a:extLst>
              <a:ext uri="{FF2B5EF4-FFF2-40B4-BE49-F238E27FC236}">
                <a16:creationId xmlns:a16="http://schemas.microsoft.com/office/drawing/2014/main" id="{18B34AD3-0F76-4385-8059-35992D61CEE6}"/>
              </a:ext>
            </a:extLst>
          </p:cNvPr>
          <p:cNvGrpSpPr/>
          <p:nvPr userDrawn="1"/>
        </p:nvGrpSpPr>
        <p:grpSpPr>
          <a:xfrm>
            <a:off x="268533" y="363099"/>
            <a:ext cx="12572789" cy="9644423"/>
            <a:chOff x="198850" y="247565"/>
            <a:chExt cx="8572356" cy="6575742"/>
          </a:xfrm>
        </p:grpSpPr>
        <p:sp>
          <p:nvSpPr>
            <p:cNvPr id="7" name="Hexagon 6">
              <a:extLst>
                <a:ext uri="{FF2B5EF4-FFF2-40B4-BE49-F238E27FC236}">
                  <a16:creationId xmlns:a16="http://schemas.microsoft.com/office/drawing/2014/main" id="{934D1A75-79AB-43AB-941C-9F82689B015B}"/>
                </a:ext>
              </a:extLst>
            </p:cNvPr>
            <p:cNvSpPr/>
            <p:nvPr/>
          </p:nvSpPr>
          <p:spPr>
            <a:xfrm>
              <a:off x="512222" y="60197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" name="Hexagon 7">
              <a:extLst>
                <a:ext uri="{FF2B5EF4-FFF2-40B4-BE49-F238E27FC236}">
                  <a16:creationId xmlns:a16="http://schemas.microsoft.com/office/drawing/2014/main" id="{7998015B-6CA2-4A7A-A44D-50834DF3AE60}"/>
                </a:ext>
              </a:extLst>
            </p:cNvPr>
            <p:cNvSpPr/>
            <p:nvPr/>
          </p:nvSpPr>
          <p:spPr>
            <a:xfrm>
              <a:off x="512222" y="48415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" name="Hexagon 8">
              <a:extLst>
                <a:ext uri="{FF2B5EF4-FFF2-40B4-BE49-F238E27FC236}">
                  <a16:creationId xmlns:a16="http://schemas.microsoft.com/office/drawing/2014/main" id="{319B9E1A-2EA9-4E6D-BDBE-5DA3C050D51E}"/>
                </a:ext>
              </a:extLst>
            </p:cNvPr>
            <p:cNvSpPr/>
            <p:nvPr/>
          </p:nvSpPr>
          <p:spPr>
            <a:xfrm>
              <a:off x="512222" y="36633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" name="Hexagon 9">
              <a:extLst>
                <a:ext uri="{FF2B5EF4-FFF2-40B4-BE49-F238E27FC236}">
                  <a16:creationId xmlns:a16="http://schemas.microsoft.com/office/drawing/2014/main" id="{03762376-6054-475D-B1AA-C39F26B3FE99}"/>
                </a:ext>
              </a:extLst>
            </p:cNvPr>
            <p:cNvSpPr/>
            <p:nvPr/>
          </p:nvSpPr>
          <p:spPr>
            <a:xfrm>
              <a:off x="512222" y="24947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" name="Hexagon 10">
              <a:extLst>
                <a:ext uri="{FF2B5EF4-FFF2-40B4-BE49-F238E27FC236}">
                  <a16:creationId xmlns:a16="http://schemas.microsoft.com/office/drawing/2014/main" id="{0B5B260F-FD93-4B12-9890-D72807196B71}"/>
                </a:ext>
              </a:extLst>
            </p:cNvPr>
            <p:cNvSpPr/>
            <p:nvPr/>
          </p:nvSpPr>
          <p:spPr>
            <a:xfrm>
              <a:off x="359822" y="54021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" name="Hexagon 11">
              <a:extLst>
                <a:ext uri="{FF2B5EF4-FFF2-40B4-BE49-F238E27FC236}">
                  <a16:creationId xmlns:a16="http://schemas.microsoft.com/office/drawing/2014/main" id="{135935DB-EE48-4733-AB43-E36C37C0146C}"/>
                </a:ext>
              </a:extLst>
            </p:cNvPr>
            <p:cNvSpPr/>
            <p:nvPr/>
          </p:nvSpPr>
          <p:spPr>
            <a:xfrm>
              <a:off x="359822" y="42239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" name="Hexagon 12">
              <a:extLst>
                <a:ext uri="{FF2B5EF4-FFF2-40B4-BE49-F238E27FC236}">
                  <a16:creationId xmlns:a16="http://schemas.microsoft.com/office/drawing/2014/main" id="{4BC2A9AC-5D30-4AD9-A4C4-47A13DA1A493}"/>
                </a:ext>
              </a:extLst>
            </p:cNvPr>
            <p:cNvSpPr/>
            <p:nvPr/>
          </p:nvSpPr>
          <p:spPr>
            <a:xfrm>
              <a:off x="359822" y="30457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" name="Hexagon 13">
              <a:extLst>
                <a:ext uri="{FF2B5EF4-FFF2-40B4-BE49-F238E27FC236}">
                  <a16:creationId xmlns:a16="http://schemas.microsoft.com/office/drawing/2014/main" id="{6D5ACD7E-37EC-4B30-9312-CAD3C3680E71}"/>
                </a:ext>
              </a:extLst>
            </p:cNvPr>
            <p:cNvSpPr/>
            <p:nvPr/>
          </p:nvSpPr>
          <p:spPr>
            <a:xfrm>
              <a:off x="662717" y="54211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" name="Hexagon 14">
              <a:extLst>
                <a:ext uri="{FF2B5EF4-FFF2-40B4-BE49-F238E27FC236}">
                  <a16:creationId xmlns:a16="http://schemas.microsoft.com/office/drawing/2014/main" id="{A8BB22AC-FF4C-4690-BFBE-1A5E4E749B62}"/>
                </a:ext>
              </a:extLst>
            </p:cNvPr>
            <p:cNvSpPr/>
            <p:nvPr/>
          </p:nvSpPr>
          <p:spPr>
            <a:xfrm>
              <a:off x="662717" y="4242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" name="Hexagon 15">
              <a:extLst>
                <a:ext uri="{FF2B5EF4-FFF2-40B4-BE49-F238E27FC236}">
                  <a16:creationId xmlns:a16="http://schemas.microsoft.com/office/drawing/2014/main" id="{F52A14AE-1300-49D2-A444-CEA1FDC5260D}"/>
                </a:ext>
              </a:extLst>
            </p:cNvPr>
            <p:cNvSpPr/>
            <p:nvPr/>
          </p:nvSpPr>
          <p:spPr>
            <a:xfrm>
              <a:off x="662717" y="30647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" name="Hexagon 16">
              <a:extLst>
                <a:ext uri="{FF2B5EF4-FFF2-40B4-BE49-F238E27FC236}">
                  <a16:creationId xmlns:a16="http://schemas.microsoft.com/office/drawing/2014/main" id="{5422151D-C90F-4C9D-B4C7-474F00A21CCC}"/>
                </a:ext>
              </a:extLst>
            </p:cNvPr>
            <p:cNvSpPr/>
            <p:nvPr/>
          </p:nvSpPr>
          <p:spPr>
            <a:xfrm>
              <a:off x="968358" y="54211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" name="Hexagon 17">
              <a:extLst>
                <a:ext uri="{FF2B5EF4-FFF2-40B4-BE49-F238E27FC236}">
                  <a16:creationId xmlns:a16="http://schemas.microsoft.com/office/drawing/2014/main" id="{904AE8B9-7762-46BF-94C8-183F4455D3C4}"/>
                </a:ext>
              </a:extLst>
            </p:cNvPr>
            <p:cNvSpPr/>
            <p:nvPr/>
          </p:nvSpPr>
          <p:spPr>
            <a:xfrm>
              <a:off x="968358" y="4242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" name="Hexagon 18">
              <a:extLst>
                <a:ext uri="{FF2B5EF4-FFF2-40B4-BE49-F238E27FC236}">
                  <a16:creationId xmlns:a16="http://schemas.microsoft.com/office/drawing/2014/main" id="{2890C687-F632-4A0A-B39D-B75750A7C563}"/>
                </a:ext>
              </a:extLst>
            </p:cNvPr>
            <p:cNvSpPr/>
            <p:nvPr/>
          </p:nvSpPr>
          <p:spPr>
            <a:xfrm>
              <a:off x="968358" y="30647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" name="Hexagon 19">
              <a:extLst>
                <a:ext uri="{FF2B5EF4-FFF2-40B4-BE49-F238E27FC236}">
                  <a16:creationId xmlns:a16="http://schemas.microsoft.com/office/drawing/2014/main" id="{1F38BCC3-75FF-48E1-A812-4887CC237A61}"/>
                </a:ext>
              </a:extLst>
            </p:cNvPr>
            <p:cNvSpPr/>
            <p:nvPr/>
          </p:nvSpPr>
          <p:spPr>
            <a:xfrm>
              <a:off x="815958" y="4803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" name="Hexagon 20">
              <a:extLst>
                <a:ext uri="{FF2B5EF4-FFF2-40B4-BE49-F238E27FC236}">
                  <a16:creationId xmlns:a16="http://schemas.microsoft.com/office/drawing/2014/main" id="{405A079C-0DE9-46A2-9F6B-7B57D800D2FC}"/>
                </a:ext>
              </a:extLst>
            </p:cNvPr>
            <p:cNvSpPr/>
            <p:nvPr/>
          </p:nvSpPr>
          <p:spPr>
            <a:xfrm>
              <a:off x="815958" y="36252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" name="Hexagon 21">
              <a:extLst>
                <a:ext uri="{FF2B5EF4-FFF2-40B4-BE49-F238E27FC236}">
                  <a16:creationId xmlns:a16="http://schemas.microsoft.com/office/drawing/2014/main" id="{734F839F-0E56-4707-9411-1811B60CC114}"/>
                </a:ext>
              </a:extLst>
            </p:cNvPr>
            <p:cNvSpPr/>
            <p:nvPr/>
          </p:nvSpPr>
          <p:spPr>
            <a:xfrm>
              <a:off x="1118853" y="48225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" name="Hexagon 22">
              <a:extLst>
                <a:ext uri="{FF2B5EF4-FFF2-40B4-BE49-F238E27FC236}">
                  <a16:creationId xmlns:a16="http://schemas.microsoft.com/office/drawing/2014/main" id="{1E16E503-327B-4FC8-9F33-DDC5190B8BB2}"/>
                </a:ext>
              </a:extLst>
            </p:cNvPr>
            <p:cNvSpPr/>
            <p:nvPr/>
          </p:nvSpPr>
          <p:spPr>
            <a:xfrm>
              <a:off x="1118853" y="36443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" name="Hexagon 23">
              <a:extLst>
                <a:ext uri="{FF2B5EF4-FFF2-40B4-BE49-F238E27FC236}">
                  <a16:creationId xmlns:a16="http://schemas.microsoft.com/office/drawing/2014/main" id="{DBC76684-7B84-4736-BA98-DF1374DCEDB5}"/>
                </a:ext>
              </a:extLst>
            </p:cNvPr>
            <p:cNvSpPr/>
            <p:nvPr/>
          </p:nvSpPr>
          <p:spPr>
            <a:xfrm>
              <a:off x="215875" y="36706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" name="Hexagon 24">
              <a:extLst>
                <a:ext uri="{FF2B5EF4-FFF2-40B4-BE49-F238E27FC236}">
                  <a16:creationId xmlns:a16="http://schemas.microsoft.com/office/drawing/2014/main" id="{98CC5651-45E1-4CB4-9828-0E2F3123B566}"/>
                </a:ext>
              </a:extLst>
            </p:cNvPr>
            <p:cNvSpPr/>
            <p:nvPr/>
          </p:nvSpPr>
          <p:spPr>
            <a:xfrm>
              <a:off x="215875" y="25019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" name="Hexagon 25">
              <a:extLst>
                <a:ext uri="{FF2B5EF4-FFF2-40B4-BE49-F238E27FC236}">
                  <a16:creationId xmlns:a16="http://schemas.microsoft.com/office/drawing/2014/main" id="{622732B6-F098-487E-8EA5-1BEC0E0D177D}"/>
                </a:ext>
              </a:extLst>
            </p:cNvPr>
            <p:cNvSpPr/>
            <p:nvPr/>
          </p:nvSpPr>
          <p:spPr>
            <a:xfrm>
              <a:off x="1421748" y="48415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" name="Hexagon 26">
              <a:extLst>
                <a:ext uri="{FF2B5EF4-FFF2-40B4-BE49-F238E27FC236}">
                  <a16:creationId xmlns:a16="http://schemas.microsoft.com/office/drawing/2014/main" id="{C6ACC37F-6937-445E-89D2-A5DD6E3B9DBB}"/>
                </a:ext>
              </a:extLst>
            </p:cNvPr>
            <p:cNvSpPr/>
            <p:nvPr/>
          </p:nvSpPr>
          <p:spPr>
            <a:xfrm>
              <a:off x="1421748" y="36729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" name="Hexagon 27">
              <a:extLst>
                <a:ext uri="{FF2B5EF4-FFF2-40B4-BE49-F238E27FC236}">
                  <a16:creationId xmlns:a16="http://schemas.microsoft.com/office/drawing/2014/main" id="{255B4B37-7A58-4464-AFB7-A11DFA014B54}"/>
                </a:ext>
              </a:extLst>
            </p:cNvPr>
            <p:cNvSpPr/>
            <p:nvPr/>
          </p:nvSpPr>
          <p:spPr>
            <a:xfrm>
              <a:off x="1269348" y="54021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" name="Hexagon 28">
              <a:extLst>
                <a:ext uri="{FF2B5EF4-FFF2-40B4-BE49-F238E27FC236}">
                  <a16:creationId xmlns:a16="http://schemas.microsoft.com/office/drawing/2014/main" id="{A5CCD557-4E4D-4837-9565-2E5486FEDE47}"/>
                </a:ext>
              </a:extLst>
            </p:cNvPr>
            <p:cNvSpPr/>
            <p:nvPr/>
          </p:nvSpPr>
          <p:spPr>
            <a:xfrm>
              <a:off x="1269348" y="42239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" name="Hexagon 29">
              <a:extLst>
                <a:ext uri="{FF2B5EF4-FFF2-40B4-BE49-F238E27FC236}">
                  <a16:creationId xmlns:a16="http://schemas.microsoft.com/office/drawing/2014/main" id="{051835ED-4788-4745-9FF3-F16D75413ADB}"/>
                </a:ext>
              </a:extLst>
            </p:cNvPr>
            <p:cNvSpPr/>
            <p:nvPr/>
          </p:nvSpPr>
          <p:spPr>
            <a:xfrm>
              <a:off x="1572243" y="54211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" name="Hexagon 30">
              <a:extLst>
                <a:ext uri="{FF2B5EF4-FFF2-40B4-BE49-F238E27FC236}">
                  <a16:creationId xmlns:a16="http://schemas.microsoft.com/office/drawing/2014/main" id="{F09C588B-A523-4F03-B809-4EB93396D110}"/>
                </a:ext>
              </a:extLst>
            </p:cNvPr>
            <p:cNvSpPr/>
            <p:nvPr/>
          </p:nvSpPr>
          <p:spPr>
            <a:xfrm>
              <a:off x="1572243" y="4242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" name="Hexagon 31">
              <a:extLst>
                <a:ext uri="{FF2B5EF4-FFF2-40B4-BE49-F238E27FC236}">
                  <a16:creationId xmlns:a16="http://schemas.microsoft.com/office/drawing/2014/main" id="{AF4B20D1-C9B5-48A4-A0F9-9A8F67E5BB42}"/>
                </a:ext>
              </a:extLst>
            </p:cNvPr>
            <p:cNvSpPr/>
            <p:nvPr/>
          </p:nvSpPr>
          <p:spPr>
            <a:xfrm>
              <a:off x="1877884" y="65993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" name="Hexagon 32">
              <a:extLst>
                <a:ext uri="{FF2B5EF4-FFF2-40B4-BE49-F238E27FC236}">
                  <a16:creationId xmlns:a16="http://schemas.microsoft.com/office/drawing/2014/main" id="{1B588FAE-FC17-4D52-907F-29A0A8BB9827}"/>
                </a:ext>
              </a:extLst>
            </p:cNvPr>
            <p:cNvSpPr/>
            <p:nvPr/>
          </p:nvSpPr>
          <p:spPr>
            <a:xfrm>
              <a:off x="1877884" y="54211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" name="Hexagon 33">
              <a:extLst>
                <a:ext uri="{FF2B5EF4-FFF2-40B4-BE49-F238E27FC236}">
                  <a16:creationId xmlns:a16="http://schemas.microsoft.com/office/drawing/2014/main" id="{BE5E06AA-4E7A-4588-97CA-F6649E5DAA86}"/>
                </a:ext>
              </a:extLst>
            </p:cNvPr>
            <p:cNvSpPr/>
            <p:nvPr/>
          </p:nvSpPr>
          <p:spPr>
            <a:xfrm>
              <a:off x="1877884" y="4242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" name="Hexagon 34">
              <a:extLst>
                <a:ext uri="{FF2B5EF4-FFF2-40B4-BE49-F238E27FC236}">
                  <a16:creationId xmlns:a16="http://schemas.microsoft.com/office/drawing/2014/main" id="{8ED3B927-98C7-4421-B1CC-B0CB1B308671}"/>
                </a:ext>
              </a:extLst>
            </p:cNvPr>
            <p:cNvSpPr/>
            <p:nvPr/>
          </p:nvSpPr>
          <p:spPr>
            <a:xfrm>
              <a:off x="1877884" y="30742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" name="Hexagon 35">
              <a:extLst>
                <a:ext uri="{FF2B5EF4-FFF2-40B4-BE49-F238E27FC236}">
                  <a16:creationId xmlns:a16="http://schemas.microsoft.com/office/drawing/2014/main" id="{BB60BBE7-9713-4F6F-8DEB-C0B85FEB0D04}"/>
                </a:ext>
              </a:extLst>
            </p:cNvPr>
            <p:cNvSpPr/>
            <p:nvPr/>
          </p:nvSpPr>
          <p:spPr>
            <a:xfrm>
              <a:off x="1725484" y="5981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" name="Hexagon 36">
              <a:extLst>
                <a:ext uri="{FF2B5EF4-FFF2-40B4-BE49-F238E27FC236}">
                  <a16:creationId xmlns:a16="http://schemas.microsoft.com/office/drawing/2014/main" id="{260B015C-7E5E-462E-9C14-8C0A269B23D5}"/>
                </a:ext>
              </a:extLst>
            </p:cNvPr>
            <p:cNvSpPr/>
            <p:nvPr/>
          </p:nvSpPr>
          <p:spPr>
            <a:xfrm>
              <a:off x="1725484" y="4803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" name="Hexagon 37">
              <a:extLst>
                <a:ext uri="{FF2B5EF4-FFF2-40B4-BE49-F238E27FC236}">
                  <a16:creationId xmlns:a16="http://schemas.microsoft.com/office/drawing/2014/main" id="{EA0A700B-639E-4247-BC09-4D5F40667C44}"/>
                </a:ext>
              </a:extLst>
            </p:cNvPr>
            <p:cNvSpPr/>
            <p:nvPr/>
          </p:nvSpPr>
          <p:spPr>
            <a:xfrm>
              <a:off x="1725484" y="36252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" name="Hexagon 38">
              <a:extLst>
                <a:ext uri="{FF2B5EF4-FFF2-40B4-BE49-F238E27FC236}">
                  <a16:creationId xmlns:a16="http://schemas.microsoft.com/office/drawing/2014/main" id="{F19E05A9-34A6-4E17-AA24-457BD15298D1}"/>
                </a:ext>
              </a:extLst>
            </p:cNvPr>
            <p:cNvSpPr/>
            <p:nvPr/>
          </p:nvSpPr>
          <p:spPr>
            <a:xfrm>
              <a:off x="2028379" y="60007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" name="Hexagon 39">
              <a:extLst>
                <a:ext uri="{FF2B5EF4-FFF2-40B4-BE49-F238E27FC236}">
                  <a16:creationId xmlns:a16="http://schemas.microsoft.com/office/drawing/2014/main" id="{A1256CAA-B114-48D4-869E-BA6D96F6A4C9}"/>
                </a:ext>
              </a:extLst>
            </p:cNvPr>
            <p:cNvSpPr/>
            <p:nvPr/>
          </p:nvSpPr>
          <p:spPr>
            <a:xfrm>
              <a:off x="2028379" y="36443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" name="Hexagon 40">
              <a:extLst>
                <a:ext uri="{FF2B5EF4-FFF2-40B4-BE49-F238E27FC236}">
                  <a16:creationId xmlns:a16="http://schemas.microsoft.com/office/drawing/2014/main" id="{DAED1C89-2359-46B1-8435-89733ED91FEC}"/>
                </a:ext>
              </a:extLst>
            </p:cNvPr>
            <p:cNvSpPr/>
            <p:nvPr/>
          </p:nvSpPr>
          <p:spPr>
            <a:xfrm>
              <a:off x="2028379" y="24756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" name="Hexagon 41">
              <a:extLst>
                <a:ext uri="{FF2B5EF4-FFF2-40B4-BE49-F238E27FC236}">
                  <a16:creationId xmlns:a16="http://schemas.microsoft.com/office/drawing/2014/main" id="{E434B873-BB3A-455C-A49F-DD657A311516}"/>
                </a:ext>
              </a:extLst>
            </p:cNvPr>
            <p:cNvSpPr/>
            <p:nvPr/>
          </p:nvSpPr>
          <p:spPr>
            <a:xfrm>
              <a:off x="513175" y="107566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3" name="Hexagon 42">
              <a:extLst>
                <a:ext uri="{FF2B5EF4-FFF2-40B4-BE49-F238E27FC236}">
                  <a16:creationId xmlns:a16="http://schemas.microsoft.com/office/drawing/2014/main" id="{A6A2E0CA-A564-40DD-8A5A-13F228E3BDA1}"/>
                </a:ext>
              </a:extLst>
            </p:cNvPr>
            <p:cNvSpPr/>
            <p:nvPr/>
          </p:nvSpPr>
          <p:spPr>
            <a:xfrm>
              <a:off x="513175" y="95784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" name="Hexagon 43">
              <a:extLst>
                <a:ext uri="{FF2B5EF4-FFF2-40B4-BE49-F238E27FC236}">
                  <a16:creationId xmlns:a16="http://schemas.microsoft.com/office/drawing/2014/main" id="{41074A68-11E7-49AA-AF75-005D1D434C70}"/>
                </a:ext>
              </a:extLst>
            </p:cNvPr>
            <p:cNvSpPr/>
            <p:nvPr/>
          </p:nvSpPr>
          <p:spPr>
            <a:xfrm>
              <a:off x="513175" y="84002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" name="Hexagon 44">
              <a:extLst>
                <a:ext uri="{FF2B5EF4-FFF2-40B4-BE49-F238E27FC236}">
                  <a16:creationId xmlns:a16="http://schemas.microsoft.com/office/drawing/2014/main" id="{901E47B7-4530-4FBE-AF2D-AADD3F6BDA22}"/>
                </a:ext>
              </a:extLst>
            </p:cNvPr>
            <p:cNvSpPr/>
            <p:nvPr/>
          </p:nvSpPr>
          <p:spPr>
            <a:xfrm>
              <a:off x="513175" y="72315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6" name="Hexagon 45">
              <a:extLst>
                <a:ext uri="{FF2B5EF4-FFF2-40B4-BE49-F238E27FC236}">
                  <a16:creationId xmlns:a16="http://schemas.microsoft.com/office/drawing/2014/main" id="{FD320E86-163D-4A3C-8E23-3D756581520A}"/>
                </a:ext>
              </a:extLst>
            </p:cNvPr>
            <p:cNvSpPr/>
            <p:nvPr/>
          </p:nvSpPr>
          <p:spPr>
            <a:xfrm>
              <a:off x="360775" y="66138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7" name="Hexagon 46">
              <a:extLst>
                <a:ext uri="{FF2B5EF4-FFF2-40B4-BE49-F238E27FC236}">
                  <a16:creationId xmlns:a16="http://schemas.microsoft.com/office/drawing/2014/main" id="{75C62659-49C0-41BA-8E8E-6802B7CB38C6}"/>
                </a:ext>
              </a:extLst>
            </p:cNvPr>
            <p:cNvSpPr/>
            <p:nvPr/>
          </p:nvSpPr>
          <p:spPr>
            <a:xfrm>
              <a:off x="663670" y="101579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8" name="Hexagon 47">
              <a:extLst>
                <a:ext uri="{FF2B5EF4-FFF2-40B4-BE49-F238E27FC236}">
                  <a16:creationId xmlns:a16="http://schemas.microsoft.com/office/drawing/2014/main" id="{E4F0AA8A-5AAA-449E-A3B2-BB47C012475F}"/>
                </a:ext>
              </a:extLst>
            </p:cNvPr>
            <p:cNvSpPr/>
            <p:nvPr/>
          </p:nvSpPr>
          <p:spPr>
            <a:xfrm>
              <a:off x="663670" y="89797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" name="Hexagon 48">
              <a:extLst>
                <a:ext uri="{FF2B5EF4-FFF2-40B4-BE49-F238E27FC236}">
                  <a16:creationId xmlns:a16="http://schemas.microsoft.com/office/drawing/2014/main" id="{5E523977-6015-45E2-8DD9-E389841A0FCC}"/>
                </a:ext>
              </a:extLst>
            </p:cNvPr>
            <p:cNvSpPr/>
            <p:nvPr/>
          </p:nvSpPr>
          <p:spPr>
            <a:xfrm>
              <a:off x="663670" y="78015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" name="Hexagon 49">
              <a:extLst>
                <a:ext uri="{FF2B5EF4-FFF2-40B4-BE49-F238E27FC236}">
                  <a16:creationId xmlns:a16="http://schemas.microsoft.com/office/drawing/2014/main" id="{C73F80F6-4C9A-47FA-A6AA-C1E5964A1EF4}"/>
                </a:ext>
              </a:extLst>
            </p:cNvPr>
            <p:cNvSpPr/>
            <p:nvPr/>
          </p:nvSpPr>
          <p:spPr>
            <a:xfrm>
              <a:off x="663670" y="66328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" name="Hexagon 50">
              <a:extLst>
                <a:ext uri="{FF2B5EF4-FFF2-40B4-BE49-F238E27FC236}">
                  <a16:creationId xmlns:a16="http://schemas.microsoft.com/office/drawing/2014/main" id="{9CE1E5CB-1FE3-455F-B80B-CA3D01D754DB}"/>
                </a:ext>
              </a:extLst>
            </p:cNvPr>
            <p:cNvSpPr/>
            <p:nvPr/>
          </p:nvSpPr>
          <p:spPr>
            <a:xfrm>
              <a:off x="969311" y="101579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" name="Hexagon 51">
              <a:extLst>
                <a:ext uri="{FF2B5EF4-FFF2-40B4-BE49-F238E27FC236}">
                  <a16:creationId xmlns:a16="http://schemas.microsoft.com/office/drawing/2014/main" id="{7E1DA033-D87A-487C-B1BF-852838082E15}"/>
                </a:ext>
              </a:extLst>
            </p:cNvPr>
            <p:cNvSpPr/>
            <p:nvPr/>
          </p:nvSpPr>
          <p:spPr>
            <a:xfrm>
              <a:off x="969311" y="89797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" name="Hexagon 52">
              <a:extLst>
                <a:ext uri="{FF2B5EF4-FFF2-40B4-BE49-F238E27FC236}">
                  <a16:creationId xmlns:a16="http://schemas.microsoft.com/office/drawing/2014/main" id="{B086CD2E-677B-4318-9BD5-72A748EB668E}"/>
                </a:ext>
              </a:extLst>
            </p:cNvPr>
            <p:cNvSpPr/>
            <p:nvPr/>
          </p:nvSpPr>
          <p:spPr>
            <a:xfrm>
              <a:off x="969311" y="78015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4" name="Hexagon 53">
              <a:extLst>
                <a:ext uri="{FF2B5EF4-FFF2-40B4-BE49-F238E27FC236}">
                  <a16:creationId xmlns:a16="http://schemas.microsoft.com/office/drawing/2014/main" id="{EB7EAFAA-BECC-4A8E-8890-DB415CC65F7E}"/>
                </a:ext>
              </a:extLst>
            </p:cNvPr>
            <p:cNvSpPr/>
            <p:nvPr/>
          </p:nvSpPr>
          <p:spPr>
            <a:xfrm>
              <a:off x="969311" y="66328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5" name="Hexagon 54">
              <a:extLst>
                <a:ext uri="{FF2B5EF4-FFF2-40B4-BE49-F238E27FC236}">
                  <a16:creationId xmlns:a16="http://schemas.microsoft.com/office/drawing/2014/main" id="{7334703D-FB05-4625-BB0E-469F7531E757}"/>
                </a:ext>
              </a:extLst>
            </p:cNvPr>
            <p:cNvSpPr/>
            <p:nvPr/>
          </p:nvSpPr>
          <p:spPr>
            <a:xfrm>
              <a:off x="816911" y="95402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6" name="Hexagon 55">
              <a:extLst>
                <a:ext uri="{FF2B5EF4-FFF2-40B4-BE49-F238E27FC236}">
                  <a16:creationId xmlns:a16="http://schemas.microsoft.com/office/drawing/2014/main" id="{00852E5B-6D28-402C-80F5-EA51C821FC51}"/>
                </a:ext>
              </a:extLst>
            </p:cNvPr>
            <p:cNvSpPr/>
            <p:nvPr/>
          </p:nvSpPr>
          <p:spPr>
            <a:xfrm>
              <a:off x="816911" y="83620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7" name="Hexagon 56">
              <a:extLst>
                <a:ext uri="{FF2B5EF4-FFF2-40B4-BE49-F238E27FC236}">
                  <a16:creationId xmlns:a16="http://schemas.microsoft.com/office/drawing/2014/main" id="{2C90BC22-CDD4-49FE-846C-5F18CE33DC18}"/>
                </a:ext>
              </a:extLst>
            </p:cNvPr>
            <p:cNvSpPr/>
            <p:nvPr/>
          </p:nvSpPr>
          <p:spPr>
            <a:xfrm>
              <a:off x="816911" y="71838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8" name="Hexagon 57">
              <a:extLst>
                <a:ext uri="{FF2B5EF4-FFF2-40B4-BE49-F238E27FC236}">
                  <a16:creationId xmlns:a16="http://schemas.microsoft.com/office/drawing/2014/main" id="{D7D6516C-485A-4D05-AC80-F3E50C25A1F5}"/>
                </a:ext>
              </a:extLst>
            </p:cNvPr>
            <p:cNvSpPr/>
            <p:nvPr/>
          </p:nvSpPr>
          <p:spPr>
            <a:xfrm>
              <a:off x="1119806" y="95593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9" name="Hexagon 58">
              <a:extLst>
                <a:ext uri="{FF2B5EF4-FFF2-40B4-BE49-F238E27FC236}">
                  <a16:creationId xmlns:a16="http://schemas.microsoft.com/office/drawing/2014/main" id="{929E10CF-783E-4FB6-8C9D-564DD75A5FF2}"/>
                </a:ext>
              </a:extLst>
            </p:cNvPr>
            <p:cNvSpPr/>
            <p:nvPr/>
          </p:nvSpPr>
          <p:spPr>
            <a:xfrm>
              <a:off x="1119806" y="83811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0" name="Hexagon 59">
              <a:extLst>
                <a:ext uri="{FF2B5EF4-FFF2-40B4-BE49-F238E27FC236}">
                  <a16:creationId xmlns:a16="http://schemas.microsoft.com/office/drawing/2014/main" id="{872F216F-C8E5-4B5E-A43E-88154ED23037}"/>
                </a:ext>
              </a:extLst>
            </p:cNvPr>
            <p:cNvSpPr/>
            <p:nvPr/>
          </p:nvSpPr>
          <p:spPr>
            <a:xfrm>
              <a:off x="1119806" y="7202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1" name="Hexagon 60">
              <a:extLst>
                <a:ext uri="{FF2B5EF4-FFF2-40B4-BE49-F238E27FC236}">
                  <a16:creationId xmlns:a16="http://schemas.microsoft.com/office/drawing/2014/main" id="{66849269-387D-4777-917B-8762B809D243}"/>
                </a:ext>
              </a:extLst>
            </p:cNvPr>
            <p:cNvSpPr/>
            <p:nvPr/>
          </p:nvSpPr>
          <p:spPr>
            <a:xfrm>
              <a:off x="1119806" y="60342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2" name="Hexagon 61">
              <a:extLst>
                <a:ext uri="{FF2B5EF4-FFF2-40B4-BE49-F238E27FC236}">
                  <a16:creationId xmlns:a16="http://schemas.microsoft.com/office/drawing/2014/main" id="{6C9E2505-1A0D-4791-A72D-87FC08FEB384}"/>
                </a:ext>
              </a:extLst>
            </p:cNvPr>
            <p:cNvSpPr/>
            <p:nvPr/>
          </p:nvSpPr>
          <p:spPr>
            <a:xfrm>
              <a:off x="510317" y="131225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3" name="Hexagon 62">
              <a:extLst>
                <a:ext uri="{FF2B5EF4-FFF2-40B4-BE49-F238E27FC236}">
                  <a16:creationId xmlns:a16="http://schemas.microsoft.com/office/drawing/2014/main" id="{26C4D125-380D-4452-9C24-BF07799986CA}"/>
                </a:ext>
              </a:extLst>
            </p:cNvPr>
            <p:cNvSpPr/>
            <p:nvPr/>
          </p:nvSpPr>
          <p:spPr>
            <a:xfrm>
              <a:off x="510317" y="119538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4" name="Hexagon 63">
              <a:extLst>
                <a:ext uri="{FF2B5EF4-FFF2-40B4-BE49-F238E27FC236}">
                  <a16:creationId xmlns:a16="http://schemas.microsoft.com/office/drawing/2014/main" id="{D6467DE9-169F-402C-831F-BB760B3F9DC7}"/>
                </a:ext>
              </a:extLst>
            </p:cNvPr>
            <p:cNvSpPr/>
            <p:nvPr/>
          </p:nvSpPr>
          <p:spPr>
            <a:xfrm>
              <a:off x="360457" y="136830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5" name="Hexagon 64">
              <a:extLst>
                <a:ext uri="{FF2B5EF4-FFF2-40B4-BE49-F238E27FC236}">
                  <a16:creationId xmlns:a16="http://schemas.microsoft.com/office/drawing/2014/main" id="{FE37C030-3A31-4A03-A617-46EBB3FB3CFE}"/>
                </a:ext>
              </a:extLst>
            </p:cNvPr>
            <p:cNvSpPr/>
            <p:nvPr/>
          </p:nvSpPr>
          <p:spPr>
            <a:xfrm>
              <a:off x="357917" y="125048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" name="Hexagon 65">
              <a:extLst>
                <a:ext uri="{FF2B5EF4-FFF2-40B4-BE49-F238E27FC236}">
                  <a16:creationId xmlns:a16="http://schemas.microsoft.com/office/drawing/2014/main" id="{EE922F87-2556-4DB5-AA05-1A5A224CB093}"/>
                </a:ext>
              </a:extLst>
            </p:cNvPr>
            <p:cNvSpPr/>
            <p:nvPr/>
          </p:nvSpPr>
          <p:spPr>
            <a:xfrm>
              <a:off x="660812" y="125239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" name="Hexagon 66">
              <a:extLst>
                <a:ext uri="{FF2B5EF4-FFF2-40B4-BE49-F238E27FC236}">
                  <a16:creationId xmlns:a16="http://schemas.microsoft.com/office/drawing/2014/main" id="{6764BF37-9A58-4D31-8314-76F32B6164EA}"/>
                </a:ext>
              </a:extLst>
            </p:cNvPr>
            <p:cNvSpPr/>
            <p:nvPr/>
          </p:nvSpPr>
          <p:spPr>
            <a:xfrm>
              <a:off x="660812" y="113552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" name="Hexagon 67">
              <a:extLst>
                <a:ext uri="{FF2B5EF4-FFF2-40B4-BE49-F238E27FC236}">
                  <a16:creationId xmlns:a16="http://schemas.microsoft.com/office/drawing/2014/main" id="{03144C04-FC19-4256-831A-665042D9674E}"/>
                </a:ext>
              </a:extLst>
            </p:cNvPr>
            <p:cNvSpPr/>
            <p:nvPr/>
          </p:nvSpPr>
          <p:spPr>
            <a:xfrm>
              <a:off x="966453" y="113552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" name="Hexagon 68">
              <a:extLst>
                <a:ext uri="{FF2B5EF4-FFF2-40B4-BE49-F238E27FC236}">
                  <a16:creationId xmlns:a16="http://schemas.microsoft.com/office/drawing/2014/main" id="{AC41E0EB-6262-4A0F-9941-0AB7B85FE24A}"/>
                </a:ext>
              </a:extLst>
            </p:cNvPr>
            <p:cNvSpPr/>
            <p:nvPr/>
          </p:nvSpPr>
          <p:spPr>
            <a:xfrm>
              <a:off x="814053" y="107375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" name="Hexagon 69">
              <a:extLst>
                <a:ext uri="{FF2B5EF4-FFF2-40B4-BE49-F238E27FC236}">
                  <a16:creationId xmlns:a16="http://schemas.microsoft.com/office/drawing/2014/main" id="{76778482-F54A-40D6-8986-A04EB9491361}"/>
                </a:ext>
              </a:extLst>
            </p:cNvPr>
            <p:cNvSpPr/>
            <p:nvPr/>
          </p:nvSpPr>
          <p:spPr>
            <a:xfrm>
              <a:off x="1116948" y="119252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" name="Hexagon 70">
              <a:extLst>
                <a:ext uri="{FF2B5EF4-FFF2-40B4-BE49-F238E27FC236}">
                  <a16:creationId xmlns:a16="http://schemas.microsoft.com/office/drawing/2014/main" id="{E59E411C-3F90-4E4F-A2FC-7B011809B85F}"/>
                </a:ext>
              </a:extLst>
            </p:cNvPr>
            <p:cNvSpPr/>
            <p:nvPr/>
          </p:nvSpPr>
          <p:spPr>
            <a:xfrm>
              <a:off x="1116948" y="107565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" name="Hexagon 71">
              <a:extLst>
                <a:ext uri="{FF2B5EF4-FFF2-40B4-BE49-F238E27FC236}">
                  <a16:creationId xmlns:a16="http://schemas.microsoft.com/office/drawing/2014/main" id="{A1FA333E-EE19-40AA-B0C0-E08D558457E7}"/>
                </a:ext>
              </a:extLst>
            </p:cNvPr>
            <p:cNvSpPr/>
            <p:nvPr/>
          </p:nvSpPr>
          <p:spPr>
            <a:xfrm>
              <a:off x="1425447" y="119546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" name="Hexagon 72">
              <a:extLst>
                <a:ext uri="{FF2B5EF4-FFF2-40B4-BE49-F238E27FC236}">
                  <a16:creationId xmlns:a16="http://schemas.microsoft.com/office/drawing/2014/main" id="{3BE6E755-CB66-4861-8626-F206AA61B896}"/>
                </a:ext>
              </a:extLst>
            </p:cNvPr>
            <p:cNvSpPr/>
            <p:nvPr/>
          </p:nvSpPr>
          <p:spPr>
            <a:xfrm>
              <a:off x="1425447" y="107764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" name="Hexagon 73">
              <a:extLst>
                <a:ext uri="{FF2B5EF4-FFF2-40B4-BE49-F238E27FC236}">
                  <a16:creationId xmlns:a16="http://schemas.microsoft.com/office/drawing/2014/main" id="{17F25583-306C-4E4B-91B4-FDDC04B82493}"/>
                </a:ext>
              </a:extLst>
            </p:cNvPr>
            <p:cNvSpPr/>
            <p:nvPr/>
          </p:nvSpPr>
          <p:spPr>
            <a:xfrm>
              <a:off x="1425447" y="95982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" name="Hexagon 74">
              <a:extLst>
                <a:ext uri="{FF2B5EF4-FFF2-40B4-BE49-F238E27FC236}">
                  <a16:creationId xmlns:a16="http://schemas.microsoft.com/office/drawing/2014/main" id="{B7C6E438-A36E-461D-B5F3-CB57A62A5FEB}"/>
                </a:ext>
              </a:extLst>
            </p:cNvPr>
            <p:cNvSpPr/>
            <p:nvPr/>
          </p:nvSpPr>
          <p:spPr>
            <a:xfrm>
              <a:off x="1423066" y="84057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" name="Hexagon 75">
              <a:extLst>
                <a:ext uri="{FF2B5EF4-FFF2-40B4-BE49-F238E27FC236}">
                  <a16:creationId xmlns:a16="http://schemas.microsoft.com/office/drawing/2014/main" id="{0B9890C3-3E12-45A5-8DED-51D215FD45DB}"/>
                </a:ext>
              </a:extLst>
            </p:cNvPr>
            <p:cNvSpPr/>
            <p:nvPr/>
          </p:nvSpPr>
          <p:spPr>
            <a:xfrm>
              <a:off x="1273047" y="113369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" name="Hexagon 76">
              <a:extLst>
                <a:ext uri="{FF2B5EF4-FFF2-40B4-BE49-F238E27FC236}">
                  <a16:creationId xmlns:a16="http://schemas.microsoft.com/office/drawing/2014/main" id="{93A1A2F0-4346-4A1E-911D-54EAB4057EC4}"/>
                </a:ext>
              </a:extLst>
            </p:cNvPr>
            <p:cNvSpPr/>
            <p:nvPr/>
          </p:nvSpPr>
          <p:spPr>
            <a:xfrm>
              <a:off x="1273047" y="101587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" name="Hexagon 77">
              <a:extLst>
                <a:ext uri="{FF2B5EF4-FFF2-40B4-BE49-F238E27FC236}">
                  <a16:creationId xmlns:a16="http://schemas.microsoft.com/office/drawing/2014/main" id="{60C50AE5-016B-4752-8567-2CC378F0492E}"/>
                </a:ext>
              </a:extLst>
            </p:cNvPr>
            <p:cNvSpPr/>
            <p:nvPr/>
          </p:nvSpPr>
          <p:spPr>
            <a:xfrm>
              <a:off x="1273047" y="89805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" name="Hexagon 78">
              <a:extLst>
                <a:ext uri="{FF2B5EF4-FFF2-40B4-BE49-F238E27FC236}">
                  <a16:creationId xmlns:a16="http://schemas.microsoft.com/office/drawing/2014/main" id="{D321B446-5AD5-4316-8064-0764951A9BE5}"/>
                </a:ext>
              </a:extLst>
            </p:cNvPr>
            <p:cNvSpPr/>
            <p:nvPr/>
          </p:nvSpPr>
          <p:spPr>
            <a:xfrm>
              <a:off x="1575942" y="113560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" name="Hexagon 79">
              <a:extLst>
                <a:ext uri="{FF2B5EF4-FFF2-40B4-BE49-F238E27FC236}">
                  <a16:creationId xmlns:a16="http://schemas.microsoft.com/office/drawing/2014/main" id="{1D7D59D0-E44F-474B-9146-0967B5358D39}"/>
                </a:ext>
              </a:extLst>
            </p:cNvPr>
            <p:cNvSpPr/>
            <p:nvPr/>
          </p:nvSpPr>
          <p:spPr>
            <a:xfrm>
              <a:off x="1575942" y="89996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" name="Hexagon 80">
              <a:extLst>
                <a:ext uri="{FF2B5EF4-FFF2-40B4-BE49-F238E27FC236}">
                  <a16:creationId xmlns:a16="http://schemas.microsoft.com/office/drawing/2014/main" id="{E87FA450-00A9-4138-BC26-6AF47B410FDE}"/>
                </a:ext>
              </a:extLst>
            </p:cNvPr>
            <p:cNvSpPr/>
            <p:nvPr/>
          </p:nvSpPr>
          <p:spPr>
            <a:xfrm>
              <a:off x="1881583" y="101778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" name="Hexagon 81">
              <a:extLst>
                <a:ext uri="{FF2B5EF4-FFF2-40B4-BE49-F238E27FC236}">
                  <a16:creationId xmlns:a16="http://schemas.microsoft.com/office/drawing/2014/main" id="{83DD97F8-4FBF-476F-A68B-08B56C7B5940}"/>
                </a:ext>
              </a:extLst>
            </p:cNvPr>
            <p:cNvSpPr/>
            <p:nvPr/>
          </p:nvSpPr>
          <p:spPr>
            <a:xfrm>
              <a:off x="1881583" y="89996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" name="Hexagon 82">
              <a:extLst>
                <a:ext uri="{FF2B5EF4-FFF2-40B4-BE49-F238E27FC236}">
                  <a16:creationId xmlns:a16="http://schemas.microsoft.com/office/drawing/2014/main" id="{0A8102FF-B53C-4674-975B-7548A8D59B49}"/>
                </a:ext>
              </a:extLst>
            </p:cNvPr>
            <p:cNvSpPr/>
            <p:nvPr/>
          </p:nvSpPr>
          <p:spPr>
            <a:xfrm>
              <a:off x="1881583" y="78309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" name="Hexagon 83">
              <a:extLst>
                <a:ext uri="{FF2B5EF4-FFF2-40B4-BE49-F238E27FC236}">
                  <a16:creationId xmlns:a16="http://schemas.microsoft.com/office/drawing/2014/main" id="{5D087B63-869C-4F18-ABB0-36B2B8D7DCA5}"/>
                </a:ext>
              </a:extLst>
            </p:cNvPr>
            <p:cNvSpPr/>
            <p:nvPr/>
          </p:nvSpPr>
          <p:spPr>
            <a:xfrm>
              <a:off x="1729183" y="107621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5" name="Hexagon 84">
              <a:extLst>
                <a:ext uri="{FF2B5EF4-FFF2-40B4-BE49-F238E27FC236}">
                  <a16:creationId xmlns:a16="http://schemas.microsoft.com/office/drawing/2014/main" id="{4089601B-302E-4E37-A478-5865DE464F7A}"/>
                </a:ext>
              </a:extLst>
            </p:cNvPr>
            <p:cNvSpPr/>
            <p:nvPr/>
          </p:nvSpPr>
          <p:spPr>
            <a:xfrm>
              <a:off x="1729183" y="95601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6" name="Hexagon 85">
              <a:extLst>
                <a:ext uri="{FF2B5EF4-FFF2-40B4-BE49-F238E27FC236}">
                  <a16:creationId xmlns:a16="http://schemas.microsoft.com/office/drawing/2014/main" id="{88252A9A-5A4E-4F58-9DB0-D02CC8D56890}"/>
                </a:ext>
              </a:extLst>
            </p:cNvPr>
            <p:cNvSpPr/>
            <p:nvPr/>
          </p:nvSpPr>
          <p:spPr>
            <a:xfrm>
              <a:off x="1729183" y="83819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" name="Hexagon 86">
              <a:extLst>
                <a:ext uri="{FF2B5EF4-FFF2-40B4-BE49-F238E27FC236}">
                  <a16:creationId xmlns:a16="http://schemas.microsoft.com/office/drawing/2014/main" id="{D156F940-412C-4DF0-83C0-3725F755F5FB}"/>
                </a:ext>
              </a:extLst>
            </p:cNvPr>
            <p:cNvSpPr/>
            <p:nvPr/>
          </p:nvSpPr>
          <p:spPr>
            <a:xfrm>
              <a:off x="2032078" y="95792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" name="Hexagon 87">
              <a:extLst>
                <a:ext uri="{FF2B5EF4-FFF2-40B4-BE49-F238E27FC236}">
                  <a16:creationId xmlns:a16="http://schemas.microsoft.com/office/drawing/2014/main" id="{C2FC0BE9-60DA-4533-B977-9E3884A96400}"/>
                </a:ext>
              </a:extLst>
            </p:cNvPr>
            <p:cNvSpPr/>
            <p:nvPr/>
          </p:nvSpPr>
          <p:spPr>
            <a:xfrm>
              <a:off x="2032078" y="84010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" name="Hexagon 88">
              <a:extLst>
                <a:ext uri="{FF2B5EF4-FFF2-40B4-BE49-F238E27FC236}">
                  <a16:creationId xmlns:a16="http://schemas.microsoft.com/office/drawing/2014/main" id="{09889CD5-555D-4DB2-8D83-C4BA2F797C36}"/>
                </a:ext>
              </a:extLst>
            </p:cNvPr>
            <p:cNvSpPr/>
            <p:nvPr/>
          </p:nvSpPr>
          <p:spPr>
            <a:xfrm>
              <a:off x="2032078" y="72323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" name="Hexagon 89">
              <a:extLst>
                <a:ext uri="{FF2B5EF4-FFF2-40B4-BE49-F238E27FC236}">
                  <a16:creationId xmlns:a16="http://schemas.microsoft.com/office/drawing/2014/main" id="{C0944E18-5598-4B01-8231-075CC7A0258C}"/>
                </a:ext>
              </a:extLst>
            </p:cNvPr>
            <p:cNvSpPr/>
            <p:nvPr/>
          </p:nvSpPr>
          <p:spPr>
            <a:xfrm>
              <a:off x="1271253" y="125238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" name="Hexagon 90">
              <a:extLst>
                <a:ext uri="{FF2B5EF4-FFF2-40B4-BE49-F238E27FC236}">
                  <a16:creationId xmlns:a16="http://schemas.microsoft.com/office/drawing/2014/main" id="{D05177B1-D779-4EAC-9C29-30F452C9F4FA}"/>
                </a:ext>
              </a:extLst>
            </p:cNvPr>
            <p:cNvSpPr/>
            <p:nvPr/>
          </p:nvSpPr>
          <p:spPr>
            <a:xfrm>
              <a:off x="2334020" y="71789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" name="Hexagon 91">
              <a:extLst>
                <a:ext uri="{FF2B5EF4-FFF2-40B4-BE49-F238E27FC236}">
                  <a16:creationId xmlns:a16="http://schemas.microsoft.com/office/drawing/2014/main" id="{C20A4E2B-96F4-455B-A061-00903508BB0A}"/>
                </a:ext>
              </a:extLst>
            </p:cNvPr>
            <p:cNvSpPr/>
            <p:nvPr/>
          </p:nvSpPr>
          <p:spPr>
            <a:xfrm>
              <a:off x="2334020" y="60007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" name="Hexagon 92">
              <a:extLst>
                <a:ext uri="{FF2B5EF4-FFF2-40B4-BE49-F238E27FC236}">
                  <a16:creationId xmlns:a16="http://schemas.microsoft.com/office/drawing/2014/main" id="{259E4D51-85FF-4CF0-8791-42888C7CE59E}"/>
                </a:ext>
              </a:extLst>
            </p:cNvPr>
            <p:cNvSpPr/>
            <p:nvPr/>
          </p:nvSpPr>
          <p:spPr>
            <a:xfrm>
              <a:off x="2334020" y="48225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" name="Hexagon 93">
              <a:extLst>
                <a:ext uri="{FF2B5EF4-FFF2-40B4-BE49-F238E27FC236}">
                  <a16:creationId xmlns:a16="http://schemas.microsoft.com/office/drawing/2014/main" id="{77960FF3-34CB-4EB6-8C78-513837AC9626}"/>
                </a:ext>
              </a:extLst>
            </p:cNvPr>
            <p:cNvSpPr/>
            <p:nvPr/>
          </p:nvSpPr>
          <p:spPr>
            <a:xfrm>
              <a:off x="2181620" y="65612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" name="Hexagon 94">
              <a:extLst>
                <a:ext uri="{FF2B5EF4-FFF2-40B4-BE49-F238E27FC236}">
                  <a16:creationId xmlns:a16="http://schemas.microsoft.com/office/drawing/2014/main" id="{415517FB-B5BA-4302-AF8E-E7CA4174C2DC}"/>
                </a:ext>
              </a:extLst>
            </p:cNvPr>
            <p:cNvSpPr/>
            <p:nvPr/>
          </p:nvSpPr>
          <p:spPr>
            <a:xfrm>
              <a:off x="2181620" y="53830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" name="Hexagon 95">
              <a:extLst>
                <a:ext uri="{FF2B5EF4-FFF2-40B4-BE49-F238E27FC236}">
                  <a16:creationId xmlns:a16="http://schemas.microsoft.com/office/drawing/2014/main" id="{D62125B7-D9D1-4FFE-A878-FC2A6BA334FF}"/>
                </a:ext>
              </a:extLst>
            </p:cNvPr>
            <p:cNvSpPr/>
            <p:nvPr/>
          </p:nvSpPr>
          <p:spPr>
            <a:xfrm>
              <a:off x="2181620" y="42048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" name="Hexagon 96">
              <a:extLst>
                <a:ext uri="{FF2B5EF4-FFF2-40B4-BE49-F238E27FC236}">
                  <a16:creationId xmlns:a16="http://schemas.microsoft.com/office/drawing/2014/main" id="{764798F1-7C4A-4002-BE06-C403CD4B0FDD}"/>
                </a:ext>
              </a:extLst>
            </p:cNvPr>
            <p:cNvSpPr/>
            <p:nvPr/>
          </p:nvSpPr>
          <p:spPr>
            <a:xfrm>
              <a:off x="2484515" y="65803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" name="Hexagon 97">
              <a:extLst>
                <a:ext uri="{FF2B5EF4-FFF2-40B4-BE49-F238E27FC236}">
                  <a16:creationId xmlns:a16="http://schemas.microsoft.com/office/drawing/2014/main" id="{32567272-DD79-4E66-8D53-E631A463634C}"/>
                </a:ext>
              </a:extLst>
            </p:cNvPr>
            <p:cNvSpPr/>
            <p:nvPr/>
          </p:nvSpPr>
          <p:spPr>
            <a:xfrm>
              <a:off x="2484515" y="54021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9" name="Hexagon 98">
              <a:extLst>
                <a:ext uri="{FF2B5EF4-FFF2-40B4-BE49-F238E27FC236}">
                  <a16:creationId xmlns:a16="http://schemas.microsoft.com/office/drawing/2014/main" id="{2BB028FD-D1B3-447D-99C7-FDA5C3F00607}"/>
                </a:ext>
              </a:extLst>
            </p:cNvPr>
            <p:cNvSpPr/>
            <p:nvPr/>
          </p:nvSpPr>
          <p:spPr>
            <a:xfrm>
              <a:off x="2790156" y="65803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" name="Hexagon 99">
              <a:extLst>
                <a:ext uri="{FF2B5EF4-FFF2-40B4-BE49-F238E27FC236}">
                  <a16:creationId xmlns:a16="http://schemas.microsoft.com/office/drawing/2014/main" id="{9F213868-83CF-43FB-9BA3-9758584561C4}"/>
                </a:ext>
              </a:extLst>
            </p:cNvPr>
            <p:cNvSpPr/>
            <p:nvPr/>
          </p:nvSpPr>
          <p:spPr>
            <a:xfrm>
              <a:off x="2637756" y="59626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1" name="Hexagon 100">
              <a:extLst>
                <a:ext uri="{FF2B5EF4-FFF2-40B4-BE49-F238E27FC236}">
                  <a16:creationId xmlns:a16="http://schemas.microsoft.com/office/drawing/2014/main" id="{4842C9F1-9258-4C81-8BF2-6A53C4FC05D3}"/>
                </a:ext>
              </a:extLst>
            </p:cNvPr>
            <p:cNvSpPr/>
            <p:nvPr/>
          </p:nvSpPr>
          <p:spPr>
            <a:xfrm>
              <a:off x="2940651" y="59816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" name="Hexagon 101">
              <a:extLst>
                <a:ext uri="{FF2B5EF4-FFF2-40B4-BE49-F238E27FC236}">
                  <a16:creationId xmlns:a16="http://schemas.microsoft.com/office/drawing/2014/main" id="{2103EEA3-C41F-426B-9EC9-187754D9712C}"/>
                </a:ext>
              </a:extLst>
            </p:cNvPr>
            <p:cNvSpPr/>
            <p:nvPr/>
          </p:nvSpPr>
          <p:spPr>
            <a:xfrm>
              <a:off x="2337719" y="107812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3" name="Hexagon 102">
              <a:extLst>
                <a:ext uri="{FF2B5EF4-FFF2-40B4-BE49-F238E27FC236}">
                  <a16:creationId xmlns:a16="http://schemas.microsoft.com/office/drawing/2014/main" id="{E29B0EF1-AAB3-4FE6-9150-F4924E27A437}"/>
                </a:ext>
              </a:extLst>
            </p:cNvPr>
            <p:cNvSpPr/>
            <p:nvPr/>
          </p:nvSpPr>
          <p:spPr>
            <a:xfrm>
              <a:off x="2337719" y="95792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4" name="Hexagon 103">
              <a:extLst>
                <a:ext uri="{FF2B5EF4-FFF2-40B4-BE49-F238E27FC236}">
                  <a16:creationId xmlns:a16="http://schemas.microsoft.com/office/drawing/2014/main" id="{992C4CCB-3EA6-467A-A02C-2AC54362AFD0}"/>
                </a:ext>
              </a:extLst>
            </p:cNvPr>
            <p:cNvSpPr/>
            <p:nvPr/>
          </p:nvSpPr>
          <p:spPr>
            <a:xfrm>
              <a:off x="2185319" y="101635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5" name="Hexagon 104">
              <a:extLst>
                <a:ext uri="{FF2B5EF4-FFF2-40B4-BE49-F238E27FC236}">
                  <a16:creationId xmlns:a16="http://schemas.microsoft.com/office/drawing/2014/main" id="{01DE432E-2DB2-4E4C-855D-2CADC9EF7FC2}"/>
                </a:ext>
              </a:extLst>
            </p:cNvPr>
            <p:cNvSpPr/>
            <p:nvPr/>
          </p:nvSpPr>
          <p:spPr>
            <a:xfrm>
              <a:off x="2185319" y="89615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6" name="Hexagon 105">
              <a:extLst>
                <a:ext uri="{FF2B5EF4-FFF2-40B4-BE49-F238E27FC236}">
                  <a16:creationId xmlns:a16="http://schemas.microsoft.com/office/drawing/2014/main" id="{E3346ABE-1BFC-4CC5-966D-AE45A236CF39}"/>
                </a:ext>
              </a:extLst>
            </p:cNvPr>
            <p:cNvSpPr/>
            <p:nvPr/>
          </p:nvSpPr>
          <p:spPr>
            <a:xfrm>
              <a:off x="2185319" y="77928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7" name="Hexagon 106">
              <a:extLst>
                <a:ext uri="{FF2B5EF4-FFF2-40B4-BE49-F238E27FC236}">
                  <a16:creationId xmlns:a16="http://schemas.microsoft.com/office/drawing/2014/main" id="{4E001A8F-DCB0-4738-93BA-0B4707894ED0}"/>
                </a:ext>
              </a:extLst>
            </p:cNvPr>
            <p:cNvSpPr/>
            <p:nvPr/>
          </p:nvSpPr>
          <p:spPr>
            <a:xfrm>
              <a:off x="2488214" y="113369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8" name="Hexagon 107">
              <a:extLst>
                <a:ext uri="{FF2B5EF4-FFF2-40B4-BE49-F238E27FC236}">
                  <a16:creationId xmlns:a16="http://schemas.microsoft.com/office/drawing/2014/main" id="{04FF2E95-A1DC-4F81-9A76-2E06B82BC7F7}"/>
                </a:ext>
              </a:extLst>
            </p:cNvPr>
            <p:cNvSpPr/>
            <p:nvPr/>
          </p:nvSpPr>
          <p:spPr>
            <a:xfrm>
              <a:off x="2488214" y="101587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9" name="Hexagon 108">
              <a:extLst>
                <a:ext uri="{FF2B5EF4-FFF2-40B4-BE49-F238E27FC236}">
                  <a16:creationId xmlns:a16="http://schemas.microsoft.com/office/drawing/2014/main" id="{84B60E37-60B3-41CC-85DD-DCA1659F73DA}"/>
                </a:ext>
              </a:extLst>
            </p:cNvPr>
            <p:cNvSpPr/>
            <p:nvPr/>
          </p:nvSpPr>
          <p:spPr>
            <a:xfrm>
              <a:off x="2488214" y="89805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0" name="Hexagon 109">
              <a:extLst>
                <a:ext uri="{FF2B5EF4-FFF2-40B4-BE49-F238E27FC236}">
                  <a16:creationId xmlns:a16="http://schemas.microsoft.com/office/drawing/2014/main" id="{8D45CF9C-5EAC-4E6A-8FB9-AE4848E1F91B}"/>
                </a:ext>
              </a:extLst>
            </p:cNvPr>
            <p:cNvSpPr/>
            <p:nvPr/>
          </p:nvSpPr>
          <p:spPr>
            <a:xfrm>
              <a:off x="2488214" y="78118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1" name="Hexagon 110">
              <a:extLst>
                <a:ext uri="{FF2B5EF4-FFF2-40B4-BE49-F238E27FC236}">
                  <a16:creationId xmlns:a16="http://schemas.microsoft.com/office/drawing/2014/main" id="{AB46D41F-A2C4-4EF6-B110-A6DA15EB3F0B}"/>
                </a:ext>
              </a:extLst>
            </p:cNvPr>
            <p:cNvSpPr/>
            <p:nvPr/>
          </p:nvSpPr>
          <p:spPr>
            <a:xfrm>
              <a:off x="2793855" y="101587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2" name="Hexagon 111">
              <a:extLst>
                <a:ext uri="{FF2B5EF4-FFF2-40B4-BE49-F238E27FC236}">
                  <a16:creationId xmlns:a16="http://schemas.microsoft.com/office/drawing/2014/main" id="{63F5E88E-3392-46F9-8121-DF482D084A31}"/>
                </a:ext>
              </a:extLst>
            </p:cNvPr>
            <p:cNvSpPr/>
            <p:nvPr/>
          </p:nvSpPr>
          <p:spPr>
            <a:xfrm>
              <a:off x="2793855" y="78118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3" name="Hexagon 112">
              <a:extLst>
                <a:ext uri="{FF2B5EF4-FFF2-40B4-BE49-F238E27FC236}">
                  <a16:creationId xmlns:a16="http://schemas.microsoft.com/office/drawing/2014/main" id="{7FB7E553-CE4E-4E98-B8B7-273ECDDEC1F1}"/>
                </a:ext>
              </a:extLst>
            </p:cNvPr>
            <p:cNvSpPr/>
            <p:nvPr/>
          </p:nvSpPr>
          <p:spPr>
            <a:xfrm>
              <a:off x="2641455" y="107192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4" name="Hexagon 113">
              <a:extLst>
                <a:ext uri="{FF2B5EF4-FFF2-40B4-BE49-F238E27FC236}">
                  <a16:creationId xmlns:a16="http://schemas.microsoft.com/office/drawing/2014/main" id="{A5ABEEC8-C993-41F3-AAB8-C58DF29D39ED}"/>
                </a:ext>
              </a:extLst>
            </p:cNvPr>
            <p:cNvSpPr/>
            <p:nvPr/>
          </p:nvSpPr>
          <p:spPr>
            <a:xfrm>
              <a:off x="2641455" y="95410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5" name="Hexagon 114">
              <a:extLst>
                <a:ext uri="{FF2B5EF4-FFF2-40B4-BE49-F238E27FC236}">
                  <a16:creationId xmlns:a16="http://schemas.microsoft.com/office/drawing/2014/main" id="{3453595F-7BEB-41EA-B9B1-277459AA0A52}"/>
                </a:ext>
              </a:extLst>
            </p:cNvPr>
            <p:cNvSpPr/>
            <p:nvPr/>
          </p:nvSpPr>
          <p:spPr>
            <a:xfrm>
              <a:off x="2641455" y="83628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6" name="Hexagon 115">
              <a:extLst>
                <a:ext uri="{FF2B5EF4-FFF2-40B4-BE49-F238E27FC236}">
                  <a16:creationId xmlns:a16="http://schemas.microsoft.com/office/drawing/2014/main" id="{FDE52BDB-216A-49FF-998A-E8FC83A2C1A6}"/>
                </a:ext>
              </a:extLst>
            </p:cNvPr>
            <p:cNvSpPr/>
            <p:nvPr/>
          </p:nvSpPr>
          <p:spPr>
            <a:xfrm>
              <a:off x="2639290" y="71725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7" name="Hexagon 116">
              <a:extLst>
                <a:ext uri="{FF2B5EF4-FFF2-40B4-BE49-F238E27FC236}">
                  <a16:creationId xmlns:a16="http://schemas.microsoft.com/office/drawing/2014/main" id="{5652E6D3-84B2-49FD-A0A7-DE1BB9FD5954}"/>
                </a:ext>
              </a:extLst>
            </p:cNvPr>
            <p:cNvSpPr/>
            <p:nvPr/>
          </p:nvSpPr>
          <p:spPr>
            <a:xfrm>
              <a:off x="2944350" y="95601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8" name="Hexagon 117">
              <a:extLst>
                <a:ext uri="{FF2B5EF4-FFF2-40B4-BE49-F238E27FC236}">
                  <a16:creationId xmlns:a16="http://schemas.microsoft.com/office/drawing/2014/main" id="{45D4D721-D516-4317-AE34-7DE354430BED}"/>
                </a:ext>
              </a:extLst>
            </p:cNvPr>
            <p:cNvSpPr/>
            <p:nvPr/>
          </p:nvSpPr>
          <p:spPr>
            <a:xfrm>
              <a:off x="2944350" y="8381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9" name="Hexagon 118">
              <a:extLst>
                <a:ext uri="{FF2B5EF4-FFF2-40B4-BE49-F238E27FC236}">
                  <a16:creationId xmlns:a16="http://schemas.microsoft.com/office/drawing/2014/main" id="{79E47372-3D07-4A1A-BCAE-48CB491971CC}"/>
                </a:ext>
              </a:extLst>
            </p:cNvPr>
            <p:cNvSpPr/>
            <p:nvPr/>
          </p:nvSpPr>
          <p:spPr>
            <a:xfrm>
              <a:off x="2944350" y="72132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0" name="Hexagon 119">
              <a:extLst>
                <a:ext uri="{FF2B5EF4-FFF2-40B4-BE49-F238E27FC236}">
                  <a16:creationId xmlns:a16="http://schemas.microsoft.com/office/drawing/2014/main" id="{5BC1635D-0D66-41E2-94AE-E32E0300EFE8}"/>
                </a:ext>
              </a:extLst>
            </p:cNvPr>
            <p:cNvSpPr/>
            <p:nvPr/>
          </p:nvSpPr>
          <p:spPr>
            <a:xfrm>
              <a:off x="3094819" y="101363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1" name="Hexagon 120">
              <a:extLst>
                <a:ext uri="{FF2B5EF4-FFF2-40B4-BE49-F238E27FC236}">
                  <a16:creationId xmlns:a16="http://schemas.microsoft.com/office/drawing/2014/main" id="{BE700522-4994-41B0-8A47-ACE64661258D}"/>
                </a:ext>
              </a:extLst>
            </p:cNvPr>
            <p:cNvSpPr/>
            <p:nvPr/>
          </p:nvSpPr>
          <p:spPr>
            <a:xfrm>
              <a:off x="3094819" y="89581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2" name="Hexagon 121">
              <a:extLst>
                <a:ext uri="{FF2B5EF4-FFF2-40B4-BE49-F238E27FC236}">
                  <a16:creationId xmlns:a16="http://schemas.microsoft.com/office/drawing/2014/main" id="{EB614465-5ABE-4D08-AC24-B1313365B59D}"/>
                </a:ext>
              </a:extLst>
            </p:cNvPr>
            <p:cNvSpPr/>
            <p:nvPr/>
          </p:nvSpPr>
          <p:spPr>
            <a:xfrm>
              <a:off x="3094819" y="77799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3" name="Hexagon 122">
              <a:extLst>
                <a:ext uri="{FF2B5EF4-FFF2-40B4-BE49-F238E27FC236}">
                  <a16:creationId xmlns:a16="http://schemas.microsoft.com/office/drawing/2014/main" id="{A2AA70FE-2727-4F88-9A5A-FB86A955B90B}"/>
                </a:ext>
              </a:extLst>
            </p:cNvPr>
            <p:cNvSpPr/>
            <p:nvPr/>
          </p:nvSpPr>
          <p:spPr>
            <a:xfrm>
              <a:off x="3094188" y="137148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" name="Hexagon 123">
              <a:extLst>
                <a:ext uri="{FF2B5EF4-FFF2-40B4-BE49-F238E27FC236}">
                  <a16:creationId xmlns:a16="http://schemas.microsoft.com/office/drawing/2014/main" id="{B1AB79CE-F969-465A-A4CB-471F143180D1}"/>
                </a:ext>
              </a:extLst>
            </p:cNvPr>
            <p:cNvSpPr/>
            <p:nvPr/>
          </p:nvSpPr>
          <p:spPr>
            <a:xfrm>
              <a:off x="3098518" y="125366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" name="Hexagon 124">
              <a:extLst>
                <a:ext uri="{FF2B5EF4-FFF2-40B4-BE49-F238E27FC236}">
                  <a16:creationId xmlns:a16="http://schemas.microsoft.com/office/drawing/2014/main" id="{EE78177E-88AD-406B-BCFD-FAD267607898}"/>
                </a:ext>
              </a:extLst>
            </p:cNvPr>
            <p:cNvSpPr/>
            <p:nvPr/>
          </p:nvSpPr>
          <p:spPr>
            <a:xfrm>
              <a:off x="3400460" y="113145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" name="Hexagon 125">
              <a:extLst>
                <a:ext uri="{FF2B5EF4-FFF2-40B4-BE49-F238E27FC236}">
                  <a16:creationId xmlns:a16="http://schemas.microsoft.com/office/drawing/2014/main" id="{1D238203-8933-467D-ABD6-81E75379B40A}"/>
                </a:ext>
              </a:extLst>
            </p:cNvPr>
            <p:cNvSpPr/>
            <p:nvPr/>
          </p:nvSpPr>
          <p:spPr>
            <a:xfrm>
              <a:off x="3400460" y="89581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" name="Hexagon 126">
              <a:extLst>
                <a:ext uri="{FF2B5EF4-FFF2-40B4-BE49-F238E27FC236}">
                  <a16:creationId xmlns:a16="http://schemas.microsoft.com/office/drawing/2014/main" id="{120E2FDC-8F6E-432B-8039-CB1B44EC4FE9}"/>
                </a:ext>
              </a:extLst>
            </p:cNvPr>
            <p:cNvSpPr/>
            <p:nvPr/>
          </p:nvSpPr>
          <p:spPr>
            <a:xfrm>
              <a:off x="3248060" y="95186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" name="Hexagon 127">
              <a:extLst>
                <a:ext uri="{FF2B5EF4-FFF2-40B4-BE49-F238E27FC236}">
                  <a16:creationId xmlns:a16="http://schemas.microsoft.com/office/drawing/2014/main" id="{9532939C-92BE-4503-9E91-40D9419B7B04}"/>
                </a:ext>
              </a:extLst>
            </p:cNvPr>
            <p:cNvSpPr/>
            <p:nvPr/>
          </p:nvSpPr>
          <p:spPr>
            <a:xfrm>
              <a:off x="3248060" y="83404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" name="Hexagon 128">
              <a:extLst>
                <a:ext uri="{FF2B5EF4-FFF2-40B4-BE49-F238E27FC236}">
                  <a16:creationId xmlns:a16="http://schemas.microsoft.com/office/drawing/2014/main" id="{EDECB26E-0AB0-4DC8-A421-E792D5BB4B80}"/>
                </a:ext>
              </a:extLst>
            </p:cNvPr>
            <p:cNvSpPr/>
            <p:nvPr/>
          </p:nvSpPr>
          <p:spPr>
            <a:xfrm>
              <a:off x="3248060" y="71717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" name="Hexagon 129">
              <a:extLst>
                <a:ext uri="{FF2B5EF4-FFF2-40B4-BE49-F238E27FC236}">
                  <a16:creationId xmlns:a16="http://schemas.microsoft.com/office/drawing/2014/main" id="{C789A73C-27E1-4EAA-98AD-A37306F605A2}"/>
                </a:ext>
              </a:extLst>
            </p:cNvPr>
            <p:cNvSpPr/>
            <p:nvPr/>
          </p:nvSpPr>
          <p:spPr>
            <a:xfrm>
              <a:off x="3707896" y="89797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1" name="Hexagon 130">
              <a:extLst>
                <a:ext uri="{FF2B5EF4-FFF2-40B4-BE49-F238E27FC236}">
                  <a16:creationId xmlns:a16="http://schemas.microsoft.com/office/drawing/2014/main" id="{809E3AAD-638D-4AAE-AB6E-49B464CAD63D}"/>
                </a:ext>
              </a:extLst>
            </p:cNvPr>
            <p:cNvSpPr/>
            <p:nvPr/>
          </p:nvSpPr>
          <p:spPr>
            <a:xfrm>
              <a:off x="2792269" y="125199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2" name="Hexagon 131">
              <a:extLst>
                <a:ext uri="{FF2B5EF4-FFF2-40B4-BE49-F238E27FC236}">
                  <a16:creationId xmlns:a16="http://schemas.microsoft.com/office/drawing/2014/main" id="{EE99CF4F-D917-457C-9EA8-356A351F1EE0}"/>
                </a:ext>
              </a:extLst>
            </p:cNvPr>
            <p:cNvSpPr/>
            <p:nvPr/>
          </p:nvSpPr>
          <p:spPr>
            <a:xfrm>
              <a:off x="3706736" y="101490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" name="Hexagon 132">
              <a:extLst>
                <a:ext uri="{FF2B5EF4-FFF2-40B4-BE49-F238E27FC236}">
                  <a16:creationId xmlns:a16="http://schemas.microsoft.com/office/drawing/2014/main" id="{DEB2D59A-46E7-4344-B906-EF0C724212F2}"/>
                </a:ext>
              </a:extLst>
            </p:cNvPr>
            <p:cNvSpPr/>
            <p:nvPr/>
          </p:nvSpPr>
          <p:spPr>
            <a:xfrm>
              <a:off x="2947070" y="119189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" name="Hexagon 133">
              <a:extLst>
                <a:ext uri="{FF2B5EF4-FFF2-40B4-BE49-F238E27FC236}">
                  <a16:creationId xmlns:a16="http://schemas.microsoft.com/office/drawing/2014/main" id="{10F0900C-3A9F-47CC-AE6E-A88C24C80E86}"/>
                </a:ext>
              </a:extLst>
            </p:cNvPr>
            <p:cNvSpPr/>
            <p:nvPr/>
          </p:nvSpPr>
          <p:spPr>
            <a:xfrm>
              <a:off x="3404159" y="137148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5" name="Hexagon 134">
              <a:extLst>
                <a:ext uri="{FF2B5EF4-FFF2-40B4-BE49-F238E27FC236}">
                  <a16:creationId xmlns:a16="http://schemas.microsoft.com/office/drawing/2014/main" id="{03C33831-B7E1-4D3D-B79B-097CEB0A52AD}"/>
                </a:ext>
              </a:extLst>
            </p:cNvPr>
            <p:cNvSpPr/>
            <p:nvPr/>
          </p:nvSpPr>
          <p:spPr>
            <a:xfrm>
              <a:off x="3404159" y="125461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6" name="Hexagon 135">
              <a:extLst>
                <a:ext uri="{FF2B5EF4-FFF2-40B4-BE49-F238E27FC236}">
                  <a16:creationId xmlns:a16="http://schemas.microsoft.com/office/drawing/2014/main" id="{9149915F-B12F-42C5-9C29-2D1B11074DE1}"/>
                </a:ext>
              </a:extLst>
            </p:cNvPr>
            <p:cNvSpPr/>
            <p:nvPr/>
          </p:nvSpPr>
          <p:spPr>
            <a:xfrm>
              <a:off x="3249594" y="142753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" name="Hexagon 136">
              <a:extLst>
                <a:ext uri="{FF2B5EF4-FFF2-40B4-BE49-F238E27FC236}">
                  <a16:creationId xmlns:a16="http://schemas.microsoft.com/office/drawing/2014/main" id="{D8C4131A-E4BF-4BBA-856D-A8B4CD139D34}"/>
                </a:ext>
              </a:extLst>
            </p:cNvPr>
            <p:cNvSpPr/>
            <p:nvPr/>
          </p:nvSpPr>
          <p:spPr>
            <a:xfrm>
              <a:off x="3249594" y="130971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" name="Hexagon 137">
              <a:extLst>
                <a:ext uri="{FF2B5EF4-FFF2-40B4-BE49-F238E27FC236}">
                  <a16:creationId xmlns:a16="http://schemas.microsoft.com/office/drawing/2014/main" id="{C4840959-A2B0-41B3-93C9-514AF76D884E}"/>
                </a:ext>
              </a:extLst>
            </p:cNvPr>
            <p:cNvSpPr/>
            <p:nvPr/>
          </p:nvSpPr>
          <p:spPr>
            <a:xfrm>
              <a:off x="3251759" y="119284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9" name="Hexagon 138">
              <a:extLst>
                <a:ext uri="{FF2B5EF4-FFF2-40B4-BE49-F238E27FC236}">
                  <a16:creationId xmlns:a16="http://schemas.microsoft.com/office/drawing/2014/main" id="{4FAD1368-5F38-401B-BFE2-83195F3A4A33}"/>
                </a:ext>
              </a:extLst>
            </p:cNvPr>
            <p:cNvSpPr/>
            <p:nvPr/>
          </p:nvSpPr>
          <p:spPr>
            <a:xfrm>
              <a:off x="3558984" y="155158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" name="Hexagon 139">
              <a:extLst>
                <a:ext uri="{FF2B5EF4-FFF2-40B4-BE49-F238E27FC236}">
                  <a16:creationId xmlns:a16="http://schemas.microsoft.com/office/drawing/2014/main" id="{F9BBC25F-3930-4D04-96EC-D4E023ECA91F}"/>
                </a:ext>
              </a:extLst>
            </p:cNvPr>
            <p:cNvSpPr/>
            <p:nvPr/>
          </p:nvSpPr>
          <p:spPr>
            <a:xfrm>
              <a:off x="3554654" y="142943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" name="Hexagon 140">
              <a:extLst>
                <a:ext uri="{FF2B5EF4-FFF2-40B4-BE49-F238E27FC236}">
                  <a16:creationId xmlns:a16="http://schemas.microsoft.com/office/drawing/2014/main" id="{D12AE37C-5B83-4754-B933-357CE5B834FA}"/>
                </a:ext>
              </a:extLst>
            </p:cNvPr>
            <p:cNvSpPr/>
            <p:nvPr/>
          </p:nvSpPr>
          <p:spPr>
            <a:xfrm>
              <a:off x="3554654" y="131161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2" name="Hexagon 141">
              <a:extLst>
                <a:ext uri="{FF2B5EF4-FFF2-40B4-BE49-F238E27FC236}">
                  <a16:creationId xmlns:a16="http://schemas.microsoft.com/office/drawing/2014/main" id="{F90D53F9-D92C-43BB-A8EF-1D8EF3BAF1AB}"/>
                </a:ext>
              </a:extLst>
            </p:cNvPr>
            <p:cNvSpPr/>
            <p:nvPr/>
          </p:nvSpPr>
          <p:spPr>
            <a:xfrm>
              <a:off x="3554654" y="119474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" name="Hexagon 142">
              <a:extLst>
                <a:ext uri="{FF2B5EF4-FFF2-40B4-BE49-F238E27FC236}">
                  <a16:creationId xmlns:a16="http://schemas.microsoft.com/office/drawing/2014/main" id="{2DB8B19C-EEDF-40A1-AFA3-67077ACB7928}"/>
                </a:ext>
              </a:extLst>
            </p:cNvPr>
            <p:cNvSpPr/>
            <p:nvPr/>
          </p:nvSpPr>
          <p:spPr>
            <a:xfrm>
              <a:off x="3860295" y="142943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" name="Hexagon 143">
              <a:extLst>
                <a:ext uri="{FF2B5EF4-FFF2-40B4-BE49-F238E27FC236}">
                  <a16:creationId xmlns:a16="http://schemas.microsoft.com/office/drawing/2014/main" id="{FDD8B687-BF42-48DC-9C93-7B984BA3DA84}"/>
                </a:ext>
              </a:extLst>
            </p:cNvPr>
            <p:cNvSpPr/>
            <p:nvPr/>
          </p:nvSpPr>
          <p:spPr>
            <a:xfrm>
              <a:off x="3860295" y="131161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" name="Hexagon 144">
              <a:extLst>
                <a:ext uri="{FF2B5EF4-FFF2-40B4-BE49-F238E27FC236}">
                  <a16:creationId xmlns:a16="http://schemas.microsoft.com/office/drawing/2014/main" id="{B26029A8-8479-4D42-8093-02310FA458E1}"/>
                </a:ext>
              </a:extLst>
            </p:cNvPr>
            <p:cNvSpPr/>
            <p:nvPr/>
          </p:nvSpPr>
          <p:spPr>
            <a:xfrm>
              <a:off x="3860295" y="119474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6" name="Hexagon 145">
              <a:extLst>
                <a:ext uri="{FF2B5EF4-FFF2-40B4-BE49-F238E27FC236}">
                  <a16:creationId xmlns:a16="http://schemas.microsoft.com/office/drawing/2014/main" id="{A3E10C49-5379-42FB-9E28-74AA68A87C96}"/>
                </a:ext>
              </a:extLst>
            </p:cNvPr>
            <p:cNvSpPr/>
            <p:nvPr/>
          </p:nvSpPr>
          <p:spPr>
            <a:xfrm>
              <a:off x="3707895" y="148548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7" name="Hexagon 146">
              <a:extLst>
                <a:ext uri="{FF2B5EF4-FFF2-40B4-BE49-F238E27FC236}">
                  <a16:creationId xmlns:a16="http://schemas.microsoft.com/office/drawing/2014/main" id="{40A708F7-7749-42C4-AC7B-A16F2BE7EE52}"/>
                </a:ext>
              </a:extLst>
            </p:cNvPr>
            <p:cNvSpPr/>
            <p:nvPr/>
          </p:nvSpPr>
          <p:spPr>
            <a:xfrm>
              <a:off x="3707895" y="136766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8" name="Hexagon 147">
              <a:extLst>
                <a:ext uri="{FF2B5EF4-FFF2-40B4-BE49-F238E27FC236}">
                  <a16:creationId xmlns:a16="http://schemas.microsoft.com/office/drawing/2014/main" id="{58E00607-C19B-4CF0-ACEE-6C017A799C28}"/>
                </a:ext>
              </a:extLst>
            </p:cNvPr>
            <p:cNvSpPr/>
            <p:nvPr/>
          </p:nvSpPr>
          <p:spPr>
            <a:xfrm>
              <a:off x="3707895" y="124984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9" name="Hexagon 148">
              <a:extLst>
                <a:ext uri="{FF2B5EF4-FFF2-40B4-BE49-F238E27FC236}">
                  <a16:creationId xmlns:a16="http://schemas.microsoft.com/office/drawing/2014/main" id="{A2F377CF-CAF6-4CEC-9DFE-0344B8BC9877}"/>
                </a:ext>
              </a:extLst>
            </p:cNvPr>
            <p:cNvSpPr/>
            <p:nvPr/>
          </p:nvSpPr>
          <p:spPr>
            <a:xfrm>
              <a:off x="3707895" y="113298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" name="Hexagon 149">
              <a:extLst>
                <a:ext uri="{FF2B5EF4-FFF2-40B4-BE49-F238E27FC236}">
                  <a16:creationId xmlns:a16="http://schemas.microsoft.com/office/drawing/2014/main" id="{4A108FA5-97CF-4D2A-8912-1F28D4B06FC8}"/>
                </a:ext>
              </a:extLst>
            </p:cNvPr>
            <p:cNvSpPr/>
            <p:nvPr/>
          </p:nvSpPr>
          <p:spPr>
            <a:xfrm>
              <a:off x="4010790" y="136957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" name="Hexagon 150">
              <a:extLst>
                <a:ext uri="{FF2B5EF4-FFF2-40B4-BE49-F238E27FC236}">
                  <a16:creationId xmlns:a16="http://schemas.microsoft.com/office/drawing/2014/main" id="{0972A8A0-460A-4D13-B6C8-20E569BC06A9}"/>
                </a:ext>
              </a:extLst>
            </p:cNvPr>
            <p:cNvSpPr/>
            <p:nvPr/>
          </p:nvSpPr>
          <p:spPr>
            <a:xfrm>
              <a:off x="2942740" y="143538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" name="Hexagon 151">
              <a:extLst>
                <a:ext uri="{FF2B5EF4-FFF2-40B4-BE49-F238E27FC236}">
                  <a16:creationId xmlns:a16="http://schemas.microsoft.com/office/drawing/2014/main" id="{79AABFD4-3638-4E25-B2CA-107033EF3E19}"/>
                </a:ext>
              </a:extLst>
            </p:cNvPr>
            <p:cNvSpPr/>
            <p:nvPr/>
          </p:nvSpPr>
          <p:spPr>
            <a:xfrm>
              <a:off x="2790080" y="137401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3" name="Hexagon 152">
              <a:extLst>
                <a:ext uri="{FF2B5EF4-FFF2-40B4-BE49-F238E27FC236}">
                  <a16:creationId xmlns:a16="http://schemas.microsoft.com/office/drawing/2014/main" id="{E3109694-AE32-45C6-8A27-CE58411917DD}"/>
                </a:ext>
              </a:extLst>
            </p:cNvPr>
            <p:cNvSpPr/>
            <p:nvPr/>
          </p:nvSpPr>
          <p:spPr>
            <a:xfrm>
              <a:off x="3396761" y="65803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4" name="Hexagon 153">
              <a:extLst>
                <a:ext uri="{FF2B5EF4-FFF2-40B4-BE49-F238E27FC236}">
                  <a16:creationId xmlns:a16="http://schemas.microsoft.com/office/drawing/2014/main" id="{76B24271-536C-4F33-9187-4C6F1DB7AC09}"/>
                </a:ext>
              </a:extLst>
            </p:cNvPr>
            <p:cNvSpPr/>
            <p:nvPr/>
          </p:nvSpPr>
          <p:spPr>
            <a:xfrm>
              <a:off x="3244361" y="59626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5" name="Hexagon 154">
              <a:extLst>
                <a:ext uri="{FF2B5EF4-FFF2-40B4-BE49-F238E27FC236}">
                  <a16:creationId xmlns:a16="http://schemas.microsoft.com/office/drawing/2014/main" id="{94F98839-E295-4E5B-A8D0-8ED285B787C5}"/>
                </a:ext>
              </a:extLst>
            </p:cNvPr>
            <p:cNvSpPr/>
            <p:nvPr/>
          </p:nvSpPr>
          <p:spPr>
            <a:xfrm>
              <a:off x="3547256" y="59816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6" name="Hexagon 155">
              <a:extLst>
                <a:ext uri="{FF2B5EF4-FFF2-40B4-BE49-F238E27FC236}">
                  <a16:creationId xmlns:a16="http://schemas.microsoft.com/office/drawing/2014/main" id="{CBC7BB8B-FFB0-4D65-973C-C01FF6C56596}"/>
                </a:ext>
              </a:extLst>
            </p:cNvPr>
            <p:cNvSpPr/>
            <p:nvPr/>
          </p:nvSpPr>
          <p:spPr>
            <a:xfrm>
              <a:off x="3400460" y="78118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7" name="Hexagon 156">
              <a:extLst>
                <a:ext uri="{FF2B5EF4-FFF2-40B4-BE49-F238E27FC236}">
                  <a16:creationId xmlns:a16="http://schemas.microsoft.com/office/drawing/2014/main" id="{52999B45-712A-4FEC-942D-9E1AE10F584C}"/>
                </a:ext>
              </a:extLst>
            </p:cNvPr>
            <p:cNvSpPr/>
            <p:nvPr/>
          </p:nvSpPr>
          <p:spPr>
            <a:xfrm>
              <a:off x="3550955" y="72132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" name="Hexagon 157">
              <a:extLst>
                <a:ext uri="{FF2B5EF4-FFF2-40B4-BE49-F238E27FC236}">
                  <a16:creationId xmlns:a16="http://schemas.microsoft.com/office/drawing/2014/main" id="{89C805B8-C326-4A2C-8A74-999F9D2319BE}"/>
                </a:ext>
              </a:extLst>
            </p:cNvPr>
            <p:cNvSpPr/>
            <p:nvPr/>
          </p:nvSpPr>
          <p:spPr>
            <a:xfrm>
              <a:off x="3701424" y="66112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" name="Hexagon 158">
              <a:extLst>
                <a:ext uri="{FF2B5EF4-FFF2-40B4-BE49-F238E27FC236}">
                  <a16:creationId xmlns:a16="http://schemas.microsoft.com/office/drawing/2014/main" id="{006E7CF2-AB25-45E4-8747-ECD39911CC91}"/>
                </a:ext>
              </a:extLst>
            </p:cNvPr>
            <p:cNvSpPr/>
            <p:nvPr/>
          </p:nvSpPr>
          <p:spPr>
            <a:xfrm>
              <a:off x="3402625" y="161015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" name="Hexagon 159">
              <a:extLst>
                <a:ext uri="{FF2B5EF4-FFF2-40B4-BE49-F238E27FC236}">
                  <a16:creationId xmlns:a16="http://schemas.microsoft.com/office/drawing/2014/main" id="{08FC572E-E6AF-4D4B-849C-62572B0FC9F1}"/>
                </a:ext>
              </a:extLst>
            </p:cNvPr>
            <p:cNvSpPr/>
            <p:nvPr/>
          </p:nvSpPr>
          <p:spPr>
            <a:xfrm>
              <a:off x="3404159" y="173331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" name="Hexagon 160">
              <a:extLst>
                <a:ext uri="{FF2B5EF4-FFF2-40B4-BE49-F238E27FC236}">
                  <a16:creationId xmlns:a16="http://schemas.microsoft.com/office/drawing/2014/main" id="{7DC24E95-F253-4EB6-8D26-46E8D5754DCE}"/>
                </a:ext>
              </a:extLst>
            </p:cNvPr>
            <p:cNvSpPr/>
            <p:nvPr/>
          </p:nvSpPr>
          <p:spPr>
            <a:xfrm>
              <a:off x="3554654" y="179031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2" name="Hexagon 161">
              <a:extLst>
                <a:ext uri="{FF2B5EF4-FFF2-40B4-BE49-F238E27FC236}">
                  <a16:creationId xmlns:a16="http://schemas.microsoft.com/office/drawing/2014/main" id="{69CECFEE-BCD3-488E-A3DA-9FE02AC2214C}"/>
                </a:ext>
              </a:extLst>
            </p:cNvPr>
            <p:cNvSpPr/>
            <p:nvPr/>
          </p:nvSpPr>
          <p:spPr>
            <a:xfrm>
              <a:off x="3554654" y="167344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3" name="Hexagon 162">
              <a:extLst>
                <a:ext uri="{FF2B5EF4-FFF2-40B4-BE49-F238E27FC236}">
                  <a16:creationId xmlns:a16="http://schemas.microsoft.com/office/drawing/2014/main" id="{0B19675C-587F-428F-A580-564B1B7EA695}"/>
                </a:ext>
              </a:extLst>
            </p:cNvPr>
            <p:cNvSpPr/>
            <p:nvPr/>
          </p:nvSpPr>
          <p:spPr>
            <a:xfrm>
              <a:off x="3710059" y="196418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4" name="Hexagon 163">
              <a:extLst>
                <a:ext uri="{FF2B5EF4-FFF2-40B4-BE49-F238E27FC236}">
                  <a16:creationId xmlns:a16="http://schemas.microsoft.com/office/drawing/2014/main" id="{83F138C0-B4A1-425B-8FC9-783460350895}"/>
                </a:ext>
              </a:extLst>
            </p:cNvPr>
            <p:cNvSpPr/>
            <p:nvPr/>
          </p:nvSpPr>
          <p:spPr>
            <a:xfrm>
              <a:off x="3707895" y="184636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5" name="Hexagon 164">
              <a:extLst>
                <a:ext uri="{FF2B5EF4-FFF2-40B4-BE49-F238E27FC236}">
                  <a16:creationId xmlns:a16="http://schemas.microsoft.com/office/drawing/2014/main" id="{E6726CD8-7AA4-48EC-89EF-9A69944CA854}"/>
                </a:ext>
              </a:extLst>
            </p:cNvPr>
            <p:cNvSpPr/>
            <p:nvPr/>
          </p:nvSpPr>
          <p:spPr>
            <a:xfrm>
              <a:off x="3707895" y="172854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6" name="Hexagon 165">
              <a:extLst>
                <a:ext uri="{FF2B5EF4-FFF2-40B4-BE49-F238E27FC236}">
                  <a16:creationId xmlns:a16="http://schemas.microsoft.com/office/drawing/2014/main" id="{6C98FAF4-0A9F-49CA-91F7-D4F8D33FBB88}"/>
                </a:ext>
              </a:extLst>
            </p:cNvPr>
            <p:cNvSpPr/>
            <p:nvPr/>
          </p:nvSpPr>
          <p:spPr>
            <a:xfrm>
              <a:off x="3860295" y="190813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7" name="Hexagon 166">
              <a:extLst>
                <a:ext uri="{FF2B5EF4-FFF2-40B4-BE49-F238E27FC236}">
                  <a16:creationId xmlns:a16="http://schemas.microsoft.com/office/drawing/2014/main" id="{9D014201-9255-4E53-B935-9BF1BA639EB5}"/>
                </a:ext>
              </a:extLst>
            </p:cNvPr>
            <p:cNvSpPr/>
            <p:nvPr/>
          </p:nvSpPr>
          <p:spPr>
            <a:xfrm>
              <a:off x="4010790" y="19660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8" name="Hexagon 167">
              <a:extLst>
                <a:ext uri="{FF2B5EF4-FFF2-40B4-BE49-F238E27FC236}">
                  <a16:creationId xmlns:a16="http://schemas.microsoft.com/office/drawing/2014/main" id="{ABF01EA5-4FB0-4153-BFA5-721AF83E0297}"/>
                </a:ext>
              </a:extLst>
            </p:cNvPr>
            <p:cNvSpPr/>
            <p:nvPr/>
          </p:nvSpPr>
          <p:spPr>
            <a:xfrm>
              <a:off x="4010790" y="184827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9" name="Hexagon 168">
              <a:extLst>
                <a:ext uri="{FF2B5EF4-FFF2-40B4-BE49-F238E27FC236}">
                  <a16:creationId xmlns:a16="http://schemas.microsoft.com/office/drawing/2014/main" id="{C270D713-4185-46E7-ABE9-27631EB5D6DF}"/>
                </a:ext>
              </a:extLst>
            </p:cNvPr>
            <p:cNvSpPr/>
            <p:nvPr/>
          </p:nvSpPr>
          <p:spPr>
            <a:xfrm>
              <a:off x="4010790" y="173045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0" name="Hexagon 169">
              <a:extLst>
                <a:ext uri="{FF2B5EF4-FFF2-40B4-BE49-F238E27FC236}">
                  <a16:creationId xmlns:a16="http://schemas.microsoft.com/office/drawing/2014/main" id="{C9698ADF-4436-4340-B914-228F7A5B7191}"/>
                </a:ext>
              </a:extLst>
            </p:cNvPr>
            <p:cNvSpPr/>
            <p:nvPr/>
          </p:nvSpPr>
          <p:spPr>
            <a:xfrm>
              <a:off x="4164031" y="190432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1" name="Hexagon 170">
              <a:extLst>
                <a:ext uri="{FF2B5EF4-FFF2-40B4-BE49-F238E27FC236}">
                  <a16:creationId xmlns:a16="http://schemas.microsoft.com/office/drawing/2014/main" id="{611BE618-E1B4-4708-9305-80848475AF61}"/>
                </a:ext>
              </a:extLst>
            </p:cNvPr>
            <p:cNvSpPr/>
            <p:nvPr/>
          </p:nvSpPr>
          <p:spPr>
            <a:xfrm>
              <a:off x="4164031" y="178650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2" name="Hexagon 171">
              <a:extLst>
                <a:ext uri="{FF2B5EF4-FFF2-40B4-BE49-F238E27FC236}">
                  <a16:creationId xmlns:a16="http://schemas.microsoft.com/office/drawing/2014/main" id="{87FC6BED-62D1-4416-9EFB-F4BDD2569472}"/>
                </a:ext>
              </a:extLst>
            </p:cNvPr>
            <p:cNvSpPr/>
            <p:nvPr/>
          </p:nvSpPr>
          <p:spPr>
            <a:xfrm>
              <a:off x="4164031" y="166868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3" name="Hexagon 172">
              <a:extLst>
                <a:ext uri="{FF2B5EF4-FFF2-40B4-BE49-F238E27FC236}">
                  <a16:creationId xmlns:a16="http://schemas.microsoft.com/office/drawing/2014/main" id="{41186576-0594-49D7-B996-508DF43ADFA3}"/>
                </a:ext>
              </a:extLst>
            </p:cNvPr>
            <p:cNvSpPr/>
            <p:nvPr/>
          </p:nvSpPr>
          <p:spPr>
            <a:xfrm>
              <a:off x="4164031" y="155181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4" name="Hexagon 173">
              <a:extLst>
                <a:ext uri="{FF2B5EF4-FFF2-40B4-BE49-F238E27FC236}">
                  <a16:creationId xmlns:a16="http://schemas.microsoft.com/office/drawing/2014/main" id="{B60C9B1A-7744-47E6-9B9A-10301BA06F1D}"/>
                </a:ext>
              </a:extLst>
            </p:cNvPr>
            <p:cNvSpPr/>
            <p:nvPr/>
          </p:nvSpPr>
          <p:spPr>
            <a:xfrm>
              <a:off x="3707895" y="208331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5" name="Hexagon 174">
              <a:extLst>
                <a:ext uri="{FF2B5EF4-FFF2-40B4-BE49-F238E27FC236}">
                  <a16:creationId xmlns:a16="http://schemas.microsoft.com/office/drawing/2014/main" id="{C1EB4AC7-FA56-4595-A5C5-8A76762B1B1D}"/>
                </a:ext>
              </a:extLst>
            </p:cNvPr>
            <p:cNvSpPr/>
            <p:nvPr/>
          </p:nvSpPr>
          <p:spPr>
            <a:xfrm>
              <a:off x="3862089" y="226348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6" name="Hexagon 175">
              <a:extLst>
                <a:ext uri="{FF2B5EF4-FFF2-40B4-BE49-F238E27FC236}">
                  <a16:creationId xmlns:a16="http://schemas.microsoft.com/office/drawing/2014/main" id="{B3C39DAF-CB77-4500-ABA5-2EDE3C6344C6}"/>
                </a:ext>
              </a:extLst>
            </p:cNvPr>
            <p:cNvSpPr/>
            <p:nvPr/>
          </p:nvSpPr>
          <p:spPr>
            <a:xfrm>
              <a:off x="3862089" y="214661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7" name="Hexagon 176">
              <a:extLst>
                <a:ext uri="{FF2B5EF4-FFF2-40B4-BE49-F238E27FC236}">
                  <a16:creationId xmlns:a16="http://schemas.microsoft.com/office/drawing/2014/main" id="{B3C1073B-11A9-44C1-979C-6F8D75BB02EA}"/>
                </a:ext>
              </a:extLst>
            </p:cNvPr>
            <p:cNvSpPr/>
            <p:nvPr/>
          </p:nvSpPr>
          <p:spPr>
            <a:xfrm>
              <a:off x="4015114" y="243951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8" name="Hexagon 177">
              <a:extLst>
                <a:ext uri="{FF2B5EF4-FFF2-40B4-BE49-F238E27FC236}">
                  <a16:creationId xmlns:a16="http://schemas.microsoft.com/office/drawing/2014/main" id="{92EB427F-DE36-4BE2-92A3-BBA620A415B6}"/>
                </a:ext>
              </a:extLst>
            </p:cNvPr>
            <p:cNvSpPr/>
            <p:nvPr/>
          </p:nvSpPr>
          <p:spPr>
            <a:xfrm>
              <a:off x="4015330" y="220171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9" name="Hexagon 178">
              <a:extLst>
                <a:ext uri="{FF2B5EF4-FFF2-40B4-BE49-F238E27FC236}">
                  <a16:creationId xmlns:a16="http://schemas.microsoft.com/office/drawing/2014/main" id="{8EBE1F66-ECCA-4594-8E41-CF3549FBB6F6}"/>
                </a:ext>
              </a:extLst>
            </p:cNvPr>
            <p:cNvSpPr/>
            <p:nvPr/>
          </p:nvSpPr>
          <p:spPr>
            <a:xfrm>
              <a:off x="4166571" y="142753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0" name="Hexagon 179">
              <a:extLst>
                <a:ext uri="{FF2B5EF4-FFF2-40B4-BE49-F238E27FC236}">
                  <a16:creationId xmlns:a16="http://schemas.microsoft.com/office/drawing/2014/main" id="{D90163C4-8096-4104-94F8-55109B219B31}"/>
                </a:ext>
              </a:extLst>
            </p:cNvPr>
            <p:cNvSpPr/>
            <p:nvPr/>
          </p:nvSpPr>
          <p:spPr>
            <a:xfrm>
              <a:off x="4317066" y="14873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1" name="Hexagon 180">
              <a:extLst>
                <a:ext uri="{FF2B5EF4-FFF2-40B4-BE49-F238E27FC236}">
                  <a16:creationId xmlns:a16="http://schemas.microsoft.com/office/drawing/2014/main" id="{D2A8677D-CA3D-419F-95BF-3C91F98639D2}"/>
                </a:ext>
              </a:extLst>
            </p:cNvPr>
            <p:cNvSpPr/>
            <p:nvPr/>
          </p:nvSpPr>
          <p:spPr>
            <a:xfrm>
              <a:off x="4013908" y="149327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2" name="Hexagon 181">
              <a:extLst>
                <a:ext uri="{FF2B5EF4-FFF2-40B4-BE49-F238E27FC236}">
                  <a16:creationId xmlns:a16="http://schemas.microsoft.com/office/drawing/2014/main" id="{EFCEC854-D488-4598-B7FC-3B500B06E77E}"/>
                </a:ext>
              </a:extLst>
            </p:cNvPr>
            <p:cNvSpPr/>
            <p:nvPr/>
          </p:nvSpPr>
          <p:spPr>
            <a:xfrm>
              <a:off x="4316113" y="160824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3" name="Hexagon 182">
              <a:extLst>
                <a:ext uri="{FF2B5EF4-FFF2-40B4-BE49-F238E27FC236}">
                  <a16:creationId xmlns:a16="http://schemas.microsoft.com/office/drawing/2014/main" id="{E146AFB2-1F55-42DB-B445-1EF3E2728E87}"/>
                </a:ext>
              </a:extLst>
            </p:cNvPr>
            <p:cNvSpPr/>
            <p:nvPr/>
          </p:nvSpPr>
          <p:spPr>
            <a:xfrm>
              <a:off x="4319812" y="196228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4" name="Hexagon 183">
              <a:extLst>
                <a:ext uri="{FF2B5EF4-FFF2-40B4-BE49-F238E27FC236}">
                  <a16:creationId xmlns:a16="http://schemas.microsoft.com/office/drawing/2014/main" id="{4C158A2B-C7F1-42E5-B501-448A74F90BD2}"/>
                </a:ext>
              </a:extLst>
            </p:cNvPr>
            <p:cNvSpPr/>
            <p:nvPr/>
          </p:nvSpPr>
          <p:spPr>
            <a:xfrm>
              <a:off x="4319812" y="184446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5" name="Hexagon 184">
              <a:extLst>
                <a:ext uri="{FF2B5EF4-FFF2-40B4-BE49-F238E27FC236}">
                  <a16:creationId xmlns:a16="http://schemas.microsoft.com/office/drawing/2014/main" id="{A4DAE6D1-4D99-41DF-92CF-B0586AA758E0}"/>
                </a:ext>
              </a:extLst>
            </p:cNvPr>
            <p:cNvSpPr/>
            <p:nvPr/>
          </p:nvSpPr>
          <p:spPr>
            <a:xfrm>
              <a:off x="4323718" y="20844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6" name="Hexagon 185">
              <a:extLst>
                <a:ext uri="{FF2B5EF4-FFF2-40B4-BE49-F238E27FC236}">
                  <a16:creationId xmlns:a16="http://schemas.microsoft.com/office/drawing/2014/main" id="{A22E9BAF-553D-42AE-9C4F-9507DE5A0B90}"/>
                </a:ext>
              </a:extLst>
            </p:cNvPr>
            <p:cNvSpPr/>
            <p:nvPr/>
          </p:nvSpPr>
          <p:spPr>
            <a:xfrm>
              <a:off x="3862194" y="202688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7" name="Hexagon 186">
              <a:extLst>
                <a:ext uri="{FF2B5EF4-FFF2-40B4-BE49-F238E27FC236}">
                  <a16:creationId xmlns:a16="http://schemas.microsoft.com/office/drawing/2014/main" id="{CE0A9948-EAE4-4C32-A08B-1B0AE78D1CEE}"/>
                </a:ext>
              </a:extLst>
            </p:cNvPr>
            <p:cNvSpPr/>
            <p:nvPr/>
          </p:nvSpPr>
          <p:spPr>
            <a:xfrm>
              <a:off x="4167143" y="214280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8" name="Hexagon 187">
              <a:extLst>
                <a:ext uri="{FF2B5EF4-FFF2-40B4-BE49-F238E27FC236}">
                  <a16:creationId xmlns:a16="http://schemas.microsoft.com/office/drawing/2014/main" id="{7630C2DD-669F-4D68-8271-E0012B65C81E}"/>
                </a:ext>
              </a:extLst>
            </p:cNvPr>
            <p:cNvSpPr/>
            <p:nvPr/>
          </p:nvSpPr>
          <p:spPr>
            <a:xfrm>
              <a:off x="4167032" y="250065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9" name="Hexagon 188">
              <a:extLst>
                <a:ext uri="{FF2B5EF4-FFF2-40B4-BE49-F238E27FC236}">
                  <a16:creationId xmlns:a16="http://schemas.microsoft.com/office/drawing/2014/main" id="{4096A8F1-CE41-4907-A058-DC4C7BA4FE54}"/>
                </a:ext>
              </a:extLst>
            </p:cNvPr>
            <p:cNvSpPr/>
            <p:nvPr/>
          </p:nvSpPr>
          <p:spPr>
            <a:xfrm>
              <a:off x="4164651" y="238283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0" name="Hexagon 189">
              <a:extLst>
                <a:ext uri="{FF2B5EF4-FFF2-40B4-BE49-F238E27FC236}">
                  <a16:creationId xmlns:a16="http://schemas.microsoft.com/office/drawing/2014/main" id="{FDF7CD4A-C74D-4EFC-AEC8-E7F349B9553D}"/>
                </a:ext>
              </a:extLst>
            </p:cNvPr>
            <p:cNvSpPr/>
            <p:nvPr/>
          </p:nvSpPr>
          <p:spPr>
            <a:xfrm>
              <a:off x="4167032" y="226596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1" name="Hexagon 190">
              <a:extLst>
                <a:ext uri="{FF2B5EF4-FFF2-40B4-BE49-F238E27FC236}">
                  <a16:creationId xmlns:a16="http://schemas.microsoft.com/office/drawing/2014/main" id="{24034073-E34E-450A-91F1-789C4366D1D9}"/>
                </a:ext>
              </a:extLst>
            </p:cNvPr>
            <p:cNvSpPr/>
            <p:nvPr/>
          </p:nvSpPr>
          <p:spPr>
            <a:xfrm>
              <a:off x="4321337" y="244078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2" name="Hexagon 191">
              <a:extLst>
                <a:ext uri="{FF2B5EF4-FFF2-40B4-BE49-F238E27FC236}">
                  <a16:creationId xmlns:a16="http://schemas.microsoft.com/office/drawing/2014/main" id="{A31177D2-C66A-48BE-82D2-9C42701DA9AD}"/>
                </a:ext>
              </a:extLst>
            </p:cNvPr>
            <p:cNvSpPr/>
            <p:nvPr/>
          </p:nvSpPr>
          <p:spPr>
            <a:xfrm>
              <a:off x="4321337" y="232296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3" name="Hexagon 192">
              <a:extLst>
                <a:ext uri="{FF2B5EF4-FFF2-40B4-BE49-F238E27FC236}">
                  <a16:creationId xmlns:a16="http://schemas.microsoft.com/office/drawing/2014/main" id="{D670849B-E1F3-446C-99ED-92A56EA6C6E7}"/>
                </a:ext>
              </a:extLst>
            </p:cNvPr>
            <p:cNvSpPr/>
            <p:nvPr/>
          </p:nvSpPr>
          <p:spPr>
            <a:xfrm>
              <a:off x="4321337" y="220609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4" name="Hexagon 193">
              <a:extLst>
                <a:ext uri="{FF2B5EF4-FFF2-40B4-BE49-F238E27FC236}">
                  <a16:creationId xmlns:a16="http://schemas.microsoft.com/office/drawing/2014/main" id="{4EBD3BF9-C021-4888-A5ED-2394588B67DC}"/>
                </a:ext>
              </a:extLst>
            </p:cNvPr>
            <p:cNvSpPr/>
            <p:nvPr/>
          </p:nvSpPr>
          <p:spPr>
            <a:xfrm>
              <a:off x="4474578" y="249683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5" name="Hexagon 194">
              <a:extLst>
                <a:ext uri="{FF2B5EF4-FFF2-40B4-BE49-F238E27FC236}">
                  <a16:creationId xmlns:a16="http://schemas.microsoft.com/office/drawing/2014/main" id="{3AC276A2-FAC8-4E30-A7A7-7063B59DF65B}"/>
                </a:ext>
              </a:extLst>
            </p:cNvPr>
            <p:cNvSpPr/>
            <p:nvPr/>
          </p:nvSpPr>
          <p:spPr>
            <a:xfrm>
              <a:off x="4476959" y="237901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6" name="Hexagon 195">
              <a:extLst>
                <a:ext uri="{FF2B5EF4-FFF2-40B4-BE49-F238E27FC236}">
                  <a16:creationId xmlns:a16="http://schemas.microsoft.com/office/drawing/2014/main" id="{41ECC5F9-FEF2-4A2D-BF3E-7FBEFF895255}"/>
                </a:ext>
              </a:extLst>
            </p:cNvPr>
            <p:cNvSpPr/>
            <p:nvPr/>
          </p:nvSpPr>
          <p:spPr>
            <a:xfrm>
              <a:off x="4476959" y="226119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7" name="Hexagon 196">
              <a:extLst>
                <a:ext uri="{FF2B5EF4-FFF2-40B4-BE49-F238E27FC236}">
                  <a16:creationId xmlns:a16="http://schemas.microsoft.com/office/drawing/2014/main" id="{A665B0FB-49A0-4501-85A0-299FBB71F75F}"/>
                </a:ext>
              </a:extLst>
            </p:cNvPr>
            <p:cNvSpPr/>
            <p:nvPr/>
          </p:nvSpPr>
          <p:spPr>
            <a:xfrm>
              <a:off x="4476959" y="214433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8" name="Hexagon 197">
              <a:extLst>
                <a:ext uri="{FF2B5EF4-FFF2-40B4-BE49-F238E27FC236}">
                  <a16:creationId xmlns:a16="http://schemas.microsoft.com/office/drawing/2014/main" id="{9E296585-DF02-4EF5-8B92-3EBB54CD4A32}"/>
                </a:ext>
              </a:extLst>
            </p:cNvPr>
            <p:cNvSpPr/>
            <p:nvPr/>
          </p:nvSpPr>
          <p:spPr>
            <a:xfrm>
              <a:off x="3092023" y="65517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9" name="Hexagon 198">
              <a:extLst>
                <a:ext uri="{FF2B5EF4-FFF2-40B4-BE49-F238E27FC236}">
                  <a16:creationId xmlns:a16="http://schemas.microsoft.com/office/drawing/2014/main" id="{D220C834-2ABC-4136-8CB6-54C51B650193}"/>
                </a:ext>
              </a:extLst>
            </p:cNvPr>
            <p:cNvSpPr/>
            <p:nvPr/>
          </p:nvSpPr>
          <p:spPr>
            <a:xfrm>
              <a:off x="4162225" y="261503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0" name="Hexagon 199">
              <a:extLst>
                <a:ext uri="{FF2B5EF4-FFF2-40B4-BE49-F238E27FC236}">
                  <a16:creationId xmlns:a16="http://schemas.microsoft.com/office/drawing/2014/main" id="{6A566A07-EB3E-49A9-8D3A-C94953FD4582}"/>
                </a:ext>
              </a:extLst>
            </p:cNvPr>
            <p:cNvSpPr/>
            <p:nvPr/>
          </p:nvSpPr>
          <p:spPr>
            <a:xfrm>
              <a:off x="4165924" y="297288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1" name="Hexagon 200">
              <a:extLst>
                <a:ext uri="{FF2B5EF4-FFF2-40B4-BE49-F238E27FC236}">
                  <a16:creationId xmlns:a16="http://schemas.microsoft.com/office/drawing/2014/main" id="{1D8707B1-CA9E-43BF-90A6-1BF80A96D4FE}"/>
                </a:ext>
              </a:extLst>
            </p:cNvPr>
            <p:cNvSpPr/>
            <p:nvPr/>
          </p:nvSpPr>
          <p:spPr>
            <a:xfrm>
              <a:off x="4165924" y="285506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2" name="Hexagon 201">
              <a:extLst>
                <a:ext uri="{FF2B5EF4-FFF2-40B4-BE49-F238E27FC236}">
                  <a16:creationId xmlns:a16="http://schemas.microsoft.com/office/drawing/2014/main" id="{A1303478-3467-4176-91FB-776B92E4B842}"/>
                </a:ext>
              </a:extLst>
            </p:cNvPr>
            <p:cNvSpPr/>
            <p:nvPr/>
          </p:nvSpPr>
          <p:spPr>
            <a:xfrm>
              <a:off x="4165924" y="273819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3" name="Hexagon 202">
              <a:extLst>
                <a:ext uri="{FF2B5EF4-FFF2-40B4-BE49-F238E27FC236}">
                  <a16:creationId xmlns:a16="http://schemas.microsoft.com/office/drawing/2014/main" id="{787017E6-AD21-44CF-AFBC-1AE28D6FE09C}"/>
                </a:ext>
              </a:extLst>
            </p:cNvPr>
            <p:cNvSpPr/>
            <p:nvPr/>
          </p:nvSpPr>
          <p:spPr>
            <a:xfrm>
              <a:off x="4164675" y="309340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4" name="Hexagon 203">
              <a:extLst>
                <a:ext uri="{FF2B5EF4-FFF2-40B4-BE49-F238E27FC236}">
                  <a16:creationId xmlns:a16="http://schemas.microsoft.com/office/drawing/2014/main" id="{BE69FF71-79AB-48CB-8C12-612AC1AAB453}"/>
                </a:ext>
              </a:extLst>
            </p:cNvPr>
            <p:cNvSpPr/>
            <p:nvPr/>
          </p:nvSpPr>
          <p:spPr>
            <a:xfrm>
              <a:off x="4165603" y="34512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5" name="Hexagon 204">
              <a:extLst>
                <a:ext uri="{FF2B5EF4-FFF2-40B4-BE49-F238E27FC236}">
                  <a16:creationId xmlns:a16="http://schemas.microsoft.com/office/drawing/2014/main" id="{96EE5A63-6230-4A69-BBBA-F08F7A1C80D1}"/>
                </a:ext>
              </a:extLst>
            </p:cNvPr>
            <p:cNvSpPr/>
            <p:nvPr/>
          </p:nvSpPr>
          <p:spPr>
            <a:xfrm>
              <a:off x="4163698" y="333342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6" name="Hexagon 205">
              <a:extLst>
                <a:ext uri="{FF2B5EF4-FFF2-40B4-BE49-F238E27FC236}">
                  <a16:creationId xmlns:a16="http://schemas.microsoft.com/office/drawing/2014/main" id="{2FE635F1-2C13-4D84-B171-AC149E3D94B4}"/>
                </a:ext>
              </a:extLst>
            </p:cNvPr>
            <p:cNvSpPr/>
            <p:nvPr/>
          </p:nvSpPr>
          <p:spPr>
            <a:xfrm>
              <a:off x="4163222" y="321656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7" name="Hexagon 206">
              <a:extLst>
                <a:ext uri="{FF2B5EF4-FFF2-40B4-BE49-F238E27FC236}">
                  <a16:creationId xmlns:a16="http://schemas.microsoft.com/office/drawing/2014/main" id="{6EE79F44-D7E3-4904-BD70-E9147726C79B}"/>
                </a:ext>
              </a:extLst>
            </p:cNvPr>
            <p:cNvSpPr/>
            <p:nvPr/>
          </p:nvSpPr>
          <p:spPr>
            <a:xfrm>
              <a:off x="4010901" y="327108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8" name="Hexagon 207">
              <a:extLst>
                <a:ext uri="{FF2B5EF4-FFF2-40B4-BE49-F238E27FC236}">
                  <a16:creationId xmlns:a16="http://schemas.microsoft.com/office/drawing/2014/main" id="{DE3A3EB3-2C41-4985-8931-34E354993376}"/>
                </a:ext>
              </a:extLst>
            </p:cNvPr>
            <p:cNvSpPr/>
            <p:nvPr/>
          </p:nvSpPr>
          <p:spPr>
            <a:xfrm>
              <a:off x="4012976" y="362730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9" name="Hexagon 208">
              <a:extLst>
                <a:ext uri="{FF2B5EF4-FFF2-40B4-BE49-F238E27FC236}">
                  <a16:creationId xmlns:a16="http://schemas.microsoft.com/office/drawing/2014/main" id="{A939FAA1-EC59-4099-9DDE-5B081341217B}"/>
                </a:ext>
              </a:extLst>
            </p:cNvPr>
            <p:cNvSpPr/>
            <p:nvPr/>
          </p:nvSpPr>
          <p:spPr>
            <a:xfrm>
              <a:off x="4012695" y="350920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0" name="Hexagon 209">
              <a:extLst>
                <a:ext uri="{FF2B5EF4-FFF2-40B4-BE49-F238E27FC236}">
                  <a16:creationId xmlns:a16="http://schemas.microsoft.com/office/drawing/2014/main" id="{2DEFF734-3ABC-42E3-A073-21E370999842}"/>
                </a:ext>
              </a:extLst>
            </p:cNvPr>
            <p:cNvSpPr/>
            <p:nvPr/>
          </p:nvSpPr>
          <p:spPr>
            <a:xfrm>
              <a:off x="4012695" y="339043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1" name="Hexagon 210">
              <a:extLst>
                <a:ext uri="{FF2B5EF4-FFF2-40B4-BE49-F238E27FC236}">
                  <a16:creationId xmlns:a16="http://schemas.microsoft.com/office/drawing/2014/main" id="{140BBA2D-9640-44C4-B9C9-5A5135E2C309}"/>
                </a:ext>
              </a:extLst>
            </p:cNvPr>
            <p:cNvSpPr/>
            <p:nvPr/>
          </p:nvSpPr>
          <p:spPr>
            <a:xfrm>
              <a:off x="4012413" y="302996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2" name="Hexagon 211">
              <a:extLst>
                <a:ext uri="{FF2B5EF4-FFF2-40B4-BE49-F238E27FC236}">
                  <a16:creationId xmlns:a16="http://schemas.microsoft.com/office/drawing/2014/main" id="{481B8806-D414-4F1D-B0CD-AF7E84BF9896}"/>
                </a:ext>
              </a:extLst>
            </p:cNvPr>
            <p:cNvSpPr/>
            <p:nvPr/>
          </p:nvSpPr>
          <p:spPr>
            <a:xfrm>
              <a:off x="3861069" y="320931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3" name="Hexagon 212">
              <a:extLst>
                <a:ext uri="{FF2B5EF4-FFF2-40B4-BE49-F238E27FC236}">
                  <a16:creationId xmlns:a16="http://schemas.microsoft.com/office/drawing/2014/main" id="{C116C91D-C6BA-4B35-AC57-4CE33E2D8EA6}"/>
                </a:ext>
              </a:extLst>
            </p:cNvPr>
            <p:cNvSpPr/>
            <p:nvPr/>
          </p:nvSpPr>
          <p:spPr>
            <a:xfrm>
              <a:off x="3859162" y="356547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4" name="Hexagon 213">
              <a:extLst>
                <a:ext uri="{FF2B5EF4-FFF2-40B4-BE49-F238E27FC236}">
                  <a16:creationId xmlns:a16="http://schemas.microsoft.com/office/drawing/2014/main" id="{3457A8F1-2737-4921-AF4B-BF22F35985E2}"/>
                </a:ext>
              </a:extLst>
            </p:cNvPr>
            <p:cNvSpPr/>
            <p:nvPr/>
          </p:nvSpPr>
          <p:spPr>
            <a:xfrm>
              <a:off x="3856670" y="392331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5" name="Hexagon 214">
              <a:extLst>
                <a:ext uri="{FF2B5EF4-FFF2-40B4-BE49-F238E27FC236}">
                  <a16:creationId xmlns:a16="http://schemas.microsoft.com/office/drawing/2014/main" id="{9DAEB402-549C-4365-B224-CC6BAE76DA3C}"/>
                </a:ext>
              </a:extLst>
            </p:cNvPr>
            <p:cNvSpPr/>
            <p:nvPr/>
          </p:nvSpPr>
          <p:spPr>
            <a:xfrm>
              <a:off x="3854765" y="38035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6" name="Hexagon 215">
              <a:extLst>
                <a:ext uri="{FF2B5EF4-FFF2-40B4-BE49-F238E27FC236}">
                  <a16:creationId xmlns:a16="http://schemas.microsoft.com/office/drawing/2014/main" id="{9061D05E-7E02-488C-A9C0-9407FC3B899D}"/>
                </a:ext>
              </a:extLst>
            </p:cNvPr>
            <p:cNvSpPr/>
            <p:nvPr/>
          </p:nvSpPr>
          <p:spPr>
            <a:xfrm>
              <a:off x="3857146" y="368482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7" name="Hexagon 216">
              <a:extLst>
                <a:ext uri="{FF2B5EF4-FFF2-40B4-BE49-F238E27FC236}">
                  <a16:creationId xmlns:a16="http://schemas.microsoft.com/office/drawing/2014/main" id="{C4099FB6-AAE1-438F-9435-7374735EADF6}"/>
                </a:ext>
              </a:extLst>
            </p:cNvPr>
            <p:cNvSpPr/>
            <p:nvPr/>
          </p:nvSpPr>
          <p:spPr>
            <a:xfrm>
              <a:off x="3704085" y="386287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8" name="Hexagon 217">
              <a:extLst>
                <a:ext uri="{FF2B5EF4-FFF2-40B4-BE49-F238E27FC236}">
                  <a16:creationId xmlns:a16="http://schemas.microsoft.com/office/drawing/2014/main" id="{C5FBA668-A553-4FD8-8498-025A6B729563}"/>
                </a:ext>
              </a:extLst>
            </p:cNvPr>
            <p:cNvSpPr/>
            <p:nvPr/>
          </p:nvSpPr>
          <p:spPr>
            <a:xfrm>
              <a:off x="3705879" y="421596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9" name="Hexagon 218">
              <a:extLst>
                <a:ext uri="{FF2B5EF4-FFF2-40B4-BE49-F238E27FC236}">
                  <a16:creationId xmlns:a16="http://schemas.microsoft.com/office/drawing/2014/main" id="{6CC4A70E-98D2-44F5-8AE5-00CA18889ED4}"/>
                </a:ext>
              </a:extLst>
            </p:cNvPr>
            <p:cNvSpPr/>
            <p:nvPr/>
          </p:nvSpPr>
          <p:spPr>
            <a:xfrm>
              <a:off x="3705879" y="409623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0" name="Hexagon 219">
              <a:extLst>
                <a:ext uri="{FF2B5EF4-FFF2-40B4-BE49-F238E27FC236}">
                  <a16:creationId xmlns:a16="http://schemas.microsoft.com/office/drawing/2014/main" id="{06467C6F-C873-4E6C-B162-E33D562CAB54}"/>
                </a:ext>
              </a:extLst>
            </p:cNvPr>
            <p:cNvSpPr/>
            <p:nvPr/>
          </p:nvSpPr>
          <p:spPr>
            <a:xfrm>
              <a:off x="3705879" y="397746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1" name="Hexagon 220">
              <a:extLst>
                <a:ext uri="{FF2B5EF4-FFF2-40B4-BE49-F238E27FC236}">
                  <a16:creationId xmlns:a16="http://schemas.microsoft.com/office/drawing/2014/main" id="{B805CAD5-FC8A-4D06-A48E-E978B0247CDB}"/>
                </a:ext>
              </a:extLst>
            </p:cNvPr>
            <p:cNvSpPr/>
            <p:nvPr/>
          </p:nvSpPr>
          <p:spPr>
            <a:xfrm>
              <a:off x="3554438" y="416105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2" name="Hexagon 221">
              <a:extLst>
                <a:ext uri="{FF2B5EF4-FFF2-40B4-BE49-F238E27FC236}">
                  <a16:creationId xmlns:a16="http://schemas.microsoft.com/office/drawing/2014/main" id="{ABC56DF7-75CC-4CAD-9689-0854CA602634}"/>
                </a:ext>
              </a:extLst>
            </p:cNvPr>
            <p:cNvSpPr/>
            <p:nvPr/>
          </p:nvSpPr>
          <p:spPr>
            <a:xfrm>
              <a:off x="3552273" y="403656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3" name="Hexagon 222">
              <a:extLst>
                <a:ext uri="{FF2B5EF4-FFF2-40B4-BE49-F238E27FC236}">
                  <a16:creationId xmlns:a16="http://schemas.microsoft.com/office/drawing/2014/main" id="{58319238-CC31-42F0-BCED-F179CDCE52F4}"/>
                </a:ext>
              </a:extLst>
            </p:cNvPr>
            <p:cNvSpPr/>
            <p:nvPr/>
          </p:nvSpPr>
          <p:spPr>
            <a:xfrm>
              <a:off x="3552273" y="391779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" name="Hexagon 223">
              <a:extLst>
                <a:ext uri="{FF2B5EF4-FFF2-40B4-BE49-F238E27FC236}">
                  <a16:creationId xmlns:a16="http://schemas.microsoft.com/office/drawing/2014/main" id="{64F3D62C-BBC5-49EA-85FE-496F9124F821}"/>
                </a:ext>
              </a:extLst>
            </p:cNvPr>
            <p:cNvSpPr/>
            <p:nvPr/>
          </p:nvSpPr>
          <p:spPr>
            <a:xfrm>
              <a:off x="3402996" y="409840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5" name="Hexagon 224">
              <a:extLst>
                <a:ext uri="{FF2B5EF4-FFF2-40B4-BE49-F238E27FC236}">
                  <a16:creationId xmlns:a16="http://schemas.microsoft.com/office/drawing/2014/main" id="{6B94DF2A-0E05-4379-87B5-A23C9A344AA5}"/>
                </a:ext>
              </a:extLst>
            </p:cNvPr>
            <p:cNvSpPr/>
            <p:nvPr/>
          </p:nvSpPr>
          <p:spPr>
            <a:xfrm>
              <a:off x="3398926" y="397867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" name="Hexagon 225">
              <a:extLst>
                <a:ext uri="{FF2B5EF4-FFF2-40B4-BE49-F238E27FC236}">
                  <a16:creationId xmlns:a16="http://schemas.microsoft.com/office/drawing/2014/main" id="{9F23C06D-DD46-4FC5-936B-665290272911}"/>
                </a:ext>
              </a:extLst>
            </p:cNvPr>
            <p:cNvSpPr/>
            <p:nvPr/>
          </p:nvSpPr>
          <p:spPr>
            <a:xfrm>
              <a:off x="4008351" y="41002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" name="Hexagon 226">
              <a:extLst>
                <a:ext uri="{FF2B5EF4-FFF2-40B4-BE49-F238E27FC236}">
                  <a16:creationId xmlns:a16="http://schemas.microsoft.com/office/drawing/2014/main" id="{7B45084F-1A81-4B85-9D18-0B48B45EF4BE}"/>
                </a:ext>
              </a:extLst>
            </p:cNvPr>
            <p:cNvSpPr/>
            <p:nvPr/>
          </p:nvSpPr>
          <p:spPr>
            <a:xfrm>
              <a:off x="3856344" y="404046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" name="Hexagon 227">
              <a:extLst>
                <a:ext uri="{FF2B5EF4-FFF2-40B4-BE49-F238E27FC236}">
                  <a16:creationId xmlns:a16="http://schemas.microsoft.com/office/drawing/2014/main" id="{6FE35ABA-B697-4586-AC00-7ABCC11761C6}"/>
                </a:ext>
              </a:extLst>
            </p:cNvPr>
            <p:cNvSpPr/>
            <p:nvPr/>
          </p:nvSpPr>
          <p:spPr>
            <a:xfrm>
              <a:off x="3850474" y="440021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" name="Hexagon 228">
              <a:extLst>
                <a:ext uri="{FF2B5EF4-FFF2-40B4-BE49-F238E27FC236}">
                  <a16:creationId xmlns:a16="http://schemas.microsoft.com/office/drawing/2014/main" id="{80522061-284B-430B-97F6-A5A28727598B}"/>
                </a:ext>
              </a:extLst>
            </p:cNvPr>
            <p:cNvSpPr/>
            <p:nvPr/>
          </p:nvSpPr>
          <p:spPr>
            <a:xfrm>
              <a:off x="3852855" y="428049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" name="Hexagon 229">
              <a:extLst>
                <a:ext uri="{FF2B5EF4-FFF2-40B4-BE49-F238E27FC236}">
                  <a16:creationId xmlns:a16="http://schemas.microsoft.com/office/drawing/2014/main" id="{AEB3A4FE-E395-49AB-90E3-AF2C26ADAD48}"/>
                </a:ext>
              </a:extLst>
            </p:cNvPr>
            <p:cNvSpPr/>
            <p:nvPr/>
          </p:nvSpPr>
          <p:spPr>
            <a:xfrm>
              <a:off x="3854587" y="416171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" name="Hexagon 230">
              <a:extLst>
                <a:ext uri="{FF2B5EF4-FFF2-40B4-BE49-F238E27FC236}">
                  <a16:creationId xmlns:a16="http://schemas.microsoft.com/office/drawing/2014/main" id="{CCA4083A-6C2E-4D91-9C70-C4E044C83193}"/>
                </a:ext>
              </a:extLst>
            </p:cNvPr>
            <p:cNvSpPr/>
            <p:nvPr/>
          </p:nvSpPr>
          <p:spPr>
            <a:xfrm>
              <a:off x="3704085" y="445229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" name="Hexagon 231">
              <a:extLst>
                <a:ext uri="{FF2B5EF4-FFF2-40B4-BE49-F238E27FC236}">
                  <a16:creationId xmlns:a16="http://schemas.microsoft.com/office/drawing/2014/main" id="{E95D66AF-F76B-4158-AF1C-115D19F50B2B}"/>
                </a:ext>
              </a:extLst>
            </p:cNvPr>
            <p:cNvSpPr/>
            <p:nvPr/>
          </p:nvSpPr>
          <p:spPr>
            <a:xfrm>
              <a:off x="3852966" y="463654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" name="Hexagon 232">
              <a:extLst>
                <a:ext uri="{FF2B5EF4-FFF2-40B4-BE49-F238E27FC236}">
                  <a16:creationId xmlns:a16="http://schemas.microsoft.com/office/drawing/2014/main" id="{CE16998A-DF07-482D-A47B-D68860AB9EAB}"/>
                </a:ext>
              </a:extLst>
            </p:cNvPr>
            <p:cNvSpPr/>
            <p:nvPr/>
          </p:nvSpPr>
          <p:spPr>
            <a:xfrm>
              <a:off x="3852966" y="451681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" name="Hexagon 233">
              <a:extLst>
                <a:ext uri="{FF2B5EF4-FFF2-40B4-BE49-F238E27FC236}">
                  <a16:creationId xmlns:a16="http://schemas.microsoft.com/office/drawing/2014/main" id="{66EBB2AF-A747-45BC-AFDD-793660D448BD}"/>
                </a:ext>
              </a:extLst>
            </p:cNvPr>
            <p:cNvSpPr/>
            <p:nvPr/>
          </p:nvSpPr>
          <p:spPr>
            <a:xfrm>
              <a:off x="3547145" y="450927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" name="Hexagon 234">
              <a:extLst>
                <a:ext uri="{FF2B5EF4-FFF2-40B4-BE49-F238E27FC236}">
                  <a16:creationId xmlns:a16="http://schemas.microsoft.com/office/drawing/2014/main" id="{9181823C-4991-4FC8-9A70-96E1950876E5}"/>
                </a:ext>
              </a:extLst>
            </p:cNvPr>
            <p:cNvSpPr/>
            <p:nvPr/>
          </p:nvSpPr>
          <p:spPr>
            <a:xfrm>
              <a:off x="3549161" y="474560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" name="Hexagon 235">
              <a:extLst>
                <a:ext uri="{FF2B5EF4-FFF2-40B4-BE49-F238E27FC236}">
                  <a16:creationId xmlns:a16="http://schemas.microsoft.com/office/drawing/2014/main" id="{78AA4DFB-A3B7-4AE6-9B28-19661F1C9214}"/>
                </a:ext>
              </a:extLst>
            </p:cNvPr>
            <p:cNvSpPr/>
            <p:nvPr/>
          </p:nvSpPr>
          <p:spPr>
            <a:xfrm>
              <a:off x="3547256" y="462778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" name="Hexagon 236">
              <a:extLst>
                <a:ext uri="{FF2B5EF4-FFF2-40B4-BE49-F238E27FC236}">
                  <a16:creationId xmlns:a16="http://schemas.microsoft.com/office/drawing/2014/main" id="{B7FA9110-02E1-47BA-A4AB-D4258A19FDF9}"/>
                </a:ext>
              </a:extLst>
            </p:cNvPr>
            <p:cNvSpPr/>
            <p:nvPr/>
          </p:nvSpPr>
          <p:spPr>
            <a:xfrm>
              <a:off x="3697619" y="457306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" name="Hexagon 237">
              <a:extLst>
                <a:ext uri="{FF2B5EF4-FFF2-40B4-BE49-F238E27FC236}">
                  <a16:creationId xmlns:a16="http://schemas.microsoft.com/office/drawing/2014/main" id="{E77A6E19-6D35-4D2E-9763-330E6514AE45}"/>
                </a:ext>
              </a:extLst>
            </p:cNvPr>
            <p:cNvSpPr/>
            <p:nvPr/>
          </p:nvSpPr>
          <p:spPr>
            <a:xfrm>
              <a:off x="3700000" y="481036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" name="Hexagon 238">
              <a:extLst>
                <a:ext uri="{FF2B5EF4-FFF2-40B4-BE49-F238E27FC236}">
                  <a16:creationId xmlns:a16="http://schemas.microsoft.com/office/drawing/2014/main" id="{71A670E0-DE56-4FD6-9544-75384FB2A09D}"/>
                </a:ext>
              </a:extLst>
            </p:cNvPr>
            <p:cNvSpPr/>
            <p:nvPr/>
          </p:nvSpPr>
          <p:spPr>
            <a:xfrm>
              <a:off x="3396560" y="480044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" name="Hexagon 239">
              <a:extLst>
                <a:ext uri="{FF2B5EF4-FFF2-40B4-BE49-F238E27FC236}">
                  <a16:creationId xmlns:a16="http://schemas.microsoft.com/office/drawing/2014/main" id="{D29E38BC-7CD4-4DAE-B64F-C9FA9856622B}"/>
                </a:ext>
              </a:extLst>
            </p:cNvPr>
            <p:cNvSpPr/>
            <p:nvPr/>
          </p:nvSpPr>
          <p:spPr>
            <a:xfrm>
              <a:off x="3396671" y="491894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" name="Hexagon 240">
              <a:extLst>
                <a:ext uri="{FF2B5EF4-FFF2-40B4-BE49-F238E27FC236}">
                  <a16:creationId xmlns:a16="http://schemas.microsoft.com/office/drawing/2014/main" id="{8337C496-4C5E-4B6D-8401-50494CE6B30A}"/>
                </a:ext>
              </a:extLst>
            </p:cNvPr>
            <p:cNvSpPr/>
            <p:nvPr/>
          </p:nvSpPr>
          <p:spPr>
            <a:xfrm>
              <a:off x="3547034" y="486423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" name="Hexagon 241">
              <a:extLst>
                <a:ext uri="{FF2B5EF4-FFF2-40B4-BE49-F238E27FC236}">
                  <a16:creationId xmlns:a16="http://schemas.microsoft.com/office/drawing/2014/main" id="{BB908258-CC43-4773-A5F9-986B4FB04213}"/>
                </a:ext>
              </a:extLst>
            </p:cNvPr>
            <p:cNvSpPr/>
            <p:nvPr/>
          </p:nvSpPr>
          <p:spPr>
            <a:xfrm>
              <a:off x="3093862" y="504495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" name="Hexagon 242">
              <a:extLst>
                <a:ext uri="{FF2B5EF4-FFF2-40B4-BE49-F238E27FC236}">
                  <a16:creationId xmlns:a16="http://schemas.microsoft.com/office/drawing/2014/main" id="{5E1D330A-DDEA-4BA1-80A5-D417933CC909}"/>
                </a:ext>
              </a:extLst>
            </p:cNvPr>
            <p:cNvSpPr/>
            <p:nvPr/>
          </p:nvSpPr>
          <p:spPr>
            <a:xfrm>
              <a:off x="3096137" y="516346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" name="Hexagon 243">
              <a:extLst>
                <a:ext uri="{FF2B5EF4-FFF2-40B4-BE49-F238E27FC236}">
                  <a16:creationId xmlns:a16="http://schemas.microsoft.com/office/drawing/2014/main" id="{61ED6848-38E6-4C34-939F-2147B5B2C6DC}"/>
                </a:ext>
              </a:extLst>
            </p:cNvPr>
            <p:cNvSpPr/>
            <p:nvPr/>
          </p:nvSpPr>
          <p:spPr>
            <a:xfrm>
              <a:off x="3096131" y="527937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" name="Hexagon 244">
              <a:extLst>
                <a:ext uri="{FF2B5EF4-FFF2-40B4-BE49-F238E27FC236}">
                  <a16:creationId xmlns:a16="http://schemas.microsoft.com/office/drawing/2014/main" id="{EFCABAC3-DD7E-406B-9F57-37E5E3EE28EA}"/>
                </a:ext>
              </a:extLst>
            </p:cNvPr>
            <p:cNvSpPr/>
            <p:nvPr/>
          </p:nvSpPr>
          <p:spPr>
            <a:xfrm>
              <a:off x="3098407" y="539788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" name="Hexagon 245">
              <a:extLst>
                <a:ext uri="{FF2B5EF4-FFF2-40B4-BE49-F238E27FC236}">
                  <a16:creationId xmlns:a16="http://schemas.microsoft.com/office/drawing/2014/main" id="{0120B944-8C87-4336-9A42-F1AD26DA5F94}"/>
                </a:ext>
              </a:extLst>
            </p:cNvPr>
            <p:cNvSpPr/>
            <p:nvPr/>
          </p:nvSpPr>
          <p:spPr>
            <a:xfrm>
              <a:off x="2944756" y="522332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" name="Hexagon 246">
              <a:extLst>
                <a:ext uri="{FF2B5EF4-FFF2-40B4-BE49-F238E27FC236}">
                  <a16:creationId xmlns:a16="http://schemas.microsoft.com/office/drawing/2014/main" id="{5B21FC2E-71D6-4838-A69E-819103348C7B}"/>
                </a:ext>
              </a:extLst>
            </p:cNvPr>
            <p:cNvSpPr/>
            <p:nvPr/>
          </p:nvSpPr>
          <p:spPr>
            <a:xfrm>
              <a:off x="2944867" y="534183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" name="Hexagon 247">
              <a:extLst>
                <a:ext uri="{FF2B5EF4-FFF2-40B4-BE49-F238E27FC236}">
                  <a16:creationId xmlns:a16="http://schemas.microsoft.com/office/drawing/2014/main" id="{9D8C5BB6-2D0D-447B-B2C2-B8171B760F8C}"/>
                </a:ext>
              </a:extLst>
            </p:cNvPr>
            <p:cNvSpPr/>
            <p:nvPr/>
          </p:nvSpPr>
          <p:spPr>
            <a:xfrm>
              <a:off x="2942480" y="545774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" name="Hexagon 248">
              <a:extLst>
                <a:ext uri="{FF2B5EF4-FFF2-40B4-BE49-F238E27FC236}">
                  <a16:creationId xmlns:a16="http://schemas.microsoft.com/office/drawing/2014/main" id="{64598E42-EDF7-4344-9A86-7D481EACBA13}"/>
                </a:ext>
              </a:extLst>
            </p:cNvPr>
            <p:cNvSpPr/>
            <p:nvPr/>
          </p:nvSpPr>
          <p:spPr>
            <a:xfrm>
              <a:off x="3251766" y="533733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" name="Hexagon 249">
              <a:extLst>
                <a:ext uri="{FF2B5EF4-FFF2-40B4-BE49-F238E27FC236}">
                  <a16:creationId xmlns:a16="http://schemas.microsoft.com/office/drawing/2014/main" id="{22CD9D7C-2E8B-421B-A3FC-CDC4020EFC2A}"/>
                </a:ext>
              </a:extLst>
            </p:cNvPr>
            <p:cNvSpPr/>
            <p:nvPr/>
          </p:nvSpPr>
          <p:spPr>
            <a:xfrm>
              <a:off x="3249496" y="545584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" name="Hexagon 250">
              <a:extLst>
                <a:ext uri="{FF2B5EF4-FFF2-40B4-BE49-F238E27FC236}">
                  <a16:creationId xmlns:a16="http://schemas.microsoft.com/office/drawing/2014/main" id="{E1C8359F-EAFE-4147-B989-1FAD5B05D3E6}"/>
                </a:ext>
              </a:extLst>
            </p:cNvPr>
            <p:cNvSpPr/>
            <p:nvPr/>
          </p:nvSpPr>
          <p:spPr>
            <a:xfrm>
              <a:off x="3098331" y="551570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" name="Hexagon 251">
              <a:extLst>
                <a:ext uri="{FF2B5EF4-FFF2-40B4-BE49-F238E27FC236}">
                  <a16:creationId xmlns:a16="http://schemas.microsoft.com/office/drawing/2014/main" id="{E6F9886F-BCAD-4981-8D58-2F9A78993193}"/>
                </a:ext>
              </a:extLst>
            </p:cNvPr>
            <p:cNvSpPr/>
            <p:nvPr/>
          </p:nvSpPr>
          <p:spPr>
            <a:xfrm>
              <a:off x="3396560" y="539910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" name="Hexagon 252">
              <a:extLst>
                <a:ext uri="{FF2B5EF4-FFF2-40B4-BE49-F238E27FC236}">
                  <a16:creationId xmlns:a16="http://schemas.microsoft.com/office/drawing/2014/main" id="{04DC0000-3E65-4CE7-8FC2-F40282CBC6FD}"/>
                </a:ext>
              </a:extLst>
            </p:cNvPr>
            <p:cNvSpPr/>
            <p:nvPr/>
          </p:nvSpPr>
          <p:spPr>
            <a:xfrm>
              <a:off x="3396671" y="551760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" name="Hexagon 253">
              <a:extLst>
                <a:ext uri="{FF2B5EF4-FFF2-40B4-BE49-F238E27FC236}">
                  <a16:creationId xmlns:a16="http://schemas.microsoft.com/office/drawing/2014/main" id="{3D5CE435-E609-4A9B-9B6E-E297AAA9CB95}"/>
                </a:ext>
              </a:extLst>
            </p:cNvPr>
            <p:cNvSpPr/>
            <p:nvPr/>
          </p:nvSpPr>
          <p:spPr>
            <a:xfrm>
              <a:off x="3242649" y="557556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" name="Hexagon 254">
              <a:extLst>
                <a:ext uri="{FF2B5EF4-FFF2-40B4-BE49-F238E27FC236}">
                  <a16:creationId xmlns:a16="http://schemas.microsoft.com/office/drawing/2014/main" id="{9DF35B13-3A18-4E48-993B-A3837B375EFA}"/>
                </a:ext>
              </a:extLst>
            </p:cNvPr>
            <p:cNvSpPr/>
            <p:nvPr/>
          </p:nvSpPr>
          <p:spPr>
            <a:xfrm>
              <a:off x="3547034" y="545822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" name="Hexagon 255">
              <a:extLst>
                <a:ext uri="{FF2B5EF4-FFF2-40B4-BE49-F238E27FC236}">
                  <a16:creationId xmlns:a16="http://schemas.microsoft.com/office/drawing/2014/main" id="{66AA6778-94F7-4827-B723-044553BCA4BB}"/>
                </a:ext>
              </a:extLst>
            </p:cNvPr>
            <p:cNvSpPr/>
            <p:nvPr/>
          </p:nvSpPr>
          <p:spPr>
            <a:xfrm>
              <a:off x="3550955" y="557673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" name="Hexagon 256">
              <a:extLst>
                <a:ext uri="{FF2B5EF4-FFF2-40B4-BE49-F238E27FC236}">
                  <a16:creationId xmlns:a16="http://schemas.microsoft.com/office/drawing/2014/main" id="{9D1B8783-7D03-4E23-B464-7597C2CFA2A1}"/>
                </a:ext>
              </a:extLst>
            </p:cNvPr>
            <p:cNvSpPr/>
            <p:nvPr/>
          </p:nvSpPr>
          <p:spPr>
            <a:xfrm>
              <a:off x="3399358" y="563611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" name="Hexagon 257">
              <a:extLst>
                <a:ext uri="{FF2B5EF4-FFF2-40B4-BE49-F238E27FC236}">
                  <a16:creationId xmlns:a16="http://schemas.microsoft.com/office/drawing/2014/main" id="{2CF6C3CC-2739-4A8B-8F14-8BCA8AF39B0C}"/>
                </a:ext>
              </a:extLst>
            </p:cNvPr>
            <p:cNvSpPr/>
            <p:nvPr/>
          </p:nvSpPr>
          <p:spPr>
            <a:xfrm>
              <a:off x="3404069" y="575953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" name="Hexagon 258">
              <a:extLst>
                <a:ext uri="{FF2B5EF4-FFF2-40B4-BE49-F238E27FC236}">
                  <a16:creationId xmlns:a16="http://schemas.microsoft.com/office/drawing/2014/main" id="{107F03DA-C28E-4E6E-B3BA-F579598F4DF1}"/>
                </a:ext>
              </a:extLst>
            </p:cNvPr>
            <p:cNvSpPr/>
            <p:nvPr/>
          </p:nvSpPr>
          <p:spPr>
            <a:xfrm>
              <a:off x="3401799" y="587803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" name="Hexagon 259">
              <a:extLst>
                <a:ext uri="{FF2B5EF4-FFF2-40B4-BE49-F238E27FC236}">
                  <a16:creationId xmlns:a16="http://schemas.microsoft.com/office/drawing/2014/main" id="{84293C8C-6628-4CDB-AF90-4A76DBBD646A}"/>
                </a:ext>
              </a:extLst>
            </p:cNvPr>
            <p:cNvSpPr/>
            <p:nvPr/>
          </p:nvSpPr>
          <p:spPr>
            <a:xfrm>
              <a:off x="3556448" y="581627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" name="Hexagon 260">
              <a:extLst>
                <a:ext uri="{FF2B5EF4-FFF2-40B4-BE49-F238E27FC236}">
                  <a16:creationId xmlns:a16="http://schemas.microsoft.com/office/drawing/2014/main" id="{30840EE6-70C2-47C6-A3F0-2294738797E5}"/>
                </a:ext>
              </a:extLst>
            </p:cNvPr>
            <p:cNvSpPr/>
            <p:nvPr/>
          </p:nvSpPr>
          <p:spPr>
            <a:xfrm>
              <a:off x="3556559" y="593477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" name="Hexagon 261">
              <a:extLst>
                <a:ext uri="{FF2B5EF4-FFF2-40B4-BE49-F238E27FC236}">
                  <a16:creationId xmlns:a16="http://schemas.microsoft.com/office/drawing/2014/main" id="{68EEBFFA-DE7F-439C-B089-F8619AFC9677}"/>
                </a:ext>
              </a:extLst>
            </p:cNvPr>
            <p:cNvSpPr/>
            <p:nvPr/>
          </p:nvSpPr>
          <p:spPr>
            <a:xfrm>
              <a:off x="3405974" y="599764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" name="Hexagon 262">
              <a:extLst>
                <a:ext uri="{FF2B5EF4-FFF2-40B4-BE49-F238E27FC236}">
                  <a16:creationId xmlns:a16="http://schemas.microsoft.com/office/drawing/2014/main" id="{0E5BD158-5158-4BCE-BF92-849CDB399E0A}"/>
                </a:ext>
              </a:extLst>
            </p:cNvPr>
            <p:cNvSpPr/>
            <p:nvPr/>
          </p:nvSpPr>
          <p:spPr>
            <a:xfrm>
              <a:off x="3252126" y="593731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" name="Hexagon 263">
              <a:extLst>
                <a:ext uri="{FF2B5EF4-FFF2-40B4-BE49-F238E27FC236}">
                  <a16:creationId xmlns:a16="http://schemas.microsoft.com/office/drawing/2014/main" id="{E7DF4EB1-41E4-4C7D-A9CD-BEA998C7B027}"/>
                </a:ext>
              </a:extLst>
            </p:cNvPr>
            <p:cNvSpPr/>
            <p:nvPr/>
          </p:nvSpPr>
          <p:spPr>
            <a:xfrm>
              <a:off x="3252237" y="605581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" name="Hexagon 264">
              <a:extLst>
                <a:ext uri="{FF2B5EF4-FFF2-40B4-BE49-F238E27FC236}">
                  <a16:creationId xmlns:a16="http://schemas.microsoft.com/office/drawing/2014/main" id="{295CF8F6-E1A2-4325-AA3E-FE54C4876EE5}"/>
                </a:ext>
              </a:extLst>
            </p:cNvPr>
            <p:cNvSpPr/>
            <p:nvPr/>
          </p:nvSpPr>
          <p:spPr>
            <a:xfrm>
              <a:off x="3099747" y="611487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" name="Hexagon 265">
              <a:extLst>
                <a:ext uri="{FF2B5EF4-FFF2-40B4-BE49-F238E27FC236}">
                  <a16:creationId xmlns:a16="http://schemas.microsoft.com/office/drawing/2014/main" id="{3C05124C-993C-42B5-83A1-A0FD8356F324}"/>
                </a:ext>
              </a:extLst>
            </p:cNvPr>
            <p:cNvSpPr/>
            <p:nvPr/>
          </p:nvSpPr>
          <p:spPr>
            <a:xfrm>
              <a:off x="2648468" y="605322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" name="Hexagon 266">
              <a:extLst>
                <a:ext uri="{FF2B5EF4-FFF2-40B4-BE49-F238E27FC236}">
                  <a16:creationId xmlns:a16="http://schemas.microsoft.com/office/drawing/2014/main" id="{211C75AD-3641-4666-9B59-68ED1F96960B}"/>
                </a:ext>
              </a:extLst>
            </p:cNvPr>
            <p:cNvSpPr/>
            <p:nvPr/>
          </p:nvSpPr>
          <p:spPr>
            <a:xfrm>
              <a:off x="2794951" y="611308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" name="Hexagon 267">
              <a:extLst>
                <a:ext uri="{FF2B5EF4-FFF2-40B4-BE49-F238E27FC236}">
                  <a16:creationId xmlns:a16="http://schemas.microsoft.com/office/drawing/2014/main" id="{8FB7B10D-8EA3-4DF3-BFFD-50725422E7B7}"/>
                </a:ext>
              </a:extLst>
            </p:cNvPr>
            <p:cNvSpPr/>
            <p:nvPr/>
          </p:nvSpPr>
          <p:spPr>
            <a:xfrm>
              <a:off x="2947330" y="617363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" name="Hexagon 268">
              <a:extLst>
                <a:ext uri="{FF2B5EF4-FFF2-40B4-BE49-F238E27FC236}">
                  <a16:creationId xmlns:a16="http://schemas.microsoft.com/office/drawing/2014/main" id="{29B49725-8A3A-4334-AC0A-425EFC2A11DB}"/>
                </a:ext>
              </a:extLst>
            </p:cNvPr>
            <p:cNvSpPr/>
            <p:nvPr/>
          </p:nvSpPr>
          <p:spPr>
            <a:xfrm>
              <a:off x="2648357" y="617295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" name="Hexagon 269">
              <a:extLst>
                <a:ext uri="{FF2B5EF4-FFF2-40B4-BE49-F238E27FC236}">
                  <a16:creationId xmlns:a16="http://schemas.microsoft.com/office/drawing/2014/main" id="{D07ADC93-8CE9-46EE-A34B-9EFAB9D832DF}"/>
                </a:ext>
              </a:extLst>
            </p:cNvPr>
            <p:cNvSpPr/>
            <p:nvPr/>
          </p:nvSpPr>
          <p:spPr>
            <a:xfrm>
              <a:off x="2646087" y="629384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" name="Hexagon 270">
              <a:extLst>
                <a:ext uri="{FF2B5EF4-FFF2-40B4-BE49-F238E27FC236}">
                  <a16:creationId xmlns:a16="http://schemas.microsoft.com/office/drawing/2014/main" id="{8464A497-BA41-4C4A-B857-F7A8D0056FA3}"/>
                </a:ext>
              </a:extLst>
            </p:cNvPr>
            <p:cNvSpPr/>
            <p:nvPr/>
          </p:nvSpPr>
          <p:spPr>
            <a:xfrm>
              <a:off x="2342052" y="605492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" name="Hexagon 271">
              <a:extLst>
                <a:ext uri="{FF2B5EF4-FFF2-40B4-BE49-F238E27FC236}">
                  <a16:creationId xmlns:a16="http://schemas.microsoft.com/office/drawing/2014/main" id="{43D4CF66-5802-4E86-A111-B11050917E67}"/>
                </a:ext>
              </a:extLst>
            </p:cNvPr>
            <p:cNvSpPr/>
            <p:nvPr/>
          </p:nvSpPr>
          <p:spPr>
            <a:xfrm>
              <a:off x="2495307" y="599580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" name="Hexagon 272">
              <a:extLst>
                <a:ext uri="{FF2B5EF4-FFF2-40B4-BE49-F238E27FC236}">
                  <a16:creationId xmlns:a16="http://schemas.microsoft.com/office/drawing/2014/main" id="{217E1DA5-C0D9-4DA7-9F0F-DD7AE0528AA5}"/>
                </a:ext>
              </a:extLst>
            </p:cNvPr>
            <p:cNvSpPr/>
            <p:nvPr/>
          </p:nvSpPr>
          <p:spPr>
            <a:xfrm>
              <a:off x="2340444" y="617702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" name="Hexagon 273">
              <a:extLst>
                <a:ext uri="{FF2B5EF4-FFF2-40B4-BE49-F238E27FC236}">
                  <a16:creationId xmlns:a16="http://schemas.microsoft.com/office/drawing/2014/main" id="{C2E5455C-6195-4FB8-8A35-5D2D68787EC1}"/>
                </a:ext>
              </a:extLst>
            </p:cNvPr>
            <p:cNvSpPr/>
            <p:nvPr/>
          </p:nvSpPr>
          <p:spPr>
            <a:xfrm>
              <a:off x="2495204" y="623519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" name="Hexagon 274">
              <a:extLst>
                <a:ext uri="{FF2B5EF4-FFF2-40B4-BE49-F238E27FC236}">
                  <a16:creationId xmlns:a16="http://schemas.microsoft.com/office/drawing/2014/main" id="{4758BA38-270C-4664-98A1-A263A7B4ACF4}"/>
                </a:ext>
              </a:extLst>
            </p:cNvPr>
            <p:cNvSpPr/>
            <p:nvPr/>
          </p:nvSpPr>
          <p:spPr>
            <a:xfrm>
              <a:off x="2036434" y="605249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" name="Hexagon 275">
              <a:extLst>
                <a:ext uri="{FF2B5EF4-FFF2-40B4-BE49-F238E27FC236}">
                  <a16:creationId xmlns:a16="http://schemas.microsoft.com/office/drawing/2014/main" id="{CB27C956-C590-4369-A9F9-E82171223C11}"/>
                </a:ext>
              </a:extLst>
            </p:cNvPr>
            <p:cNvSpPr/>
            <p:nvPr/>
          </p:nvSpPr>
          <p:spPr>
            <a:xfrm>
              <a:off x="2191194" y="611326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" name="Hexagon 276">
              <a:extLst>
                <a:ext uri="{FF2B5EF4-FFF2-40B4-BE49-F238E27FC236}">
                  <a16:creationId xmlns:a16="http://schemas.microsoft.com/office/drawing/2014/main" id="{8D606A33-8DB7-4057-BDEF-BF81FE4DD93B}"/>
                </a:ext>
              </a:extLst>
            </p:cNvPr>
            <p:cNvSpPr/>
            <p:nvPr/>
          </p:nvSpPr>
          <p:spPr>
            <a:xfrm>
              <a:off x="4316606" y="351192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" name="Hexagon 277">
              <a:extLst>
                <a:ext uri="{FF2B5EF4-FFF2-40B4-BE49-F238E27FC236}">
                  <a16:creationId xmlns:a16="http://schemas.microsoft.com/office/drawing/2014/main" id="{2C1CD53E-AFDE-4F98-816D-3E49B52CE922}"/>
                </a:ext>
              </a:extLst>
            </p:cNvPr>
            <p:cNvSpPr/>
            <p:nvPr/>
          </p:nvSpPr>
          <p:spPr>
            <a:xfrm>
              <a:off x="4163698" y="356988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" name="Hexagon 278">
              <a:extLst>
                <a:ext uri="{FF2B5EF4-FFF2-40B4-BE49-F238E27FC236}">
                  <a16:creationId xmlns:a16="http://schemas.microsoft.com/office/drawing/2014/main" id="{678B095E-FE61-4C51-80D8-CCB3970D6038}"/>
                </a:ext>
              </a:extLst>
            </p:cNvPr>
            <p:cNvSpPr/>
            <p:nvPr/>
          </p:nvSpPr>
          <p:spPr>
            <a:xfrm>
              <a:off x="4316063" y="303147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" name="Hexagon 279">
              <a:extLst>
                <a:ext uri="{FF2B5EF4-FFF2-40B4-BE49-F238E27FC236}">
                  <a16:creationId xmlns:a16="http://schemas.microsoft.com/office/drawing/2014/main" id="{F99DA8F5-53F7-4D88-95E7-9AE2A4B199CD}"/>
                </a:ext>
              </a:extLst>
            </p:cNvPr>
            <p:cNvSpPr/>
            <p:nvPr/>
          </p:nvSpPr>
          <p:spPr>
            <a:xfrm>
              <a:off x="4313732" y="314982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" name="Hexagon 280">
              <a:extLst>
                <a:ext uri="{FF2B5EF4-FFF2-40B4-BE49-F238E27FC236}">
                  <a16:creationId xmlns:a16="http://schemas.microsoft.com/office/drawing/2014/main" id="{61A950F0-C1F8-4078-8E4C-46D948DED346}"/>
                </a:ext>
              </a:extLst>
            </p:cNvPr>
            <p:cNvSpPr/>
            <p:nvPr/>
          </p:nvSpPr>
          <p:spPr>
            <a:xfrm>
              <a:off x="4315526" y="327060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" name="Hexagon 281">
              <a:extLst>
                <a:ext uri="{FF2B5EF4-FFF2-40B4-BE49-F238E27FC236}">
                  <a16:creationId xmlns:a16="http://schemas.microsoft.com/office/drawing/2014/main" id="{AF847457-D09F-49E2-85E6-C1522B7E7F79}"/>
                </a:ext>
              </a:extLst>
            </p:cNvPr>
            <p:cNvSpPr/>
            <p:nvPr/>
          </p:nvSpPr>
          <p:spPr>
            <a:xfrm>
              <a:off x="4469132" y="285042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" name="Hexagon 282">
              <a:extLst>
                <a:ext uri="{FF2B5EF4-FFF2-40B4-BE49-F238E27FC236}">
                  <a16:creationId xmlns:a16="http://schemas.microsoft.com/office/drawing/2014/main" id="{8D0F9678-372A-4496-9233-8E8E74687E43}"/>
                </a:ext>
              </a:extLst>
            </p:cNvPr>
            <p:cNvSpPr/>
            <p:nvPr/>
          </p:nvSpPr>
          <p:spPr>
            <a:xfrm>
              <a:off x="4466857" y="308829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" name="Hexagon 283">
              <a:extLst>
                <a:ext uri="{FF2B5EF4-FFF2-40B4-BE49-F238E27FC236}">
                  <a16:creationId xmlns:a16="http://schemas.microsoft.com/office/drawing/2014/main" id="{0DE061AA-6960-45BC-B129-57DAD003678B}"/>
                </a:ext>
              </a:extLst>
            </p:cNvPr>
            <p:cNvSpPr/>
            <p:nvPr/>
          </p:nvSpPr>
          <p:spPr>
            <a:xfrm>
              <a:off x="4470926" y="297120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" name="Hexagon 284">
              <a:extLst>
                <a:ext uri="{FF2B5EF4-FFF2-40B4-BE49-F238E27FC236}">
                  <a16:creationId xmlns:a16="http://schemas.microsoft.com/office/drawing/2014/main" id="{686F0A94-C6CE-4E37-8D47-B7286D64811E}"/>
                </a:ext>
              </a:extLst>
            </p:cNvPr>
            <p:cNvSpPr/>
            <p:nvPr/>
          </p:nvSpPr>
          <p:spPr>
            <a:xfrm>
              <a:off x="4318494" y="279155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" name="Hexagon 285">
              <a:extLst>
                <a:ext uri="{FF2B5EF4-FFF2-40B4-BE49-F238E27FC236}">
                  <a16:creationId xmlns:a16="http://schemas.microsoft.com/office/drawing/2014/main" id="{9910777F-F7FF-4406-B5B3-5C3C55765F3F}"/>
                </a:ext>
              </a:extLst>
            </p:cNvPr>
            <p:cNvSpPr/>
            <p:nvPr/>
          </p:nvSpPr>
          <p:spPr>
            <a:xfrm>
              <a:off x="4621436" y="290685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" name="Hexagon 286">
              <a:extLst>
                <a:ext uri="{FF2B5EF4-FFF2-40B4-BE49-F238E27FC236}">
                  <a16:creationId xmlns:a16="http://schemas.microsoft.com/office/drawing/2014/main" id="{DCDD7EC3-CDAD-47E2-A2D3-03E19DECA4F1}"/>
                </a:ext>
              </a:extLst>
            </p:cNvPr>
            <p:cNvSpPr/>
            <p:nvPr/>
          </p:nvSpPr>
          <p:spPr>
            <a:xfrm>
              <a:off x="4623230" y="303001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" name="Hexagon 287">
              <a:extLst>
                <a:ext uri="{FF2B5EF4-FFF2-40B4-BE49-F238E27FC236}">
                  <a16:creationId xmlns:a16="http://schemas.microsoft.com/office/drawing/2014/main" id="{53B2AB84-78F7-408E-9414-C6A6F2E7A3AD}"/>
                </a:ext>
              </a:extLst>
            </p:cNvPr>
            <p:cNvSpPr/>
            <p:nvPr/>
          </p:nvSpPr>
          <p:spPr>
            <a:xfrm>
              <a:off x="4924644" y="278917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" name="Hexagon 288">
              <a:extLst>
                <a:ext uri="{FF2B5EF4-FFF2-40B4-BE49-F238E27FC236}">
                  <a16:creationId xmlns:a16="http://schemas.microsoft.com/office/drawing/2014/main" id="{001E6455-666E-40D6-8DAC-6E51651429D4}"/>
                </a:ext>
              </a:extLst>
            </p:cNvPr>
            <p:cNvSpPr/>
            <p:nvPr/>
          </p:nvSpPr>
          <p:spPr>
            <a:xfrm>
              <a:off x="5231030" y="290838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" name="Hexagon 289">
              <a:extLst>
                <a:ext uri="{FF2B5EF4-FFF2-40B4-BE49-F238E27FC236}">
                  <a16:creationId xmlns:a16="http://schemas.microsoft.com/office/drawing/2014/main" id="{8DD3BBF4-2262-4FF5-BACD-CF12455DE8B2}"/>
                </a:ext>
              </a:extLst>
            </p:cNvPr>
            <p:cNvSpPr/>
            <p:nvPr/>
          </p:nvSpPr>
          <p:spPr>
            <a:xfrm>
              <a:off x="5230919" y="314841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1" name="Hexagon 290">
              <a:extLst>
                <a:ext uri="{FF2B5EF4-FFF2-40B4-BE49-F238E27FC236}">
                  <a16:creationId xmlns:a16="http://schemas.microsoft.com/office/drawing/2014/main" id="{3FDC4249-8C90-40B0-ACFD-816D3A3F96CD}"/>
                </a:ext>
              </a:extLst>
            </p:cNvPr>
            <p:cNvSpPr/>
            <p:nvPr/>
          </p:nvSpPr>
          <p:spPr>
            <a:xfrm>
              <a:off x="5077841" y="2971242"/>
              <a:ext cx="198316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2" name="Hexagon 291">
              <a:extLst>
                <a:ext uri="{FF2B5EF4-FFF2-40B4-BE49-F238E27FC236}">
                  <a16:creationId xmlns:a16="http://schemas.microsoft.com/office/drawing/2014/main" id="{0355EBB8-2286-46A2-8C4E-E1FCF108CF2D}"/>
                </a:ext>
              </a:extLst>
            </p:cNvPr>
            <p:cNvSpPr/>
            <p:nvPr/>
          </p:nvSpPr>
          <p:spPr>
            <a:xfrm>
              <a:off x="5078011" y="284713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3" name="Hexagon 292">
              <a:extLst>
                <a:ext uri="{FF2B5EF4-FFF2-40B4-BE49-F238E27FC236}">
                  <a16:creationId xmlns:a16="http://schemas.microsoft.com/office/drawing/2014/main" id="{4F5FEE52-FE78-4072-8536-F2370FDA5346}"/>
                </a:ext>
              </a:extLst>
            </p:cNvPr>
            <p:cNvSpPr/>
            <p:nvPr/>
          </p:nvSpPr>
          <p:spPr>
            <a:xfrm>
              <a:off x="5383334" y="296481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4" name="Hexagon 293">
              <a:extLst>
                <a:ext uri="{FF2B5EF4-FFF2-40B4-BE49-F238E27FC236}">
                  <a16:creationId xmlns:a16="http://schemas.microsoft.com/office/drawing/2014/main" id="{53D7F849-52D7-48EF-9B6A-CD8918ECE257}"/>
                </a:ext>
              </a:extLst>
            </p:cNvPr>
            <p:cNvSpPr/>
            <p:nvPr/>
          </p:nvSpPr>
          <p:spPr>
            <a:xfrm>
              <a:off x="4769831" y="296406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" name="Hexagon 294">
              <a:extLst>
                <a:ext uri="{FF2B5EF4-FFF2-40B4-BE49-F238E27FC236}">
                  <a16:creationId xmlns:a16="http://schemas.microsoft.com/office/drawing/2014/main" id="{DB94E7B7-271E-44E6-861A-70B3045AE266}"/>
                </a:ext>
              </a:extLst>
            </p:cNvPr>
            <p:cNvSpPr/>
            <p:nvPr/>
          </p:nvSpPr>
          <p:spPr>
            <a:xfrm>
              <a:off x="5077841" y="3084898"/>
              <a:ext cx="198316" cy="11842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6" name="Hexagon 295">
              <a:extLst>
                <a:ext uri="{FF2B5EF4-FFF2-40B4-BE49-F238E27FC236}">
                  <a16:creationId xmlns:a16="http://schemas.microsoft.com/office/drawing/2014/main" id="{0D71FE27-208F-42ED-BE90-D9B58E8BE510}"/>
                </a:ext>
              </a:extLst>
            </p:cNvPr>
            <p:cNvSpPr/>
            <p:nvPr/>
          </p:nvSpPr>
          <p:spPr>
            <a:xfrm>
              <a:off x="4924822" y="302364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" name="Hexagon 296">
              <a:extLst>
                <a:ext uri="{FF2B5EF4-FFF2-40B4-BE49-F238E27FC236}">
                  <a16:creationId xmlns:a16="http://schemas.microsoft.com/office/drawing/2014/main" id="{AF74E06D-63D6-4FE9-B2B3-E9297FB914B7}"/>
                </a:ext>
              </a:extLst>
            </p:cNvPr>
            <p:cNvSpPr/>
            <p:nvPr/>
          </p:nvSpPr>
          <p:spPr>
            <a:xfrm>
              <a:off x="4776249" y="308797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" name="Hexagon 297">
              <a:extLst>
                <a:ext uri="{FF2B5EF4-FFF2-40B4-BE49-F238E27FC236}">
                  <a16:creationId xmlns:a16="http://schemas.microsoft.com/office/drawing/2014/main" id="{631BDC7B-5364-40E9-BE3C-E8635612397D}"/>
                </a:ext>
              </a:extLst>
            </p:cNvPr>
            <p:cNvSpPr/>
            <p:nvPr/>
          </p:nvSpPr>
          <p:spPr>
            <a:xfrm>
              <a:off x="5841102" y="279250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" name="Hexagon 298">
              <a:extLst>
                <a:ext uri="{FF2B5EF4-FFF2-40B4-BE49-F238E27FC236}">
                  <a16:creationId xmlns:a16="http://schemas.microsoft.com/office/drawing/2014/main" id="{E5BEA114-E3E9-4DCA-A413-FF59A22E43FB}"/>
                </a:ext>
              </a:extLst>
            </p:cNvPr>
            <p:cNvSpPr/>
            <p:nvPr/>
          </p:nvSpPr>
          <p:spPr>
            <a:xfrm>
              <a:off x="5838987" y="291302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" name="Hexagon 299">
              <a:extLst>
                <a:ext uri="{FF2B5EF4-FFF2-40B4-BE49-F238E27FC236}">
                  <a16:creationId xmlns:a16="http://schemas.microsoft.com/office/drawing/2014/main" id="{2139D7B4-6EC9-4530-80A0-B1035BA0A99D}"/>
                </a:ext>
              </a:extLst>
            </p:cNvPr>
            <p:cNvSpPr/>
            <p:nvPr/>
          </p:nvSpPr>
          <p:spPr>
            <a:xfrm>
              <a:off x="5993406" y="284893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" name="Hexagon 300">
              <a:extLst>
                <a:ext uri="{FF2B5EF4-FFF2-40B4-BE49-F238E27FC236}">
                  <a16:creationId xmlns:a16="http://schemas.microsoft.com/office/drawing/2014/main" id="{AD27F866-3BB5-4E07-81E0-6613654F1FA0}"/>
                </a:ext>
              </a:extLst>
            </p:cNvPr>
            <p:cNvSpPr/>
            <p:nvPr/>
          </p:nvSpPr>
          <p:spPr>
            <a:xfrm>
              <a:off x="5991291" y="296945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" name="Hexagon 301">
              <a:extLst>
                <a:ext uri="{FF2B5EF4-FFF2-40B4-BE49-F238E27FC236}">
                  <a16:creationId xmlns:a16="http://schemas.microsoft.com/office/drawing/2014/main" id="{3E3574A0-3DB9-4B02-A0CA-9CF33B1520EE}"/>
                </a:ext>
              </a:extLst>
            </p:cNvPr>
            <p:cNvSpPr/>
            <p:nvPr/>
          </p:nvSpPr>
          <p:spPr>
            <a:xfrm>
              <a:off x="6146364" y="291008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" name="Hexagon 302">
              <a:extLst>
                <a:ext uri="{FF2B5EF4-FFF2-40B4-BE49-F238E27FC236}">
                  <a16:creationId xmlns:a16="http://schemas.microsoft.com/office/drawing/2014/main" id="{78178522-4FB0-43A0-BF46-7B39760EC5C6}"/>
                </a:ext>
              </a:extLst>
            </p:cNvPr>
            <p:cNvSpPr/>
            <p:nvPr/>
          </p:nvSpPr>
          <p:spPr>
            <a:xfrm>
              <a:off x="6146104" y="279321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" name="Hexagon 303">
              <a:extLst>
                <a:ext uri="{FF2B5EF4-FFF2-40B4-BE49-F238E27FC236}">
                  <a16:creationId xmlns:a16="http://schemas.microsoft.com/office/drawing/2014/main" id="{9D76FC85-F69B-4939-AE6D-0684053004B7}"/>
                </a:ext>
              </a:extLst>
            </p:cNvPr>
            <p:cNvSpPr/>
            <p:nvPr/>
          </p:nvSpPr>
          <p:spPr>
            <a:xfrm>
              <a:off x="5841957" y="267375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" name="Hexagon 304">
              <a:extLst>
                <a:ext uri="{FF2B5EF4-FFF2-40B4-BE49-F238E27FC236}">
                  <a16:creationId xmlns:a16="http://schemas.microsoft.com/office/drawing/2014/main" id="{7EC1762B-BBF3-4315-A153-1963FB3F67C3}"/>
                </a:ext>
              </a:extLst>
            </p:cNvPr>
            <p:cNvSpPr/>
            <p:nvPr/>
          </p:nvSpPr>
          <p:spPr>
            <a:xfrm>
              <a:off x="5989881" y="260966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" name="Hexagon 305">
              <a:extLst>
                <a:ext uri="{FF2B5EF4-FFF2-40B4-BE49-F238E27FC236}">
                  <a16:creationId xmlns:a16="http://schemas.microsoft.com/office/drawing/2014/main" id="{8A5DD069-EAD9-457F-8047-FDC441CB3FA3}"/>
                </a:ext>
              </a:extLst>
            </p:cNvPr>
            <p:cNvSpPr/>
            <p:nvPr/>
          </p:nvSpPr>
          <p:spPr>
            <a:xfrm>
              <a:off x="6145004" y="267081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" name="Hexagon 306">
              <a:extLst>
                <a:ext uri="{FF2B5EF4-FFF2-40B4-BE49-F238E27FC236}">
                  <a16:creationId xmlns:a16="http://schemas.microsoft.com/office/drawing/2014/main" id="{B27CC5B5-A34B-4FA7-9653-43B5FF02B528}"/>
                </a:ext>
              </a:extLst>
            </p:cNvPr>
            <p:cNvSpPr/>
            <p:nvPr/>
          </p:nvSpPr>
          <p:spPr>
            <a:xfrm>
              <a:off x="6144744" y="255394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" name="Hexagon 307">
              <a:extLst>
                <a:ext uri="{FF2B5EF4-FFF2-40B4-BE49-F238E27FC236}">
                  <a16:creationId xmlns:a16="http://schemas.microsoft.com/office/drawing/2014/main" id="{1BADB379-DC88-4B16-A649-F791D84EBA61}"/>
                </a:ext>
              </a:extLst>
            </p:cNvPr>
            <p:cNvSpPr/>
            <p:nvPr/>
          </p:nvSpPr>
          <p:spPr>
            <a:xfrm>
              <a:off x="5688194" y="285094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" name="Hexagon 308">
              <a:extLst>
                <a:ext uri="{FF2B5EF4-FFF2-40B4-BE49-F238E27FC236}">
                  <a16:creationId xmlns:a16="http://schemas.microsoft.com/office/drawing/2014/main" id="{4A33E361-0445-4DFE-8AA5-B2EFE3415C4E}"/>
                </a:ext>
              </a:extLst>
            </p:cNvPr>
            <p:cNvSpPr/>
            <p:nvPr/>
          </p:nvSpPr>
          <p:spPr>
            <a:xfrm>
              <a:off x="5373572" y="3328912"/>
              <a:ext cx="205029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" name="Hexagon 309">
              <a:extLst>
                <a:ext uri="{FF2B5EF4-FFF2-40B4-BE49-F238E27FC236}">
                  <a16:creationId xmlns:a16="http://schemas.microsoft.com/office/drawing/2014/main" id="{EF7B5C57-1946-467B-B850-43AF0EB73C5F}"/>
                </a:ext>
              </a:extLst>
            </p:cNvPr>
            <p:cNvSpPr/>
            <p:nvPr/>
          </p:nvSpPr>
          <p:spPr>
            <a:xfrm>
              <a:off x="5373572" y="3445620"/>
              <a:ext cx="201030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" name="Hexagon 310">
              <a:extLst>
                <a:ext uri="{FF2B5EF4-FFF2-40B4-BE49-F238E27FC236}">
                  <a16:creationId xmlns:a16="http://schemas.microsoft.com/office/drawing/2014/main" id="{6ACE325B-7EC8-48EE-9402-D41502816877}"/>
                </a:ext>
              </a:extLst>
            </p:cNvPr>
            <p:cNvSpPr/>
            <p:nvPr/>
          </p:nvSpPr>
          <p:spPr>
            <a:xfrm>
              <a:off x="5538082" y="338534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" name="Hexagon 311">
              <a:extLst>
                <a:ext uri="{FF2B5EF4-FFF2-40B4-BE49-F238E27FC236}">
                  <a16:creationId xmlns:a16="http://schemas.microsoft.com/office/drawing/2014/main" id="{696A1504-A197-4291-9B9B-6F3823D1F7BE}"/>
                </a:ext>
              </a:extLst>
            </p:cNvPr>
            <p:cNvSpPr/>
            <p:nvPr/>
          </p:nvSpPr>
          <p:spPr>
            <a:xfrm>
              <a:off x="5534062" y="350395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" name="Hexagon 312">
              <a:extLst>
                <a:ext uri="{FF2B5EF4-FFF2-40B4-BE49-F238E27FC236}">
                  <a16:creationId xmlns:a16="http://schemas.microsoft.com/office/drawing/2014/main" id="{84936BA2-9F85-4919-9C38-714506F2BCAA}"/>
                </a:ext>
              </a:extLst>
            </p:cNvPr>
            <p:cNvSpPr/>
            <p:nvPr/>
          </p:nvSpPr>
          <p:spPr>
            <a:xfrm>
              <a:off x="5691256" y="344267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" name="Hexagon 313">
              <a:extLst>
                <a:ext uri="{FF2B5EF4-FFF2-40B4-BE49-F238E27FC236}">
                  <a16:creationId xmlns:a16="http://schemas.microsoft.com/office/drawing/2014/main" id="{24F01201-8AF2-469E-91C6-C8949C93913D}"/>
                </a:ext>
              </a:extLst>
            </p:cNvPr>
            <p:cNvSpPr/>
            <p:nvPr/>
          </p:nvSpPr>
          <p:spPr>
            <a:xfrm>
              <a:off x="5691256" y="332580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" name="Hexagon 314">
              <a:extLst>
                <a:ext uri="{FF2B5EF4-FFF2-40B4-BE49-F238E27FC236}">
                  <a16:creationId xmlns:a16="http://schemas.microsoft.com/office/drawing/2014/main" id="{13EBB89A-E76D-41AB-968F-632282C1DFC9}"/>
                </a:ext>
              </a:extLst>
            </p:cNvPr>
            <p:cNvSpPr/>
            <p:nvPr/>
          </p:nvSpPr>
          <p:spPr>
            <a:xfrm>
              <a:off x="5529013" y="361820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" name="Hexagon 315">
              <a:extLst>
                <a:ext uri="{FF2B5EF4-FFF2-40B4-BE49-F238E27FC236}">
                  <a16:creationId xmlns:a16="http://schemas.microsoft.com/office/drawing/2014/main" id="{C95D8A9B-19AF-439B-A8FB-2BDF067AC49F}"/>
                </a:ext>
              </a:extLst>
            </p:cNvPr>
            <p:cNvSpPr/>
            <p:nvPr/>
          </p:nvSpPr>
          <p:spPr>
            <a:xfrm>
              <a:off x="5684174" y="367511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" name="Hexagon 316">
              <a:extLst>
                <a:ext uri="{FF2B5EF4-FFF2-40B4-BE49-F238E27FC236}">
                  <a16:creationId xmlns:a16="http://schemas.microsoft.com/office/drawing/2014/main" id="{005327D0-6CA3-46F2-BFAE-0C496219CDA5}"/>
                </a:ext>
              </a:extLst>
            </p:cNvPr>
            <p:cNvSpPr/>
            <p:nvPr/>
          </p:nvSpPr>
          <p:spPr>
            <a:xfrm>
              <a:off x="5838987" y="361383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" name="Hexagon 317">
              <a:extLst>
                <a:ext uri="{FF2B5EF4-FFF2-40B4-BE49-F238E27FC236}">
                  <a16:creationId xmlns:a16="http://schemas.microsoft.com/office/drawing/2014/main" id="{62A88A13-0B4B-43F0-9D77-EDEB41A4600F}"/>
                </a:ext>
              </a:extLst>
            </p:cNvPr>
            <p:cNvSpPr/>
            <p:nvPr/>
          </p:nvSpPr>
          <p:spPr>
            <a:xfrm>
              <a:off x="5838987" y="349696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" name="Hexagon 318">
              <a:extLst>
                <a:ext uri="{FF2B5EF4-FFF2-40B4-BE49-F238E27FC236}">
                  <a16:creationId xmlns:a16="http://schemas.microsoft.com/office/drawing/2014/main" id="{D6C04342-2531-4CE2-87A5-F3B6594A1331}"/>
                </a:ext>
              </a:extLst>
            </p:cNvPr>
            <p:cNvSpPr/>
            <p:nvPr/>
          </p:nvSpPr>
          <p:spPr>
            <a:xfrm>
              <a:off x="4624728" y="219258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" name="Hexagon 319">
              <a:extLst>
                <a:ext uri="{FF2B5EF4-FFF2-40B4-BE49-F238E27FC236}">
                  <a16:creationId xmlns:a16="http://schemas.microsoft.com/office/drawing/2014/main" id="{49A44654-CD90-4430-8EFC-4F46B04EBF77}"/>
                </a:ext>
              </a:extLst>
            </p:cNvPr>
            <p:cNvSpPr/>
            <p:nvPr/>
          </p:nvSpPr>
          <p:spPr>
            <a:xfrm>
              <a:off x="4628634" y="23147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" name="Hexagon 320">
              <a:extLst>
                <a:ext uri="{FF2B5EF4-FFF2-40B4-BE49-F238E27FC236}">
                  <a16:creationId xmlns:a16="http://schemas.microsoft.com/office/drawing/2014/main" id="{D6B188D7-CB7A-40CD-BB90-F1738BD3A23F}"/>
                </a:ext>
              </a:extLst>
            </p:cNvPr>
            <p:cNvSpPr/>
            <p:nvPr/>
          </p:nvSpPr>
          <p:spPr>
            <a:xfrm>
              <a:off x="4626253" y="267108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" name="Hexagon 321">
              <a:extLst>
                <a:ext uri="{FF2B5EF4-FFF2-40B4-BE49-F238E27FC236}">
                  <a16:creationId xmlns:a16="http://schemas.microsoft.com/office/drawing/2014/main" id="{962D1CF3-9C0A-4283-B006-59757D96E878}"/>
                </a:ext>
              </a:extLst>
            </p:cNvPr>
            <p:cNvSpPr/>
            <p:nvPr/>
          </p:nvSpPr>
          <p:spPr>
            <a:xfrm>
              <a:off x="4626253" y="255326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" name="Hexagon 322">
              <a:extLst>
                <a:ext uri="{FF2B5EF4-FFF2-40B4-BE49-F238E27FC236}">
                  <a16:creationId xmlns:a16="http://schemas.microsoft.com/office/drawing/2014/main" id="{DF1112A7-76CB-4F60-8738-BAD416D680CD}"/>
                </a:ext>
              </a:extLst>
            </p:cNvPr>
            <p:cNvSpPr/>
            <p:nvPr/>
          </p:nvSpPr>
          <p:spPr>
            <a:xfrm>
              <a:off x="4628634" y="243639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" name="Hexagon 323">
              <a:extLst>
                <a:ext uri="{FF2B5EF4-FFF2-40B4-BE49-F238E27FC236}">
                  <a16:creationId xmlns:a16="http://schemas.microsoft.com/office/drawing/2014/main" id="{0F3F8B2A-E8AC-4A78-8790-891B6C5E4065}"/>
                </a:ext>
              </a:extLst>
            </p:cNvPr>
            <p:cNvSpPr/>
            <p:nvPr/>
          </p:nvSpPr>
          <p:spPr>
            <a:xfrm>
              <a:off x="4778795" y="272829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" name="Hexagon 324">
              <a:extLst>
                <a:ext uri="{FF2B5EF4-FFF2-40B4-BE49-F238E27FC236}">
                  <a16:creationId xmlns:a16="http://schemas.microsoft.com/office/drawing/2014/main" id="{8A039078-F38F-4329-B2D0-1CCA32705C9D}"/>
                </a:ext>
              </a:extLst>
            </p:cNvPr>
            <p:cNvSpPr/>
            <p:nvPr/>
          </p:nvSpPr>
          <p:spPr>
            <a:xfrm>
              <a:off x="4778795" y="261047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" name="Hexagon 325">
              <a:extLst>
                <a:ext uri="{FF2B5EF4-FFF2-40B4-BE49-F238E27FC236}">
                  <a16:creationId xmlns:a16="http://schemas.microsoft.com/office/drawing/2014/main" id="{7E44F535-4334-428A-A87C-16423732A271}"/>
                </a:ext>
              </a:extLst>
            </p:cNvPr>
            <p:cNvSpPr/>
            <p:nvPr/>
          </p:nvSpPr>
          <p:spPr>
            <a:xfrm>
              <a:off x="4778795" y="249360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" name="Hexagon 326">
              <a:extLst>
                <a:ext uri="{FF2B5EF4-FFF2-40B4-BE49-F238E27FC236}">
                  <a16:creationId xmlns:a16="http://schemas.microsoft.com/office/drawing/2014/main" id="{C1443AF6-FC65-4FAC-BC63-0C4E91352001}"/>
                </a:ext>
              </a:extLst>
            </p:cNvPr>
            <p:cNvSpPr/>
            <p:nvPr/>
          </p:nvSpPr>
          <p:spPr>
            <a:xfrm>
              <a:off x="4928403" y="266373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" name="Hexagon 327">
              <a:extLst>
                <a:ext uri="{FF2B5EF4-FFF2-40B4-BE49-F238E27FC236}">
                  <a16:creationId xmlns:a16="http://schemas.microsoft.com/office/drawing/2014/main" id="{CD555D81-4D3C-4A0F-A053-38466D80A1B4}"/>
                </a:ext>
              </a:extLst>
            </p:cNvPr>
            <p:cNvSpPr/>
            <p:nvPr/>
          </p:nvSpPr>
          <p:spPr>
            <a:xfrm>
              <a:off x="4928403" y="25468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" name="Hexagon 328">
              <a:extLst>
                <a:ext uri="{FF2B5EF4-FFF2-40B4-BE49-F238E27FC236}">
                  <a16:creationId xmlns:a16="http://schemas.microsoft.com/office/drawing/2014/main" id="{2F8A47A9-E79C-4B42-92E7-E2A176A30983}"/>
                </a:ext>
              </a:extLst>
            </p:cNvPr>
            <p:cNvSpPr/>
            <p:nvPr/>
          </p:nvSpPr>
          <p:spPr>
            <a:xfrm>
              <a:off x="5073113" y="272726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" name="Hexagon 329">
              <a:extLst>
                <a:ext uri="{FF2B5EF4-FFF2-40B4-BE49-F238E27FC236}">
                  <a16:creationId xmlns:a16="http://schemas.microsoft.com/office/drawing/2014/main" id="{E5E5E15F-F2B2-4781-B8CE-2196F417694D}"/>
                </a:ext>
              </a:extLst>
            </p:cNvPr>
            <p:cNvSpPr/>
            <p:nvPr/>
          </p:nvSpPr>
          <p:spPr>
            <a:xfrm>
              <a:off x="5223274" y="278447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" name="Hexagon 330">
              <a:extLst>
                <a:ext uri="{FF2B5EF4-FFF2-40B4-BE49-F238E27FC236}">
                  <a16:creationId xmlns:a16="http://schemas.microsoft.com/office/drawing/2014/main" id="{A9FDC0F1-3CD9-46D1-854B-C2B120B952B9}"/>
                </a:ext>
              </a:extLst>
            </p:cNvPr>
            <p:cNvSpPr/>
            <p:nvPr/>
          </p:nvSpPr>
          <p:spPr>
            <a:xfrm>
              <a:off x="5227084" y="266856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" name="Hexagon 331">
              <a:extLst>
                <a:ext uri="{FF2B5EF4-FFF2-40B4-BE49-F238E27FC236}">
                  <a16:creationId xmlns:a16="http://schemas.microsoft.com/office/drawing/2014/main" id="{ED0B7C81-F92B-47B7-848C-41B9C491F28A}"/>
                </a:ext>
              </a:extLst>
            </p:cNvPr>
            <p:cNvSpPr/>
            <p:nvPr/>
          </p:nvSpPr>
          <p:spPr>
            <a:xfrm>
              <a:off x="4772841" y="225663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" name="Hexagon 332">
              <a:extLst>
                <a:ext uri="{FF2B5EF4-FFF2-40B4-BE49-F238E27FC236}">
                  <a16:creationId xmlns:a16="http://schemas.microsoft.com/office/drawing/2014/main" id="{04AC43A6-9015-4BE8-B1FC-DAFED447D22F}"/>
                </a:ext>
              </a:extLst>
            </p:cNvPr>
            <p:cNvSpPr/>
            <p:nvPr/>
          </p:nvSpPr>
          <p:spPr>
            <a:xfrm>
              <a:off x="4772841" y="213881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" name="Hexagon 333">
              <a:extLst>
                <a:ext uri="{FF2B5EF4-FFF2-40B4-BE49-F238E27FC236}">
                  <a16:creationId xmlns:a16="http://schemas.microsoft.com/office/drawing/2014/main" id="{B90F52FD-1E21-4258-A772-3651730F5EB5}"/>
                </a:ext>
              </a:extLst>
            </p:cNvPr>
            <p:cNvSpPr/>
            <p:nvPr/>
          </p:nvSpPr>
          <p:spPr>
            <a:xfrm>
              <a:off x="4926082" y="20770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" name="Hexagon 334">
              <a:extLst>
                <a:ext uri="{FF2B5EF4-FFF2-40B4-BE49-F238E27FC236}">
                  <a16:creationId xmlns:a16="http://schemas.microsoft.com/office/drawing/2014/main" id="{334F9056-AF0A-4D55-A910-CCEB29A31A19}"/>
                </a:ext>
              </a:extLst>
            </p:cNvPr>
            <p:cNvSpPr/>
            <p:nvPr/>
          </p:nvSpPr>
          <p:spPr>
            <a:xfrm>
              <a:off x="5075852" y="213633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" name="Hexagon 335">
              <a:extLst>
                <a:ext uri="{FF2B5EF4-FFF2-40B4-BE49-F238E27FC236}">
                  <a16:creationId xmlns:a16="http://schemas.microsoft.com/office/drawing/2014/main" id="{B18BDD28-C53D-4267-B035-C57C9549E21A}"/>
                </a:ext>
              </a:extLst>
            </p:cNvPr>
            <p:cNvSpPr/>
            <p:nvPr/>
          </p:nvSpPr>
          <p:spPr>
            <a:xfrm>
              <a:off x="5075852" y="225605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7" name="Hexagon 336">
              <a:extLst>
                <a:ext uri="{FF2B5EF4-FFF2-40B4-BE49-F238E27FC236}">
                  <a16:creationId xmlns:a16="http://schemas.microsoft.com/office/drawing/2014/main" id="{38002F00-0E38-4A68-8380-8493C73D0C99}"/>
                </a:ext>
              </a:extLst>
            </p:cNvPr>
            <p:cNvSpPr/>
            <p:nvPr/>
          </p:nvSpPr>
          <p:spPr>
            <a:xfrm>
              <a:off x="5079185" y="202087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" name="Hexagon 337">
              <a:extLst>
                <a:ext uri="{FF2B5EF4-FFF2-40B4-BE49-F238E27FC236}">
                  <a16:creationId xmlns:a16="http://schemas.microsoft.com/office/drawing/2014/main" id="{1FA663CF-C5F0-4608-BA80-3A54053E362C}"/>
                </a:ext>
              </a:extLst>
            </p:cNvPr>
            <p:cNvSpPr/>
            <p:nvPr/>
          </p:nvSpPr>
          <p:spPr>
            <a:xfrm>
              <a:off x="5228643" y="196252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9" name="Hexagon 338">
              <a:extLst>
                <a:ext uri="{FF2B5EF4-FFF2-40B4-BE49-F238E27FC236}">
                  <a16:creationId xmlns:a16="http://schemas.microsoft.com/office/drawing/2014/main" id="{1E1B94CA-606D-4910-9B84-44CC62C1ABE4}"/>
                </a:ext>
              </a:extLst>
            </p:cNvPr>
            <p:cNvSpPr/>
            <p:nvPr/>
          </p:nvSpPr>
          <p:spPr>
            <a:xfrm>
              <a:off x="5230860" y="207635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" name="Hexagon 339">
              <a:extLst>
                <a:ext uri="{FF2B5EF4-FFF2-40B4-BE49-F238E27FC236}">
                  <a16:creationId xmlns:a16="http://schemas.microsoft.com/office/drawing/2014/main" id="{AAEE8625-1417-4CFA-BD62-367112A456AA}"/>
                </a:ext>
              </a:extLst>
            </p:cNvPr>
            <p:cNvSpPr/>
            <p:nvPr/>
          </p:nvSpPr>
          <p:spPr>
            <a:xfrm>
              <a:off x="5382687" y="202203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" name="Hexagon 340">
              <a:extLst>
                <a:ext uri="{FF2B5EF4-FFF2-40B4-BE49-F238E27FC236}">
                  <a16:creationId xmlns:a16="http://schemas.microsoft.com/office/drawing/2014/main" id="{E93A3A89-DD31-4BB7-81C2-25F1EAC2E67D}"/>
                </a:ext>
              </a:extLst>
            </p:cNvPr>
            <p:cNvSpPr/>
            <p:nvPr/>
          </p:nvSpPr>
          <p:spPr>
            <a:xfrm>
              <a:off x="5226287" y="244014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" name="Hexagon 341">
              <a:extLst>
                <a:ext uri="{FF2B5EF4-FFF2-40B4-BE49-F238E27FC236}">
                  <a16:creationId xmlns:a16="http://schemas.microsoft.com/office/drawing/2014/main" id="{88A10822-6A0E-45B0-BE10-5963FEC9BEC1}"/>
                </a:ext>
              </a:extLst>
            </p:cNvPr>
            <p:cNvSpPr/>
            <p:nvPr/>
          </p:nvSpPr>
          <p:spPr>
            <a:xfrm>
              <a:off x="5226287" y="232232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" name="Hexagon 342">
              <a:extLst>
                <a:ext uri="{FF2B5EF4-FFF2-40B4-BE49-F238E27FC236}">
                  <a16:creationId xmlns:a16="http://schemas.microsoft.com/office/drawing/2014/main" id="{FF6F743E-523C-45B3-B006-D8B2A98555FF}"/>
                </a:ext>
              </a:extLst>
            </p:cNvPr>
            <p:cNvSpPr/>
            <p:nvPr/>
          </p:nvSpPr>
          <p:spPr>
            <a:xfrm>
              <a:off x="5378386" y="213588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" name="Hexagon 343">
              <a:extLst>
                <a:ext uri="{FF2B5EF4-FFF2-40B4-BE49-F238E27FC236}">
                  <a16:creationId xmlns:a16="http://schemas.microsoft.com/office/drawing/2014/main" id="{46CAD710-EF68-42FB-8B80-84A90BCEAA68}"/>
                </a:ext>
              </a:extLst>
            </p:cNvPr>
            <p:cNvSpPr/>
            <p:nvPr/>
          </p:nvSpPr>
          <p:spPr>
            <a:xfrm>
              <a:off x="5379607" y="225807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" name="Hexagon 344">
              <a:extLst>
                <a:ext uri="{FF2B5EF4-FFF2-40B4-BE49-F238E27FC236}">
                  <a16:creationId xmlns:a16="http://schemas.microsoft.com/office/drawing/2014/main" id="{40F3AF0B-EDA2-4E84-B6F7-848919D836DC}"/>
                </a:ext>
              </a:extLst>
            </p:cNvPr>
            <p:cNvSpPr/>
            <p:nvPr/>
          </p:nvSpPr>
          <p:spPr>
            <a:xfrm>
              <a:off x="5377962" y="261248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" name="Hexagon 345">
              <a:extLst>
                <a:ext uri="{FF2B5EF4-FFF2-40B4-BE49-F238E27FC236}">
                  <a16:creationId xmlns:a16="http://schemas.microsoft.com/office/drawing/2014/main" id="{AD2D4F61-D99A-4C7E-B4BB-7214AC03FB68}"/>
                </a:ext>
              </a:extLst>
            </p:cNvPr>
            <p:cNvSpPr/>
            <p:nvPr/>
          </p:nvSpPr>
          <p:spPr>
            <a:xfrm>
              <a:off x="5377962" y="249656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" name="Hexagon 346">
              <a:extLst>
                <a:ext uri="{FF2B5EF4-FFF2-40B4-BE49-F238E27FC236}">
                  <a16:creationId xmlns:a16="http://schemas.microsoft.com/office/drawing/2014/main" id="{ED4B169E-5473-45F9-B159-4198E288DF5C}"/>
                </a:ext>
              </a:extLst>
            </p:cNvPr>
            <p:cNvSpPr/>
            <p:nvPr/>
          </p:nvSpPr>
          <p:spPr>
            <a:xfrm>
              <a:off x="5377962" y="237970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" name="Hexagon 347">
              <a:extLst>
                <a:ext uri="{FF2B5EF4-FFF2-40B4-BE49-F238E27FC236}">
                  <a16:creationId xmlns:a16="http://schemas.microsoft.com/office/drawing/2014/main" id="{3AFF6E47-95EC-4CC1-BB59-3C624941A555}"/>
                </a:ext>
              </a:extLst>
            </p:cNvPr>
            <p:cNvSpPr/>
            <p:nvPr/>
          </p:nvSpPr>
          <p:spPr>
            <a:xfrm>
              <a:off x="5532207" y="231744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" name="Hexagon 348">
              <a:extLst>
                <a:ext uri="{FF2B5EF4-FFF2-40B4-BE49-F238E27FC236}">
                  <a16:creationId xmlns:a16="http://schemas.microsoft.com/office/drawing/2014/main" id="{EC08A490-7400-45B0-BA50-DD7454570346}"/>
                </a:ext>
              </a:extLst>
            </p:cNvPr>
            <p:cNvSpPr/>
            <p:nvPr/>
          </p:nvSpPr>
          <p:spPr>
            <a:xfrm>
              <a:off x="5530302" y="219962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" name="Hexagon 349">
              <a:extLst>
                <a:ext uri="{FF2B5EF4-FFF2-40B4-BE49-F238E27FC236}">
                  <a16:creationId xmlns:a16="http://schemas.microsoft.com/office/drawing/2014/main" id="{8EA4EA29-6370-457D-B1BC-F0620E1A301A}"/>
                </a:ext>
              </a:extLst>
            </p:cNvPr>
            <p:cNvSpPr/>
            <p:nvPr/>
          </p:nvSpPr>
          <p:spPr>
            <a:xfrm>
              <a:off x="5686307" y="225700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" name="Hexagon 350">
              <a:extLst>
                <a:ext uri="{FF2B5EF4-FFF2-40B4-BE49-F238E27FC236}">
                  <a16:creationId xmlns:a16="http://schemas.microsoft.com/office/drawing/2014/main" id="{124000CB-F798-4B15-97F6-155971AD183E}"/>
                </a:ext>
              </a:extLst>
            </p:cNvPr>
            <p:cNvSpPr/>
            <p:nvPr/>
          </p:nvSpPr>
          <p:spPr>
            <a:xfrm>
              <a:off x="5376057" y="285044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" name="Hexagon 351">
              <a:extLst>
                <a:ext uri="{FF2B5EF4-FFF2-40B4-BE49-F238E27FC236}">
                  <a16:creationId xmlns:a16="http://schemas.microsoft.com/office/drawing/2014/main" id="{163ADD48-AA70-4482-86EC-8BF0D83646DF}"/>
                </a:ext>
              </a:extLst>
            </p:cNvPr>
            <p:cNvSpPr/>
            <p:nvPr/>
          </p:nvSpPr>
          <p:spPr>
            <a:xfrm>
              <a:off x="5376057" y="273262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" name="Hexagon 352">
              <a:extLst>
                <a:ext uri="{FF2B5EF4-FFF2-40B4-BE49-F238E27FC236}">
                  <a16:creationId xmlns:a16="http://schemas.microsoft.com/office/drawing/2014/main" id="{67830196-C158-42B7-B409-228A4E712718}"/>
                </a:ext>
              </a:extLst>
            </p:cNvPr>
            <p:cNvSpPr/>
            <p:nvPr/>
          </p:nvSpPr>
          <p:spPr>
            <a:xfrm>
              <a:off x="5531542" y="267027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" name="Hexagon 353">
              <a:extLst>
                <a:ext uri="{FF2B5EF4-FFF2-40B4-BE49-F238E27FC236}">
                  <a16:creationId xmlns:a16="http://schemas.microsoft.com/office/drawing/2014/main" id="{AE766BBE-AF46-4657-B0DC-21BA9C9757BF}"/>
                </a:ext>
              </a:extLst>
            </p:cNvPr>
            <p:cNvSpPr/>
            <p:nvPr/>
          </p:nvSpPr>
          <p:spPr>
            <a:xfrm>
              <a:off x="5531542" y="279000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" name="Hexagon 354">
              <a:extLst>
                <a:ext uri="{FF2B5EF4-FFF2-40B4-BE49-F238E27FC236}">
                  <a16:creationId xmlns:a16="http://schemas.microsoft.com/office/drawing/2014/main" id="{718763A8-FD1B-4600-ABCB-8ADFAB6599CD}"/>
                </a:ext>
              </a:extLst>
            </p:cNvPr>
            <p:cNvSpPr/>
            <p:nvPr/>
          </p:nvSpPr>
          <p:spPr>
            <a:xfrm>
              <a:off x="5685787" y="273156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" name="Hexagon 355">
              <a:extLst>
                <a:ext uri="{FF2B5EF4-FFF2-40B4-BE49-F238E27FC236}">
                  <a16:creationId xmlns:a16="http://schemas.microsoft.com/office/drawing/2014/main" id="{05D522D4-9BDA-4663-AB74-59F371352BBD}"/>
                </a:ext>
              </a:extLst>
            </p:cNvPr>
            <p:cNvSpPr/>
            <p:nvPr/>
          </p:nvSpPr>
          <p:spPr>
            <a:xfrm>
              <a:off x="5683882" y="261755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" name="Hexagon 356">
              <a:extLst>
                <a:ext uri="{FF2B5EF4-FFF2-40B4-BE49-F238E27FC236}">
                  <a16:creationId xmlns:a16="http://schemas.microsoft.com/office/drawing/2014/main" id="{70E24112-BC21-4131-973B-2199B8E7B99C}"/>
                </a:ext>
              </a:extLst>
            </p:cNvPr>
            <p:cNvSpPr/>
            <p:nvPr/>
          </p:nvSpPr>
          <p:spPr>
            <a:xfrm>
              <a:off x="5531986" y="255378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" name="Hexagon 357">
              <a:extLst>
                <a:ext uri="{FF2B5EF4-FFF2-40B4-BE49-F238E27FC236}">
                  <a16:creationId xmlns:a16="http://schemas.microsoft.com/office/drawing/2014/main" id="{453C1BDC-9B24-43E5-B16D-23C043DEF78D}"/>
                </a:ext>
              </a:extLst>
            </p:cNvPr>
            <p:cNvSpPr/>
            <p:nvPr/>
          </p:nvSpPr>
          <p:spPr>
            <a:xfrm>
              <a:off x="5531986" y="24359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" name="Hexagon 358">
              <a:extLst>
                <a:ext uri="{FF2B5EF4-FFF2-40B4-BE49-F238E27FC236}">
                  <a16:creationId xmlns:a16="http://schemas.microsoft.com/office/drawing/2014/main" id="{0A28C2DE-5871-43AA-8D00-302E6B9886BC}"/>
                </a:ext>
              </a:extLst>
            </p:cNvPr>
            <p:cNvSpPr/>
            <p:nvPr/>
          </p:nvSpPr>
          <p:spPr>
            <a:xfrm>
              <a:off x="5687471" y="237362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" name="Hexagon 359">
              <a:extLst>
                <a:ext uri="{FF2B5EF4-FFF2-40B4-BE49-F238E27FC236}">
                  <a16:creationId xmlns:a16="http://schemas.microsoft.com/office/drawing/2014/main" id="{037742AE-AEEA-46E4-B2DB-3C3DD6AE8D65}"/>
                </a:ext>
              </a:extLst>
            </p:cNvPr>
            <p:cNvSpPr/>
            <p:nvPr/>
          </p:nvSpPr>
          <p:spPr>
            <a:xfrm>
              <a:off x="5687471" y="24933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" name="Hexagon 360">
              <a:extLst>
                <a:ext uri="{FF2B5EF4-FFF2-40B4-BE49-F238E27FC236}">
                  <a16:creationId xmlns:a16="http://schemas.microsoft.com/office/drawing/2014/main" id="{873ECB9D-6520-4F8E-BFF7-C25A2CF4EAFC}"/>
                </a:ext>
              </a:extLst>
            </p:cNvPr>
            <p:cNvSpPr/>
            <p:nvPr/>
          </p:nvSpPr>
          <p:spPr>
            <a:xfrm>
              <a:off x="5841716" y="243490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" name="Hexagon 361">
              <a:extLst>
                <a:ext uri="{FF2B5EF4-FFF2-40B4-BE49-F238E27FC236}">
                  <a16:creationId xmlns:a16="http://schemas.microsoft.com/office/drawing/2014/main" id="{C2D52BC8-EF63-440B-A53B-4A3842DB62B7}"/>
                </a:ext>
              </a:extLst>
            </p:cNvPr>
            <p:cNvSpPr/>
            <p:nvPr/>
          </p:nvSpPr>
          <p:spPr>
            <a:xfrm>
              <a:off x="5837647" y="23208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3" name="Hexagon 362">
              <a:extLst>
                <a:ext uri="{FF2B5EF4-FFF2-40B4-BE49-F238E27FC236}">
                  <a16:creationId xmlns:a16="http://schemas.microsoft.com/office/drawing/2014/main" id="{A7FEDED0-0ED3-42CA-9BAF-14432ECB9740}"/>
                </a:ext>
              </a:extLst>
            </p:cNvPr>
            <p:cNvSpPr/>
            <p:nvPr/>
          </p:nvSpPr>
          <p:spPr>
            <a:xfrm>
              <a:off x="5831487" y="219775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4" name="Hexagon 363">
              <a:extLst>
                <a:ext uri="{FF2B5EF4-FFF2-40B4-BE49-F238E27FC236}">
                  <a16:creationId xmlns:a16="http://schemas.microsoft.com/office/drawing/2014/main" id="{19A09861-9C26-4C96-A5A2-C32D94EDC93F}"/>
                </a:ext>
              </a:extLst>
            </p:cNvPr>
            <p:cNvSpPr/>
            <p:nvPr/>
          </p:nvSpPr>
          <p:spPr>
            <a:xfrm>
              <a:off x="5983422" y="213955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5" name="Hexagon 364">
              <a:extLst>
                <a:ext uri="{FF2B5EF4-FFF2-40B4-BE49-F238E27FC236}">
                  <a16:creationId xmlns:a16="http://schemas.microsoft.com/office/drawing/2014/main" id="{F320A926-DBAC-41B4-A5FF-6BC89ABFB75C}"/>
                </a:ext>
              </a:extLst>
            </p:cNvPr>
            <p:cNvSpPr/>
            <p:nvPr/>
          </p:nvSpPr>
          <p:spPr>
            <a:xfrm>
              <a:off x="5988916" y="225616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6" name="Hexagon 365">
              <a:extLst>
                <a:ext uri="{FF2B5EF4-FFF2-40B4-BE49-F238E27FC236}">
                  <a16:creationId xmlns:a16="http://schemas.microsoft.com/office/drawing/2014/main" id="{7D0FFC50-215F-48BA-977D-5083E33AC7B0}"/>
                </a:ext>
              </a:extLst>
            </p:cNvPr>
            <p:cNvSpPr/>
            <p:nvPr/>
          </p:nvSpPr>
          <p:spPr>
            <a:xfrm>
              <a:off x="5988916" y="237372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7" name="Hexagon 366">
              <a:extLst>
                <a:ext uri="{FF2B5EF4-FFF2-40B4-BE49-F238E27FC236}">
                  <a16:creationId xmlns:a16="http://schemas.microsoft.com/office/drawing/2014/main" id="{C4B8BB46-7BAD-49B5-A3C2-E50F9F2E419B}"/>
                </a:ext>
              </a:extLst>
            </p:cNvPr>
            <p:cNvSpPr/>
            <p:nvPr/>
          </p:nvSpPr>
          <p:spPr>
            <a:xfrm>
              <a:off x="6141256" y="231363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8" name="Hexagon 367">
              <a:extLst>
                <a:ext uri="{FF2B5EF4-FFF2-40B4-BE49-F238E27FC236}">
                  <a16:creationId xmlns:a16="http://schemas.microsoft.com/office/drawing/2014/main" id="{3453B90A-0EE2-491E-828C-E356FDBB6E54}"/>
                </a:ext>
              </a:extLst>
            </p:cNvPr>
            <p:cNvSpPr/>
            <p:nvPr/>
          </p:nvSpPr>
          <p:spPr>
            <a:xfrm>
              <a:off x="6141256" y="219772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9" name="Hexagon 368">
              <a:extLst>
                <a:ext uri="{FF2B5EF4-FFF2-40B4-BE49-F238E27FC236}">
                  <a16:creationId xmlns:a16="http://schemas.microsoft.com/office/drawing/2014/main" id="{13857694-BA5B-4A36-A844-5503429FD5C0}"/>
                </a:ext>
              </a:extLst>
            </p:cNvPr>
            <p:cNvSpPr/>
            <p:nvPr/>
          </p:nvSpPr>
          <p:spPr>
            <a:xfrm>
              <a:off x="6137002" y="208410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0" name="Hexagon 369">
              <a:extLst>
                <a:ext uri="{FF2B5EF4-FFF2-40B4-BE49-F238E27FC236}">
                  <a16:creationId xmlns:a16="http://schemas.microsoft.com/office/drawing/2014/main" id="{DC4A625F-107D-4F88-A4F9-8E3C2F00CD9F}"/>
                </a:ext>
              </a:extLst>
            </p:cNvPr>
            <p:cNvSpPr/>
            <p:nvPr/>
          </p:nvSpPr>
          <p:spPr>
            <a:xfrm>
              <a:off x="6139383" y="196243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1" name="Hexagon 370">
              <a:extLst>
                <a:ext uri="{FF2B5EF4-FFF2-40B4-BE49-F238E27FC236}">
                  <a16:creationId xmlns:a16="http://schemas.microsoft.com/office/drawing/2014/main" id="{38F27AFC-7D35-457A-B0A7-4052EC08C281}"/>
                </a:ext>
              </a:extLst>
            </p:cNvPr>
            <p:cNvSpPr/>
            <p:nvPr/>
          </p:nvSpPr>
          <p:spPr>
            <a:xfrm>
              <a:off x="6290794" y="225317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2" name="Hexagon 371">
              <a:extLst>
                <a:ext uri="{FF2B5EF4-FFF2-40B4-BE49-F238E27FC236}">
                  <a16:creationId xmlns:a16="http://schemas.microsoft.com/office/drawing/2014/main" id="{A6049C6C-C9F8-4093-BAB7-8A41BA4DB290}"/>
                </a:ext>
              </a:extLst>
            </p:cNvPr>
            <p:cNvSpPr/>
            <p:nvPr/>
          </p:nvSpPr>
          <p:spPr>
            <a:xfrm>
              <a:off x="6286540" y="213955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3" name="Hexagon 372">
              <a:extLst>
                <a:ext uri="{FF2B5EF4-FFF2-40B4-BE49-F238E27FC236}">
                  <a16:creationId xmlns:a16="http://schemas.microsoft.com/office/drawing/2014/main" id="{69F300A2-5708-4AF7-A174-0C4C65FD9706}"/>
                </a:ext>
              </a:extLst>
            </p:cNvPr>
            <p:cNvSpPr/>
            <p:nvPr/>
          </p:nvSpPr>
          <p:spPr>
            <a:xfrm>
              <a:off x="6286540" y="201788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4" name="Hexagon 373">
              <a:extLst>
                <a:ext uri="{FF2B5EF4-FFF2-40B4-BE49-F238E27FC236}">
                  <a16:creationId xmlns:a16="http://schemas.microsoft.com/office/drawing/2014/main" id="{C3FBBA8D-BA91-486B-BA24-3202E04BA769}"/>
                </a:ext>
              </a:extLst>
            </p:cNvPr>
            <p:cNvSpPr/>
            <p:nvPr/>
          </p:nvSpPr>
          <p:spPr>
            <a:xfrm>
              <a:off x="6440518" y="231683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5" name="Hexagon 374">
              <a:extLst>
                <a:ext uri="{FF2B5EF4-FFF2-40B4-BE49-F238E27FC236}">
                  <a16:creationId xmlns:a16="http://schemas.microsoft.com/office/drawing/2014/main" id="{66BCFCBE-C0CC-4883-8F6C-EFD35BF97288}"/>
                </a:ext>
              </a:extLst>
            </p:cNvPr>
            <p:cNvSpPr/>
            <p:nvPr/>
          </p:nvSpPr>
          <p:spPr>
            <a:xfrm>
              <a:off x="6436264" y="219940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6" name="Hexagon 375">
              <a:extLst>
                <a:ext uri="{FF2B5EF4-FFF2-40B4-BE49-F238E27FC236}">
                  <a16:creationId xmlns:a16="http://schemas.microsoft.com/office/drawing/2014/main" id="{98770701-EDB8-428D-9E21-AD3D252BBBBB}"/>
                </a:ext>
              </a:extLst>
            </p:cNvPr>
            <p:cNvSpPr/>
            <p:nvPr/>
          </p:nvSpPr>
          <p:spPr>
            <a:xfrm>
              <a:off x="6440074" y="207774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7" name="Hexagon 376">
              <a:extLst>
                <a:ext uri="{FF2B5EF4-FFF2-40B4-BE49-F238E27FC236}">
                  <a16:creationId xmlns:a16="http://schemas.microsoft.com/office/drawing/2014/main" id="{C394D8B8-D4A1-4B20-B7E1-7933A76D1075}"/>
                </a:ext>
              </a:extLst>
            </p:cNvPr>
            <p:cNvSpPr/>
            <p:nvPr/>
          </p:nvSpPr>
          <p:spPr>
            <a:xfrm>
              <a:off x="6448520" y="255668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8" name="Hexagon 377">
              <a:extLst>
                <a:ext uri="{FF2B5EF4-FFF2-40B4-BE49-F238E27FC236}">
                  <a16:creationId xmlns:a16="http://schemas.microsoft.com/office/drawing/2014/main" id="{2F1E038F-21F3-4B59-90F8-C16F257D50E6}"/>
                </a:ext>
              </a:extLst>
            </p:cNvPr>
            <p:cNvSpPr/>
            <p:nvPr/>
          </p:nvSpPr>
          <p:spPr>
            <a:xfrm>
              <a:off x="6444266" y="243925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9" name="Hexagon 378">
              <a:extLst>
                <a:ext uri="{FF2B5EF4-FFF2-40B4-BE49-F238E27FC236}">
                  <a16:creationId xmlns:a16="http://schemas.microsoft.com/office/drawing/2014/main" id="{55876DFC-823A-4536-9A5E-B9920900E98B}"/>
                </a:ext>
              </a:extLst>
            </p:cNvPr>
            <p:cNvSpPr/>
            <p:nvPr/>
          </p:nvSpPr>
          <p:spPr>
            <a:xfrm>
              <a:off x="6590519" y="201706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0" name="Hexagon 379">
              <a:extLst>
                <a:ext uri="{FF2B5EF4-FFF2-40B4-BE49-F238E27FC236}">
                  <a16:creationId xmlns:a16="http://schemas.microsoft.com/office/drawing/2014/main" id="{E9AD1248-D00D-4D67-8529-AC26428A44BC}"/>
                </a:ext>
              </a:extLst>
            </p:cNvPr>
            <p:cNvSpPr/>
            <p:nvPr/>
          </p:nvSpPr>
          <p:spPr>
            <a:xfrm>
              <a:off x="6595790" y="189963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1" name="Hexagon 380">
              <a:extLst>
                <a:ext uri="{FF2B5EF4-FFF2-40B4-BE49-F238E27FC236}">
                  <a16:creationId xmlns:a16="http://schemas.microsoft.com/office/drawing/2014/main" id="{42458E18-E5E8-4B74-8D71-D721EA581619}"/>
                </a:ext>
              </a:extLst>
            </p:cNvPr>
            <p:cNvSpPr/>
            <p:nvPr/>
          </p:nvSpPr>
          <p:spPr>
            <a:xfrm>
              <a:off x="6597695" y="177987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2" name="Hexagon 381">
              <a:extLst>
                <a:ext uri="{FF2B5EF4-FFF2-40B4-BE49-F238E27FC236}">
                  <a16:creationId xmlns:a16="http://schemas.microsoft.com/office/drawing/2014/main" id="{3C228BE9-3AF1-49E6-8A30-CD850EB32BFB}"/>
                </a:ext>
              </a:extLst>
            </p:cNvPr>
            <p:cNvSpPr/>
            <p:nvPr/>
          </p:nvSpPr>
          <p:spPr>
            <a:xfrm>
              <a:off x="6594711" y="225500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3" name="Hexagon 382">
              <a:extLst>
                <a:ext uri="{FF2B5EF4-FFF2-40B4-BE49-F238E27FC236}">
                  <a16:creationId xmlns:a16="http://schemas.microsoft.com/office/drawing/2014/main" id="{7D2D5EE4-5237-49C4-9B88-3D2C3F544E78}"/>
                </a:ext>
              </a:extLst>
            </p:cNvPr>
            <p:cNvSpPr/>
            <p:nvPr/>
          </p:nvSpPr>
          <p:spPr>
            <a:xfrm>
              <a:off x="6590457" y="213757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" name="Hexagon 383">
              <a:extLst>
                <a:ext uri="{FF2B5EF4-FFF2-40B4-BE49-F238E27FC236}">
                  <a16:creationId xmlns:a16="http://schemas.microsoft.com/office/drawing/2014/main" id="{B2FFCABB-94D7-4556-B69A-2969D9E6B334}"/>
                </a:ext>
              </a:extLst>
            </p:cNvPr>
            <p:cNvSpPr/>
            <p:nvPr/>
          </p:nvSpPr>
          <p:spPr>
            <a:xfrm>
              <a:off x="6590457" y="237801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" name="Hexagon 384">
              <a:extLst>
                <a:ext uri="{FF2B5EF4-FFF2-40B4-BE49-F238E27FC236}">
                  <a16:creationId xmlns:a16="http://schemas.microsoft.com/office/drawing/2014/main" id="{41354A9B-0560-471B-8EDB-B068FD8AF7CE}"/>
                </a:ext>
              </a:extLst>
            </p:cNvPr>
            <p:cNvSpPr/>
            <p:nvPr/>
          </p:nvSpPr>
          <p:spPr>
            <a:xfrm>
              <a:off x="6594649" y="261595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" name="Hexagon 385">
              <a:extLst>
                <a:ext uri="{FF2B5EF4-FFF2-40B4-BE49-F238E27FC236}">
                  <a16:creationId xmlns:a16="http://schemas.microsoft.com/office/drawing/2014/main" id="{27B468D1-BF1A-4AEA-9635-F33D1CDFE0E4}"/>
                </a:ext>
              </a:extLst>
            </p:cNvPr>
            <p:cNvSpPr/>
            <p:nvPr/>
          </p:nvSpPr>
          <p:spPr>
            <a:xfrm>
              <a:off x="6590395" y="249852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" name="Hexagon 386">
              <a:extLst>
                <a:ext uri="{FF2B5EF4-FFF2-40B4-BE49-F238E27FC236}">
                  <a16:creationId xmlns:a16="http://schemas.microsoft.com/office/drawing/2014/main" id="{B65276C5-34ED-4A26-A62B-F44FE578C679}"/>
                </a:ext>
              </a:extLst>
            </p:cNvPr>
            <p:cNvSpPr/>
            <p:nvPr/>
          </p:nvSpPr>
          <p:spPr>
            <a:xfrm>
              <a:off x="6743609" y="18385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" name="Hexagon 387">
              <a:extLst>
                <a:ext uri="{FF2B5EF4-FFF2-40B4-BE49-F238E27FC236}">
                  <a16:creationId xmlns:a16="http://schemas.microsoft.com/office/drawing/2014/main" id="{03C975AD-0A6A-4F0E-8D02-D3A9CF967E77}"/>
                </a:ext>
              </a:extLst>
            </p:cNvPr>
            <p:cNvSpPr/>
            <p:nvPr/>
          </p:nvSpPr>
          <p:spPr>
            <a:xfrm>
              <a:off x="6746975" y="172116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" name="Hexagon 388">
              <a:extLst>
                <a:ext uri="{FF2B5EF4-FFF2-40B4-BE49-F238E27FC236}">
                  <a16:creationId xmlns:a16="http://schemas.microsoft.com/office/drawing/2014/main" id="{E66E5A19-976E-41B8-AF18-CE1DBF294C4E}"/>
                </a:ext>
              </a:extLst>
            </p:cNvPr>
            <p:cNvSpPr/>
            <p:nvPr/>
          </p:nvSpPr>
          <p:spPr>
            <a:xfrm>
              <a:off x="6746975" y="160140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" name="Hexagon 389">
              <a:extLst>
                <a:ext uri="{FF2B5EF4-FFF2-40B4-BE49-F238E27FC236}">
                  <a16:creationId xmlns:a16="http://schemas.microsoft.com/office/drawing/2014/main" id="{54CDFFA1-3438-4E4E-91C4-F124D9C5008B}"/>
                </a:ext>
              </a:extLst>
            </p:cNvPr>
            <p:cNvSpPr/>
            <p:nvPr/>
          </p:nvSpPr>
          <p:spPr>
            <a:xfrm>
              <a:off x="6743991" y="207654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" name="Hexagon 390">
              <a:extLst>
                <a:ext uri="{FF2B5EF4-FFF2-40B4-BE49-F238E27FC236}">
                  <a16:creationId xmlns:a16="http://schemas.microsoft.com/office/drawing/2014/main" id="{46F7F302-DC02-43B8-8790-23B0A0732B09}"/>
                </a:ext>
              </a:extLst>
            </p:cNvPr>
            <p:cNvSpPr/>
            <p:nvPr/>
          </p:nvSpPr>
          <p:spPr>
            <a:xfrm>
              <a:off x="6743547" y="195911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" name="Hexagon 391">
              <a:extLst>
                <a:ext uri="{FF2B5EF4-FFF2-40B4-BE49-F238E27FC236}">
                  <a16:creationId xmlns:a16="http://schemas.microsoft.com/office/drawing/2014/main" id="{458A52D3-1318-4B8D-8C32-7E71B41F4FAF}"/>
                </a:ext>
              </a:extLst>
            </p:cNvPr>
            <p:cNvSpPr/>
            <p:nvPr/>
          </p:nvSpPr>
          <p:spPr>
            <a:xfrm>
              <a:off x="6746531" y="231381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" name="Hexagon 392">
              <a:extLst>
                <a:ext uri="{FF2B5EF4-FFF2-40B4-BE49-F238E27FC236}">
                  <a16:creationId xmlns:a16="http://schemas.microsoft.com/office/drawing/2014/main" id="{15E010D8-13FC-48EE-B125-A56D1576636E}"/>
                </a:ext>
              </a:extLst>
            </p:cNvPr>
            <p:cNvSpPr/>
            <p:nvPr/>
          </p:nvSpPr>
          <p:spPr>
            <a:xfrm>
              <a:off x="6897994" y="166281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" name="Hexagon 393">
              <a:extLst>
                <a:ext uri="{FF2B5EF4-FFF2-40B4-BE49-F238E27FC236}">
                  <a16:creationId xmlns:a16="http://schemas.microsoft.com/office/drawing/2014/main" id="{498342C3-B259-4DAD-9316-253949A0290E}"/>
                </a:ext>
              </a:extLst>
            </p:cNvPr>
            <p:cNvSpPr/>
            <p:nvPr/>
          </p:nvSpPr>
          <p:spPr>
            <a:xfrm>
              <a:off x="6902745" y="15472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" name="Hexagon 394">
              <a:extLst>
                <a:ext uri="{FF2B5EF4-FFF2-40B4-BE49-F238E27FC236}">
                  <a16:creationId xmlns:a16="http://schemas.microsoft.com/office/drawing/2014/main" id="{F5ED77FB-93BE-4FDF-878B-E1C052438CC8}"/>
                </a:ext>
              </a:extLst>
            </p:cNvPr>
            <p:cNvSpPr/>
            <p:nvPr/>
          </p:nvSpPr>
          <p:spPr>
            <a:xfrm>
              <a:off x="6902745" y="142753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" name="Hexagon 395">
              <a:extLst>
                <a:ext uri="{FF2B5EF4-FFF2-40B4-BE49-F238E27FC236}">
                  <a16:creationId xmlns:a16="http://schemas.microsoft.com/office/drawing/2014/main" id="{CBA0339D-C158-40F3-A243-197D6D815839}"/>
                </a:ext>
              </a:extLst>
            </p:cNvPr>
            <p:cNvSpPr/>
            <p:nvPr/>
          </p:nvSpPr>
          <p:spPr>
            <a:xfrm>
              <a:off x="6898116" y="189911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" name="Hexagon 396">
              <a:extLst>
                <a:ext uri="{FF2B5EF4-FFF2-40B4-BE49-F238E27FC236}">
                  <a16:creationId xmlns:a16="http://schemas.microsoft.com/office/drawing/2014/main" id="{CBCE90F7-1FFC-4811-8948-FEE032F8E7CF}"/>
                </a:ext>
              </a:extLst>
            </p:cNvPr>
            <p:cNvSpPr/>
            <p:nvPr/>
          </p:nvSpPr>
          <p:spPr>
            <a:xfrm>
              <a:off x="6893602" y="178333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" name="Hexagon 397">
              <a:extLst>
                <a:ext uri="{FF2B5EF4-FFF2-40B4-BE49-F238E27FC236}">
                  <a16:creationId xmlns:a16="http://schemas.microsoft.com/office/drawing/2014/main" id="{9C70D6F0-F29D-42C0-9F71-9005535ADD29}"/>
                </a:ext>
              </a:extLst>
            </p:cNvPr>
            <p:cNvSpPr/>
            <p:nvPr/>
          </p:nvSpPr>
          <p:spPr>
            <a:xfrm>
              <a:off x="6898313" y="214011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" name="Hexagon 398">
              <a:extLst>
                <a:ext uri="{FF2B5EF4-FFF2-40B4-BE49-F238E27FC236}">
                  <a16:creationId xmlns:a16="http://schemas.microsoft.com/office/drawing/2014/main" id="{50E5A0C8-E27B-4159-8115-664E09F90E56}"/>
                </a:ext>
              </a:extLst>
            </p:cNvPr>
            <p:cNvSpPr/>
            <p:nvPr/>
          </p:nvSpPr>
          <p:spPr>
            <a:xfrm>
              <a:off x="6893583" y="202173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" name="Hexagon 399">
              <a:extLst>
                <a:ext uri="{FF2B5EF4-FFF2-40B4-BE49-F238E27FC236}">
                  <a16:creationId xmlns:a16="http://schemas.microsoft.com/office/drawing/2014/main" id="{BEBE5CCD-16C0-4CAE-A6AD-E5E02B7782CA}"/>
                </a:ext>
              </a:extLst>
            </p:cNvPr>
            <p:cNvSpPr/>
            <p:nvPr/>
          </p:nvSpPr>
          <p:spPr>
            <a:xfrm>
              <a:off x="7053264" y="148107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" name="Hexagon 400">
              <a:extLst>
                <a:ext uri="{FF2B5EF4-FFF2-40B4-BE49-F238E27FC236}">
                  <a16:creationId xmlns:a16="http://schemas.microsoft.com/office/drawing/2014/main" id="{507E9430-EBA9-46A2-8F33-B41B071108CE}"/>
                </a:ext>
              </a:extLst>
            </p:cNvPr>
            <p:cNvSpPr/>
            <p:nvPr/>
          </p:nvSpPr>
          <p:spPr>
            <a:xfrm>
              <a:off x="7056630" y="136555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2" name="Hexagon 401">
              <a:extLst>
                <a:ext uri="{FF2B5EF4-FFF2-40B4-BE49-F238E27FC236}">
                  <a16:creationId xmlns:a16="http://schemas.microsoft.com/office/drawing/2014/main" id="{3DAFA3C4-FE40-448D-9882-F488661AE94C}"/>
                </a:ext>
              </a:extLst>
            </p:cNvPr>
            <p:cNvSpPr/>
            <p:nvPr/>
          </p:nvSpPr>
          <p:spPr>
            <a:xfrm>
              <a:off x="7054725" y="12476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3" name="Hexagon 402">
              <a:extLst>
                <a:ext uri="{FF2B5EF4-FFF2-40B4-BE49-F238E27FC236}">
                  <a16:creationId xmlns:a16="http://schemas.microsoft.com/office/drawing/2014/main" id="{AEA7FF47-A573-409E-B1CA-989A7EE4C0B5}"/>
                </a:ext>
              </a:extLst>
            </p:cNvPr>
            <p:cNvSpPr/>
            <p:nvPr/>
          </p:nvSpPr>
          <p:spPr>
            <a:xfrm>
              <a:off x="7051297" y="160159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4" name="Hexagon 403">
              <a:extLst>
                <a:ext uri="{FF2B5EF4-FFF2-40B4-BE49-F238E27FC236}">
                  <a16:creationId xmlns:a16="http://schemas.microsoft.com/office/drawing/2014/main" id="{00858CF1-DDAB-443A-A4D8-C7A27958D542}"/>
                </a:ext>
              </a:extLst>
            </p:cNvPr>
            <p:cNvSpPr/>
            <p:nvPr/>
          </p:nvSpPr>
          <p:spPr>
            <a:xfrm>
              <a:off x="4005130" y="398252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5" name="Hexagon 404">
              <a:extLst>
                <a:ext uri="{FF2B5EF4-FFF2-40B4-BE49-F238E27FC236}">
                  <a16:creationId xmlns:a16="http://schemas.microsoft.com/office/drawing/2014/main" id="{DB503E31-9B23-44C2-A579-D217A6F531FC}"/>
                </a:ext>
              </a:extLst>
            </p:cNvPr>
            <p:cNvSpPr/>
            <p:nvPr/>
          </p:nvSpPr>
          <p:spPr>
            <a:xfrm>
              <a:off x="4007035" y="386279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6" name="Hexagon 405">
              <a:extLst>
                <a:ext uri="{FF2B5EF4-FFF2-40B4-BE49-F238E27FC236}">
                  <a16:creationId xmlns:a16="http://schemas.microsoft.com/office/drawing/2014/main" id="{D66FE3BC-1F73-479F-9E31-ECCFF07AEF5B}"/>
                </a:ext>
              </a:extLst>
            </p:cNvPr>
            <p:cNvSpPr/>
            <p:nvPr/>
          </p:nvSpPr>
          <p:spPr>
            <a:xfrm>
              <a:off x="4159101" y="403782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7" name="Hexagon 406">
              <a:extLst>
                <a:ext uri="{FF2B5EF4-FFF2-40B4-BE49-F238E27FC236}">
                  <a16:creationId xmlns:a16="http://schemas.microsoft.com/office/drawing/2014/main" id="{6E09E584-F726-4392-9BE3-713B2F455CFE}"/>
                </a:ext>
              </a:extLst>
            </p:cNvPr>
            <p:cNvSpPr/>
            <p:nvPr/>
          </p:nvSpPr>
          <p:spPr>
            <a:xfrm>
              <a:off x="4157456" y="392191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8" name="Hexagon 407">
              <a:extLst>
                <a:ext uri="{FF2B5EF4-FFF2-40B4-BE49-F238E27FC236}">
                  <a16:creationId xmlns:a16="http://schemas.microsoft.com/office/drawing/2014/main" id="{18D74BB5-DF2E-47EA-9AC7-B0DF32C92AA9}"/>
                </a:ext>
              </a:extLst>
            </p:cNvPr>
            <p:cNvSpPr/>
            <p:nvPr/>
          </p:nvSpPr>
          <p:spPr>
            <a:xfrm>
              <a:off x="4311134" y="397924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9" name="Hexagon 408">
              <a:extLst>
                <a:ext uri="{FF2B5EF4-FFF2-40B4-BE49-F238E27FC236}">
                  <a16:creationId xmlns:a16="http://schemas.microsoft.com/office/drawing/2014/main" id="{135D1E38-7D72-47FE-AC5D-A3E36B2642CE}"/>
                </a:ext>
              </a:extLst>
            </p:cNvPr>
            <p:cNvSpPr/>
            <p:nvPr/>
          </p:nvSpPr>
          <p:spPr>
            <a:xfrm>
              <a:off x="4310874" y="386211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0" name="Hexagon 409">
              <a:extLst>
                <a:ext uri="{FF2B5EF4-FFF2-40B4-BE49-F238E27FC236}">
                  <a16:creationId xmlns:a16="http://schemas.microsoft.com/office/drawing/2014/main" id="{3A94567D-C0C6-4EFA-AD0E-41FFFC89A332}"/>
                </a:ext>
              </a:extLst>
            </p:cNvPr>
            <p:cNvSpPr/>
            <p:nvPr/>
          </p:nvSpPr>
          <p:spPr>
            <a:xfrm>
              <a:off x="4319413" y="374645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1" name="Hexagon 410">
              <a:extLst>
                <a:ext uri="{FF2B5EF4-FFF2-40B4-BE49-F238E27FC236}">
                  <a16:creationId xmlns:a16="http://schemas.microsoft.com/office/drawing/2014/main" id="{AD1DEC60-A829-4931-BDE3-BE5A5503FB5A}"/>
                </a:ext>
              </a:extLst>
            </p:cNvPr>
            <p:cNvSpPr/>
            <p:nvPr/>
          </p:nvSpPr>
          <p:spPr>
            <a:xfrm>
              <a:off x="4317508" y="363054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2" name="Hexagon 411">
              <a:extLst>
                <a:ext uri="{FF2B5EF4-FFF2-40B4-BE49-F238E27FC236}">
                  <a16:creationId xmlns:a16="http://schemas.microsoft.com/office/drawing/2014/main" id="{2AB06347-3E62-4A5C-981E-FDFC106F6812}"/>
                </a:ext>
              </a:extLst>
            </p:cNvPr>
            <p:cNvSpPr/>
            <p:nvPr/>
          </p:nvSpPr>
          <p:spPr>
            <a:xfrm>
              <a:off x="4469021" y="368570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3" name="Hexagon 412">
              <a:extLst>
                <a:ext uri="{FF2B5EF4-FFF2-40B4-BE49-F238E27FC236}">
                  <a16:creationId xmlns:a16="http://schemas.microsoft.com/office/drawing/2014/main" id="{D692141D-5ABE-4F4F-A54C-A0C1ADDAED16}"/>
                </a:ext>
              </a:extLst>
            </p:cNvPr>
            <p:cNvSpPr/>
            <p:nvPr/>
          </p:nvSpPr>
          <p:spPr>
            <a:xfrm>
              <a:off x="4470926" y="357074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4" name="Hexagon 413">
              <a:extLst>
                <a:ext uri="{FF2B5EF4-FFF2-40B4-BE49-F238E27FC236}">
                  <a16:creationId xmlns:a16="http://schemas.microsoft.com/office/drawing/2014/main" id="{9F69BA0E-BD74-4E1D-BEEF-7FF60E8BC883}"/>
                </a:ext>
              </a:extLst>
            </p:cNvPr>
            <p:cNvSpPr/>
            <p:nvPr/>
          </p:nvSpPr>
          <p:spPr>
            <a:xfrm>
              <a:off x="4468700" y="344936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5" name="Hexagon 414">
              <a:extLst>
                <a:ext uri="{FF2B5EF4-FFF2-40B4-BE49-F238E27FC236}">
                  <a16:creationId xmlns:a16="http://schemas.microsoft.com/office/drawing/2014/main" id="{206B3094-7064-490D-8113-3934DF43C7D9}"/>
                </a:ext>
              </a:extLst>
            </p:cNvPr>
            <p:cNvSpPr/>
            <p:nvPr/>
          </p:nvSpPr>
          <p:spPr>
            <a:xfrm>
              <a:off x="4470605" y="332964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6" name="Hexagon 415">
              <a:extLst>
                <a:ext uri="{FF2B5EF4-FFF2-40B4-BE49-F238E27FC236}">
                  <a16:creationId xmlns:a16="http://schemas.microsoft.com/office/drawing/2014/main" id="{9160D76C-E7FC-4E3D-9CBA-BD8CD25006A1}"/>
                </a:ext>
              </a:extLst>
            </p:cNvPr>
            <p:cNvSpPr/>
            <p:nvPr/>
          </p:nvSpPr>
          <p:spPr>
            <a:xfrm>
              <a:off x="4620766" y="350467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7" name="Hexagon 416">
              <a:extLst>
                <a:ext uri="{FF2B5EF4-FFF2-40B4-BE49-F238E27FC236}">
                  <a16:creationId xmlns:a16="http://schemas.microsoft.com/office/drawing/2014/main" id="{07A1173F-8E04-4190-82C1-FDB0FD26E65F}"/>
                </a:ext>
              </a:extLst>
            </p:cNvPr>
            <p:cNvSpPr/>
            <p:nvPr/>
          </p:nvSpPr>
          <p:spPr>
            <a:xfrm>
              <a:off x="4618861" y="338875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8" name="Hexagon 417">
              <a:extLst>
                <a:ext uri="{FF2B5EF4-FFF2-40B4-BE49-F238E27FC236}">
                  <a16:creationId xmlns:a16="http://schemas.microsoft.com/office/drawing/2014/main" id="{02DC0C39-EDA2-41C5-A26F-DE43A3F313DB}"/>
                </a:ext>
              </a:extLst>
            </p:cNvPr>
            <p:cNvSpPr/>
            <p:nvPr/>
          </p:nvSpPr>
          <p:spPr>
            <a:xfrm>
              <a:off x="4767224" y="356528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9" name="Hexagon 418">
              <a:extLst>
                <a:ext uri="{FF2B5EF4-FFF2-40B4-BE49-F238E27FC236}">
                  <a16:creationId xmlns:a16="http://schemas.microsoft.com/office/drawing/2014/main" id="{9761045D-3A3A-445C-AEF5-91AF56CEAA61}"/>
                </a:ext>
              </a:extLst>
            </p:cNvPr>
            <p:cNvSpPr/>
            <p:nvPr/>
          </p:nvSpPr>
          <p:spPr>
            <a:xfrm>
              <a:off x="4769129" y="344555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0" name="Hexagon 419">
              <a:extLst>
                <a:ext uri="{FF2B5EF4-FFF2-40B4-BE49-F238E27FC236}">
                  <a16:creationId xmlns:a16="http://schemas.microsoft.com/office/drawing/2014/main" id="{3F5EF0D3-3B86-46AA-AD0A-9C1E6407D14E}"/>
                </a:ext>
              </a:extLst>
            </p:cNvPr>
            <p:cNvSpPr/>
            <p:nvPr/>
          </p:nvSpPr>
          <p:spPr>
            <a:xfrm>
              <a:off x="4919290" y="362058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1" name="Hexagon 420">
              <a:extLst>
                <a:ext uri="{FF2B5EF4-FFF2-40B4-BE49-F238E27FC236}">
                  <a16:creationId xmlns:a16="http://schemas.microsoft.com/office/drawing/2014/main" id="{A84E02D0-AD57-42EB-9401-F6CE275CAE88}"/>
                </a:ext>
              </a:extLst>
            </p:cNvPr>
            <p:cNvSpPr/>
            <p:nvPr/>
          </p:nvSpPr>
          <p:spPr>
            <a:xfrm>
              <a:off x="4917385" y="350467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2" name="Hexagon 421">
              <a:extLst>
                <a:ext uri="{FF2B5EF4-FFF2-40B4-BE49-F238E27FC236}">
                  <a16:creationId xmlns:a16="http://schemas.microsoft.com/office/drawing/2014/main" id="{3B1C7F3C-56A2-42D1-BA2E-FF084AAA2B73}"/>
                </a:ext>
              </a:extLst>
            </p:cNvPr>
            <p:cNvSpPr/>
            <p:nvPr/>
          </p:nvSpPr>
          <p:spPr>
            <a:xfrm>
              <a:off x="4163216" y="415951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3" name="Hexagon 422">
              <a:extLst>
                <a:ext uri="{FF2B5EF4-FFF2-40B4-BE49-F238E27FC236}">
                  <a16:creationId xmlns:a16="http://schemas.microsoft.com/office/drawing/2014/main" id="{D858E20F-B2E1-4657-94A9-42B5FE4B4439}"/>
                </a:ext>
              </a:extLst>
            </p:cNvPr>
            <p:cNvSpPr/>
            <p:nvPr/>
          </p:nvSpPr>
          <p:spPr>
            <a:xfrm>
              <a:off x="4313377" y="421672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4" name="Hexagon 423">
              <a:extLst>
                <a:ext uri="{FF2B5EF4-FFF2-40B4-BE49-F238E27FC236}">
                  <a16:creationId xmlns:a16="http://schemas.microsoft.com/office/drawing/2014/main" id="{9B049076-FAEE-4FA6-B6E6-4988827D0760}"/>
                </a:ext>
              </a:extLst>
            </p:cNvPr>
            <p:cNvSpPr/>
            <p:nvPr/>
          </p:nvSpPr>
          <p:spPr>
            <a:xfrm>
              <a:off x="4466795" y="415978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5" name="Hexagon 424">
              <a:extLst>
                <a:ext uri="{FF2B5EF4-FFF2-40B4-BE49-F238E27FC236}">
                  <a16:creationId xmlns:a16="http://schemas.microsoft.com/office/drawing/2014/main" id="{40D125F9-CBFC-448C-A484-903538C78F01}"/>
                </a:ext>
              </a:extLst>
            </p:cNvPr>
            <p:cNvSpPr/>
            <p:nvPr/>
          </p:nvSpPr>
          <p:spPr>
            <a:xfrm>
              <a:off x="4464890" y="404101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6" name="Hexagon 425">
              <a:extLst>
                <a:ext uri="{FF2B5EF4-FFF2-40B4-BE49-F238E27FC236}">
                  <a16:creationId xmlns:a16="http://schemas.microsoft.com/office/drawing/2014/main" id="{0AA11F63-F2D6-4431-8360-DD51E35A21EF}"/>
                </a:ext>
              </a:extLst>
            </p:cNvPr>
            <p:cNvSpPr/>
            <p:nvPr/>
          </p:nvSpPr>
          <p:spPr>
            <a:xfrm>
              <a:off x="4005626" y="433904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7" name="Hexagon 426">
              <a:extLst>
                <a:ext uri="{FF2B5EF4-FFF2-40B4-BE49-F238E27FC236}">
                  <a16:creationId xmlns:a16="http://schemas.microsoft.com/office/drawing/2014/main" id="{79DEA779-012F-4633-A423-07C8A68DB0D3}"/>
                </a:ext>
              </a:extLst>
            </p:cNvPr>
            <p:cNvSpPr/>
            <p:nvPr/>
          </p:nvSpPr>
          <p:spPr>
            <a:xfrm>
              <a:off x="4161502" y="439434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8" name="Hexagon 427">
              <a:extLst>
                <a:ext uri="{FF2B5EF4-FFF2-40B4-BE49-F238E27FC236}">
                  <a16:creationId xmlns:a16="http://schemas.microsoft.com/office/drawing/2014/main" id="{2D5A99EE-2581-4082-B9A3-667A71CBC7CF}"/>
                </a:ext>
              </a:extLst>
            </p:cNvPr>
            <p:cNvSpPr/>
            <p:nvPr/>
          </p:nvSpPr>
          <p:spPr>
            <a:xfrm>
              <a:off x="4159597" y="427842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9" name="Hexagon 428">
              <a:extLst>
                <a:ext uri="{FF2B5EF4-FFF2-40B4-BE49-F238E27FC236}">
                  <a16:creationId xmlns:a16="http://schemas.microsoft.com/office/drawing/2014/main" id="{C52B0C4C-AE01-4500-AEEE-5D5187291D37}"/>
                </a:ext>
              </a:extLst>
            </p:cNvPr>
            <p:cNvSpPr/>
            <p:nvPr/>
          </p:nvSpPr>
          <p:spPr>
            <a:xfrm>
              <a:off x="4008647" y="445498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30" name="Hexagon 429">
              <a:extLst>
                <a:ext uri="{FF2B5EF4-FFF2-40B4-BE49-F238E27FC236}">
                  <a16:creationId xmlns:a16="http://schemas.microsoft.com/office/drawing/2014/main" id="{5E2B238D-9C16-4CBA-A17A-80FF519206CC}"/>
                </a:ext>
              </a:extLst>
            </p:cNvPr>
            <p:cNvSpPr/>
            <p:nvPr/>
          </p:nvSpPr>
          <p:spPr>
            <a:xfrm>
              <a:off x="4008952" y="457477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31" name="Hexagon 430">
              <a:extLst>
                <a:ext uri="{FF2B5EF4-FFF2-40B4-BE49-F238E27FC236}">
                  <a16:creationId xmlns:a16="http://schemas.microsoft.com/office/drawing/2014/main" id="{2FECCC9B-93A1-4143-B906-AC691E673887}"/>
                </a:ext>
              </a:extLst>
            </p:cNvPr>
            <p:cNvSpPr/>
            <p:nvPr/>
          </p:nvSpPr>
          <p:spPr>
            <a:xfrm>
              <a:off x="3853787" y="475265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32" name="Hexagon 431">
              <a:extLst>
                <a:ext uri="{FF2B5EF4-FFF2-40B4-BE49-F238E27FC236}">
                  <a16:creationId xmlns:a16="http://schemas.microsoft.com/office/drawing/2014/main" id="{15820884-AD1E-4450-9588-A45BEBCF062E}"/>
                </a:ext>
              </a:extLst>
            </p:cNvPr>
            <p:cNvSpPr/>
            <p:nvPr/>
          </p:nvSpPr>
          <p:spPr>
            <a:xfrm>
              <a:off x="4009619" y="480959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33" name="Hexagon 432">
              <a:extLst>
                <a:ext uri="{FF2B5EF4-FFF2-40B4-BE49-F238E27FC236}">
                  <a16:creationId xmlns:a16="http://schemas.microsoft.com/office/drawing/2014/main" id="{7F13CC2E-AD28-496C-B821-FC3AE02EBEF7}"/>
                </a:ext>
              </a:extLst>
            </p:cNvPr>
            <p:cNvSpPr/>
            <p:nvPr/>
          </p:nvSpPr>
          <p:spPr>
            <a:xfrm>
              <a:off x="4007238" y="469368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34" name="Hexagon 433">
              <a:extLst>
                <a:ext uri="{FF2B5EF4-FFF2-40B4-BE49-F238E27FC236}">
                  <a16:creationId xmlns:a16="http://schemas.microsoft.com/office/drawing/2014/main" id="{FA81B963-D237-499A-A421-E24B097770A7}"/>
                </a:ext>
              </a:extLst>
            </p:cNvPr>
            <p:cNvSpPr/>
            <p:nvPr/>
          </p:nvSpPr>
          <p:spPr>
            <a:xfrm>
              <a:off x="3697508" y="49290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35" name="Hexagon 434">
              <a:extLst>
                <a:ext uri="{FF2B5EF4-FFF2-40B4-BE49-F238E27FC236}">
                  <a16:creationId xmlns:a16="http://schemas.microsoft.com/office/drawing/2014/main" id="{E49516A7-CAD2-4632-A9D6-BF18FECE74D5}"/>
                </a:ext>
              </a:extLst>
            </p:cNvPr>
            <p:cNvSpPr/>
            <p:nvPr/>
          </p:nvSpPr>
          <p:spPr>
            <a:xfrm>
              <a:off x="3855289" y="498820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36" name="Hexagon 435">
              <a:extLst>
                <a:ext uri="{FF2B5EF4-FFF2-40B4-BE49-F238E27FC236}">
                  <a16:creationId xmlns:a16="http://schemas.microsoft.com/office/drawing/2014/main" id="{832C4C3F-B78D-492D-84BE-00167798D24B}"/>
                </a:ext>
              </a:extLst>
            </p:cNvPr>
            <p:cNvSpPr/>
            <p:nvPr/>
          </p:nvSpPr>
          <p:spPr>
            <a:xfrm>
              <a:off x="3855289" y="48722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37" name="Hexagon 436">
              <a:extLst>
                <a:ext uri="{FF2B5EF4-FFF2-40B4-BE49-F238E27FC236}">
                  <a16:creationId xmlns:a16="http://schemas.microsoft.com/office/drawing/2014/main" id="{3F03E52C-7744-40FB-BDA4-6AAB6E9FD7B0}"/>
                </a:ext>
              </a:extLst>
            </p:cNvPr>
            <p:cNvSpPr/>
            <p:nvPr/>
          </p:nvSpPr>
          <p:spPr>
            <a:xfrm>
              <a:off x="3703876" y="504501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38" name="Hexagon 437">
              <a:extLst>
                <a:ext uri="{FF2B5EF4-FFF2-40B4-BE49-F238E27FC236}">
                  <a16:creationId xmlns:a16="http://schemas.microsoft.com/office/drawing/2014/main" id="{27104C35-9D55-44B3-8D49-A3D129A7DDBC}"/>
                </a:ext>
              </a:extLst>
            </p:cNvPr>
            <p:cNvSpPr/>
            <p:nvPr/>
          </p:nvSpPr>
          <p:spPr>
            <a:xfrm>
              <a:off x="3859708" y="510412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39" name="Hexagon 438">
              <a:extLst>
                <a:ext uri="{FF2B5EF4-FFF2-40B4-BE49-F238E27FC236}">
                  <a16:creationId xmlns:a16="http://schemas.microsoft.com/office/drawing/2014/main" id="{E8A1E516-DF35-42AE-95A3-66805000DE67}"/>
                </a:ext>
              </a:extLst>
            </p:cNvPr>
            <p:cNvSpPr/>
            <p:nvPr/>
          </p:nvSpPr>
          <p:spPr>
            <a:xfrm>
              <a:off x="3708495" y="516491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0" name="Hexagon 439">
              <a:extLst>
                <a:ext uri="{FF2B5EF4-FFF2-40B4-BE49-F238E27FC236}">
                  <a16:creationId xmlns:a16="http://schemas.microsoft.com/office/drawing/2014/main" id="{4210773C-792B-41BD-9153-66DF5ECB8398}"/>
                </a:ext>
              </a:extLst>
            </p:cNvPr>
            <p:cNvSpPr/>
            <p:nvPr/>
          </p:nvSpPr>
          <p:spPr>
            <a:xfrm>
              <a:off x="3553914" y="510456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1" name="Hexagon 440">
              <a:extLst>
                <a:ext uri="{FF2B5EF4-FFF2-40B4-BE49-F238E27FC236}">
                  <a16:creationId xmlns:a16="http://schemas.microsoft.com/office/drawing/2014/main" id="{C776A2CF-1D82-44C9-A7E7-9EAE0A581452}"/>
                </a:ext>
              </a:extLst>
            </p:cNvPr>
            <p:cNvSpPr/>
            <p:nvPr/>
          </p:nvSpPr>
          <p:spPr>
            <a:xfrm>
              <a:off x="3555416" y="52239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2" name="Hexagon 441">
              <a:extLst>
                <a:ext uri="{FF2B5EF4-FFF2-40B4-BE49-F238E27FC236}">
                  <a16:creationId xmlns:a16="http://schemas.microsoft.com/office/drawing/2014/main" id="{ECDE104E-0E56-4CD4-9CD5-77424F67D32E}"/>
                </a:ext>
              </a:extLst>
            </p:cNvPr>
            <p:cNvSpPr/>
            <p:nvPr/>
          </p:nvSpPr>
          <p:spPr>
            <a:xfrm>
              <a:off x="3854294" y="522806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3" name="Hexagon 442">
              <a:extLst>
                <a:ext uri="{FF2B5EF4-FFF2-40B4-BE49-F238E27FC236}">
                  <a16:creationId xmlns:a16="http://schemas.microsoft.com/office/drawing/2014/main" id="{2C7C9292-AFA7-4B99-9966-17CF1B002DCA}"/>
                </a:ext>
              </a:extLst>
            </p:cNvPr>
            <p:cNvSpPr/>
            <p:nvPr/>
          </p:nvSpPr>
          <p:spPr>
            <a:xfrm>
              <a:off x="3704509" y="528859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4" name="Hexagon 443">
              <a:extLst>
                <a:ext uri="{FF2B5EF4-FFF2-40B4-BE49-F238E27FC236}">
                  <a16:creationId xmlns:a16="http://schemas.microsoft.com/office/drawing/2014/main" id="{FA0D175B-700D-482A-96DD-57D866CCDEB9}"/>
                </a:ext>
              </a:extLst>
            </p:cNvPr>
            <p:cNvSpPr/>
            <p:nvPr/>
          </p:nvSpPr>
          <p:spPr>
            <a:xfrm>
              <a:off x="3705303" y="563834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5" name="Hexagon 444">
              <a:extLst>
                <a:ext uri="{FF2B5EF4-FFF2-40B4-BE49-F238E27FC236}">
                  <a16:creationId xmlns:a16="http://schemas.microsoft.com/office/drawing/2014/main" id="{401EFB22-2D4A-40DE-9D53-98FEA148CFED}"/>
                </a:ext>
              </a:extLst>
            </p:cNvPr>
            <p:cNvSpPr/>
            <p:nvPr/>
          </p:nvSpPr>
          <p:spPr>
            <a:xfrm>
              <a:off x="3863084" y="569745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6" name="Hexagon 445">
              <a:extLst>
                <a:ext uri="{FF2B5EF4-FFF2-40B4-BE49-F238E27FC236}">
                  <a16:creationId xmlns:a16="http://schemas.microsoft.com/office/drawing/2014/main" id="{8CE6BC00-D7D1-4BF0-89DF-9CFA614D984A}"/>
                </a:ext>
              </a:extLst>
            </p:cNvPr>
            <p:cNvSpPr/>
            <p:nvPr/>
          </p:nvSpPr>
          <p:spPr>
            <a:xfrm>
              <a:off x="3707325" y="575824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7" name="Hexagon 446">
              <a:extLst>
                <a:ext uri="{FF2B5EF4-FFF2-40B4-BE49-F238E27FC236}">
                  <a16:creationId xmlns:a16="http://schemas.microsoft.com/office/drawing/2014/main" id="{26CE3117-8946-4719-A3B4-C0CE888C14A1}"/>
                </a:ext>
              </a:extLst>
            </p:cNvPr>
            <p:cNvSpPr/>
            <p:nvPr/>
          </p:nvSpPr>
          <p:spPr>
            <a:xfrm>
              <a:off x="3855289" y="582139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8" name="Hexagon 447">
              <a:extLst>
                <a:ext uri="{FF2B5EF4-FFF2-40B4-BE49-F238E27FC236}">
                  <a16:creationId xmlns:a16="http://schemas.microsoft.com/office/drawing/2014/main" id="{E1EF0B28-D951-4A90-84A4-14B36AB00DFD}"/>
                </a:ext>
              </a:extLst>
            </p:cNvPr>
            <p:cNvSpPr/>
            <p:nvPr/>
          </p:nvSpPr>
          <p:spPr>
            <a:xfrm>
              <a:off x="3703340" y="588409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9" name="Hexagon 448">
              <a:extLst>
                <a:ext uri="{FF2B5EF4-FFF2-40B4-BE49-F238E27FC236}">
                  <a16:creationId xmlns:a16="http://schemas.microsoft.com/office/drawing/2014/main" id="{F449253B-32C9-4753-8231-14477D19C09E}"/>
                </a:ext>
              </a:extLst>
            </p:cNvPr>
            <p:cNvSpPr/>
            <p:nvPr/>
          </p:nvSpPr>
          <p:spPr>
            <a:xfrm>
              <a:off x="4917064" y="33870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0" name="Hexagon 449">
              <a:extLst>
                <a:ext uri="{FF2B5EF4-FFF2-40B4-BE49-F238E27FC236}">
                  <a16:creationId xmlns:a16="http://schemas.microsoft.com/office/drawing/2014/main" id="{14A7DDCA-5347-44F1-8D9A-10AF04E533BA}"/>
                </a:ext>
              </a:extLst>
            </p:cNvPr>
            <p:cNvSpPr/>
            <p:nvPr/>
          </p:nvSpPr>
          <p:spPr>
            <a:xfrm>
              <a:off x="5066445" y="344451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1" name="Hexagon 450">
              <a:extLst>
                <a:ext uri="{FF2B5EF4-FFF2-40B4-BE49-F238E27FC236}">
                  <a16:creationId xmlns:a16="http://schemas.microsoft.com/office/drawing/2014/main" id="{2BDFABFB-7EAD-4BEC-9048-97FDBCDEAE68}"/>
                </a:ext>
              </a:extLst>
            </p:cNvPr>
            <p:cNvSpPr/>
            <p:nvPr/>
          </p:nvSpPr>
          <p:spPr>
            <a:xfrm>
              <a:off x="5066715" y="3326436"/>
              <a:ext cx="195605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2" name="Hexagon 451">
              <a:extLst>
                <a:ext uri="{FF2B5EF4-FFF2-40B4-BE49-F238E27FC236}">
                  <a16:creationId xmlns:a16="http://schemas.microsoft.com/office/drawing/2014/main" id="{4CEDF4F2-DFAA-43F5-B584-87BFAADD2F7C}"/>
                </a:ext>
              </a:extLst>
            </p:cNvPr>
            <p:cNvSpPr/>
            <p:nvPr/>
          </p:nvSpPr>
          <p:spPr>
            <a:xfrm>
              <a:off x="5078504" y="320926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3" name="Hexagon 452">
              <a:extLst>
                <a:ext uri="{FF2B5EF4-FFF2-40B4-BE49-F238E27FC236}">
                  <a16:creationId xmlns:a16="http://schemas.microsoft.com/office/drawing/2014/main" id="{D49B8E04-5060-4354-80AE-DCD6955AA88C}"/>
                </a:ext>
              </a:extLst>
            </p:cNvPr>
            <p:cNvSpPr/>
            <p:nvPr/>
          </p:nvSpPr>
          <p:spPr>
            <a:xfrm>
              <a:off x="5211969" y="3384294"/>
              <a:ext cx="205440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4" name="Hexagon 453">
              <a:extLst>
                <a:ext uri="{FF2B5EF4-FFF2-40B4-BE49-F238E27FC236}">
                  <a16:creationId xmlns:a16="http://schemas.microsoft.com/office/drawing/2014/main" id="{9D916C10-CFC4-4E1E-BBAE-35AA0CB9ED37}"/>
                </a:ext>
              </a:extLst>
            </p:cNvPr>
            <p:cNvSpPr/>
            <p:nvPr/>
          </p:nvSpPr>
          <p:spPr>
            <a:xfrm>
              <a:off x="5223514" y="326837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5" name="Hexagon 454">
              <a:extLst>
                <a:ext uri="{FF2B5EF4-FFF2-40B4-BE49-F238E27FC236}">
                  <a16:creationId xmlns:a16="http://schemas.microsoft.com/office/drawing/2014/main" id="{684F1798-BBAD-4132-B86F-4C301BC97FEE}"/>
                </a:ext>
              </a:extLst>
            </p:cNvPr>
            <p:cNvSpPr/>
            <p:nvPr/>
          </p:nvSpPr>
          <p:spPr>
            <a:xfrm>
              <a:off x="5067549" y="367854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6" name="Hexagon 455">
              <a:extLst>
                <a:ext uri="{FF2B5EF4-FFF2-40B4-BE49-F238E27FC236}">
                  <a16:creationId xmlns:a16="http://schemas.microsoft.com/office/drawing/2014/main" id="{75E15F54-00B5-4274-B0C7-40EAC4DC5640}"/>
                </a:ext>
              </a:extLst>
            </p:cNvPr>
            <p:cNvSpPr/>
            <p:nvPr/>
          </p:nvSpPr>
          <p:spPr>
            <a:xfrm>
              <a:off x="5067549" y="35647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7" name="Hexagon 456">
              <a:extLst>
                <a:ext uri="{FF2B5EF4-FFF2-40B4-BE49-F238E27FC236}">
                  <a16:creationId xmlns:a16="http://schemas.microsoft.com/office/drawing/2014/main" id="{DEBB5236-F73B-47C3-87C1-08E78934684B}"/>
                </a:ext>
              </a:extLst>
            </p:cNvPr>
            <p:cNvSpPr/>
            <p:nvPr/>
          </p:nvSpPr>
          <p:spPr>
            <a:xfrm>
              <a:off x="5221369" y="361858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8" name="Hexagon 457">
              <a:extLst>
                <a:ext uri="{FF2B5EF4-FFF2-40B4-BE49-F238E27FC236}">
                  <a16:creationId xmlns:a16="http://schemas.microsoft.com/office/drawing/2014/main" id="{1FCE17E1-3349-437E-B9EE-15E4AA0FA091}"/>
                </a:ext>
              </a:extLst>
            </p:cNvPr>
            <p:cNvSpPr/>
            <p:nvPr/>
          </p:nvSpPr>
          <p:spPr>
            <a:xfrm>
              <a:off x="5208721" y="3504572"/>
              <a:ext cx="207441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9" name="Hexagon 458">
              <a:extLst>
                <a:ext uri="{FF2B5EF4-FFF2-40B4-BE49-F238E27FC236}">
                  <a16:creationId xmlns:a16="http://schemas.microsoft.com/office/drawing/2014/main" id="{DB0CF3CF-39D2-4006-B0F4-0A6040C53F9D}"/>
                </a:ext>
              </a:extLst>
            </p:cNvPr>
            <p:cNvSpPr/>
            <p:nvPr/>
          </p:nvSpPr>
          <p:spPr>
            <a:xfrm>
              <a:off x="4919290" y="374267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60" name="Hexagon 459">
              <a:extLst>
                <a:ext uri="{FF2B5EF4-FFF2-40B4-BE49-F238E27FC236}">
                  <a16:creationId xmlns:a16="http://schemas.microsoft.com/office/drawing/2014/main" id="{05A5A608-6CE7-4C59-911A-68D2635B87A0}"/>
                </a:ext>
              </a:extLst>
            </p:cNvPr>
            <p:cNvSpPr/>
            <p:nvPr/>
          </p:nvSpPr>
          <p:spPr>
            <a:xfrm>
              <a:off x="5067549" y="380062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61" name="Hexagon 460">
              <a:extLst>
                <a:ext uri="{FF2B5EF4-FFF2-40B4-BE49-F238E27FC236}">
                  <a16:creationId xmlns:a16="http://schemas.microsoft.com/office/drawing/2014/main" id="{FE47DAF6-2416-4EED-B9A3-69B0A0B65DF2}"/>
                </a:ext>
              </a:extLst>
            </p:cNvPr>
            <p:cNvSpPr/>
            <p:nvPr/>
          </p:nvSpPr>
          <p:spPr>
            <a:xfrm>
              <a:off x="5221109" y="374066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62" name="Hexagon 461">
              <a:extLst>
                <a:ext uri="{FF2B5EF4-FFF2-40B4-BE49-F238E27FC236}">
                  <a16:creationId xmlns:a16="http://schemas.microsoft.com/office/drawing/2014/main" id="{0FB6A7EA-9F4E-4F13-9DA9-A37256334CFD}"/>
                </a:ext>
              </a:extLst>
            </p:cNvPr>
            <p:cNvSpPr/>
            <p:nvPr/>
          </p:nvSpPr>
          <p:spPr>
            <a:xfrm>
              <a:off x="5378875" y="379958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63" name="Hexagon 462">
              <a:extLst>
                <a:ext uri="{FF2B5EF4-FFF2-40B4-BE49-F238E27FC236}">
                  <a16:creationId xmlns:a16="http://schemas.microsoft.com/office/drawing/2014/main" id="{2AF437EA-3027-425B-A770-FEDAE1C77987}"/>
                </a:ext>
              </a:extLst>
            </p:cNvPr>
            <p:cNvSpPr/>
            <p:nvPr/>
          </p:nvSpPr>
          <p:spPr>
            <a:xfrm>
              <a:off x="5374805" y="367960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64" name="Hexagon 463">
              <a:extLst>
                <a:ext uri="{FF2B5EF4-FFF2-40B4-BE49-F238E27FC236}">
                  <a16:creationId xmlns:a16="http://schemas.microsoft.com/office/drawing/2014/main" id="{864264A5-A374-4C35-BD1D-B2426332CCE0}"/>
                </a:ext>
              </a:extLst>
            </p:cNvPr>
            <p:cNvSpPr/>
            <p:nvPr/>
          </p:nvSpPr>
          <p:spPr>
            <a:xfrm>
              <a:off x="5529039" y="385754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65" name="Hexagon 464">
              <a:extLst>
                <a:ext uri="{FF2B5EF4-FFF2-40B4-BE49-F238E27FC236}">
                  <a16:creationId xmlns:a16="http://schemas.microsoft.com/office/drawing/2014/main" id="{05C84DD0-DA15-4697-82BA-893CF1FDAF99}"/>
                </a:ext>
              </a:extLst>
            </p:cNvPr>
            <p:cNvSpPr/>
            <p:nvPr/>
          </p:nvSpPr>
          <p:spPr>
            <a:xfrm>
              <a:off x="5682859" y="391966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66" name="Hexagon 465">
              <a:extLst>
                <a:ext uri="{FF2B5EF4-FFF2-40B4-BE49-F238E27FC236}">
                  <a16:creationId xmlns:a16="http://schemas.microsoft.com/office/drawing/2014/main" id="{39B3CBAF-23AE-4257-9797-4ADAEC993945}"/>
                </a:ext>
              </a:extLst>
            </p:cNvPr>
            <p:cNvSpPr/>
            <p:nvPr/>
          </p:nvSpPr>
          <p:spPr>
            <a:xfrm>
              <a:off x="5981277" y="391849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67" name="Hexagon 466">
              <a:extLst>
                <a:ext uri="{FF2B5EF4-FFF2-40B4-BE49-F238E27FC236}">
                  <a16:creationId xmlns:a16="http://schemas.microsoft.com/office/drawing/2014/main" id="{ADECFA24-7C11-4BF9-9A3B-F44807430E46}"/>
                </a:ext>
              </a:extLst>
            </p:cNvPr>
            <p:cNvSpPr/>
            <p:nvPr/>
          </p:nvSpPr>
          <p:spPr>
            <a:xfrm>
              <a:off x="6137002" y="386044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68" name="Hexagon 467">
              <a:extLst>
                <a:ext uri="{FF2B5EF4-FFF2-40B4-BE49-F238E27FC236}">
                  <a16:creationId xmlns:a16="http://schemas.microsoft.com/office/drawing/2014/main" id="{D8E10AEB-5F3B-43CE-A9B5-CE6A689706EF}"/>
                </a:ext>
              </a:extLst>
            </p:cNvPr>
            <p:cNvSpPr/>
            <p:nvPr/>
          </p:nvSpPr>
          <p:spPr>
            <a:xfrm>
              <a:off x="5833018" y="398262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69" name="Hexagon 468">
              <a:extLst>
                <a:ext uri="{FF2B5EF4-FFF2-40B4-BE49-F238E27FC236}">
                  <a16:creationId xmlns:a16="http://schemas.microsoft.com/office/drawing/2014/main" id="{EE2D449C-20CA-4068-8129-02B487EB0CAA}"/>
                </a:ext>
              </a:extLst>
            </p:cNvPr>
            <p:cNvSpPr/>
            <p:nvPr/>
          </p:nvSpPr>
          <p:spPr>
            <a:xfrm>
              <a:off x="6137002" y="398252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70" name="Hexagon 469">
              <a:extLst>
                <a:ext uri="{FF2B5EF4-FFF2-40B4-BE49-F238E27FC236}">
                  <a16:creationId xmlns:a16="http://schemas.microsoft.com/office/drawing/2014/main" id="{A749C191-2712-4AD2-A3D7-79159BA23F95}"/>
                </a:ext>
              </a:extLst>
            </p:cNvPr>
            <p:cNvSpPr/>
            <p:nvPr/>
          </p:nvSpPr>
          <p:spPr>
            <a:xfrm>
              <a:off x="5682533" y="320166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71" name="Hexagon 470">
              <a:extLst>
                <a:ext uri="{FF2B5EF4-FFF2-40B4-BE49-F238E27FC236}">
                  <a16:creationId xmlns:a16="http://schemas.microsoft.com/office/drawing/2014/main" id="{E19126B7-EEA2-4949-9E34-1B06FD650C14}"/>
                </a:ext>
              </a:extLst>
            </p:cNvPr>
            <p:cNvSpPr/>
            <p:nvPr/>
          </p:nvSpPr>
          <p:spPr>
            <a:xfrm>
              <a:off x="5838409" y="325696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72" name="Hexagon 471">
              <a:extLst>
                <a:ext uri="{FF2B5EF4-FFF2-40B4-BE49-F238E27FC236}">
                  <a16:creationId xmlns:a16="http://schemas.microsoft.com/office/drawing/2014/main" id="{CFAA30F8-DB5D-4D5A-8912-8273C44ABFF1}"/>
                </a:ext>
              </a:extLst>
            </p:cNvPr>
            <p:cNvSpPr/>
            <p:nvPr/>
          </p:nvSpPr>
          <p:spPr>
            <a:xfrm>
              <a:off x="5838409" y="314105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73" name="Hexagon 472">
              <a:extLst>
                <a:ext uri="{FF2B5EF4-FFF2-40B4-BE49-F238E27FC236}">
                  <a16:creationId xmlns:a16="http://schemas.microsoft.com/office/drawing/2014/main" id="{BC774CDB-A569-4535-8D28-F6FB5C717951}"/>
                </a:ext>
              </a:extLst>
            </p:cNvPr>
            <p:cNvSpPr/>
            <p:nvPr/>
          </p:nvSpPr>
          <p:spPr>
            <a:xfrm>
              <a:off x="5833018" y="337724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74" name="Hexagon 473">
              <a:extLst>
                <a:ext uri="{FF2B5EF4-FFF2-40B4-BE49-F238E27FC236}">
                  <a16:creationId xmlns:a16="http://schemas.microsoft.com/office/drawing/2014/main" id="{6258715C-D898-4972-AE28-A996868468E3}"/>
                </a:ext>
              </a:extLst>
            </p:cNvPr>
            <p:cNvSpPr/>
            <p:nvPr/>
          </p:nvSpPr>
          <p:spPr>
            <a:xfrm>
              <a:off x="5984530" y="343857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75" name="Hexagon 474">
              <a:extLst>
                <a:ext uri="{FF2B5EF4-FFF2-40B4-BE49-F238E27FC236}">
                  <a16:creationId xmlns:a16="http://schemas.microsoft.com/office/drawing/2014/main" id="{2D2997FD-E498-40FD-9590-CDF491D4D3EB}"/>
                </a:ext>
              </a:extLst>
            </p:cNvPr>
            <p:cNvSpPr/>
            <p:nvPr/>
          </p:nvSpPr>
          <p:spPr>
            <a:xfrm>
              <a:off x="6138039" y="361480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76" name="Hexagon 475">
              <a:extLst>
                <a:ext uri="{FF2B5EF4-FFF2-40B4-BE49-F238E27FC236}">
                  <a16:creationId xmlns:a16="http://schemas.microsoft.com/office/drawing/2014/main" id="{9274D425-23B7-4773-8783-38CE077A071F}"/>
                </a:ext>
              </a:extLst>
            </p:cNvPr>
            <p:cNvSpPr/>
            <p:nvPr/>
          </p:nvSpPr>
          <p:spPr>
            <a:xfrm>
              <a:off x="6132959" y="35007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77" name="Hexagon 476">
              <a:extLst>
                <a:ext uri="{FF2B5EF4-FFF2-40B4-BE49-F238E27FC236}">
                  <a16:creationId xmlns:a16="http://schemas.microsoft.com/office/drawing/2014/main" id="{541320A4-021E-4322-86DD-FFAAB9FD8FA2}"/>
                </a:ext>
              </a:extLst>
            </p:cNvPr>
            <p:cNvSpPr/>
            <p:nvPr/>
          </p:nvSpPr>
          <p:spPr>
            <a:xfrm>
              <a:off x="6139944" y="373688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78" name="Hexagon 477">
              <a:extLst>
                <a:ext uri="{FF2B5EF4-FFF2-40B4-BE49-F238E27FC236}">
                  <a16:creationId xmlns:a16="http://schemas.microsoft.com/office/drawing/2014/main" id="{6CFD59E6-DD83-450C-8878-50FCFF404C2A}"/>
                </a:ext>
              </a:extLst>
            </p:cNvPr>
            <p:cNvSpPr/>
            <p:nvPr/>
          </p:nvSpPr>
          <p:spPr>
            <a:xfrm>
              <a:off x="6289921" y="391884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79" name="Hexagon 478">
              <a:extLst>
                <a:ext uri="{FF2B5EF4-FFF2-40B4-BE49-F238E27FC236}">
                  <a16:creationId xmlns:a16="http://schemas.microsoft.com/office/drawing/2014/main" id="{C439CCDD-0466-442E-A6BE-CE71F35EC126}"/>
                </a:ext>
              </a:extLst>
            </p:cNvPr>
            <p:cNvSpPr/>
            <p:nvPr/>
          </p:nvSpPr>
          <p:spPr>
            <a:xfrm>
              <a:off x="6291826" y="403901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80" name="Hexagon 479">
              <a:extLst>
                <a:ext uri="{FF2B5EF4-FFF2-40B4-BE49-F238E27FC236}">
                  <a16:creationId xmlns:a16="http://schemas.microsoft.com/office/drawing/2014/main" id="{0DE74F9B-3AB1-406A-A17A-3E9249582F92}"/>
                </a:ext>
              </a:extLst>
            </p:cNvPr>
            <p:cNvSpPr/>
            <p:nvPr/>
          </p:nvSpPr>
          <p:spPr>
            <a:xfrm>
              <a:off x="6293498" y="367574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81" name="Hexagon 480">
              <a:extLst>
                <a:ext uri="{FF2B5EF4-FFF2-40B4-BE49-F238E27FC236}">
                  <a16:creationId xmlns:a16="http://schemas.microsoft.com/office/drawing/2014/main" id="{F75BECA9-2EA3-4E4E-AED0-D77D8FF56E5D}"/>
                </a:ext>
              </a:extLst>
            </p:cNvPr>
            <p:cNvSpPr/>
            <p:nvPr/>
          </p:nvSpPr>
          <p:spPr>
            <a:xfrm>
              <a:off x="6288418" y="356173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82" name="Hexagon 481">
              <a:extLst>
                <a:ext uri="{FF2B5EF4-FFF2-40B4-BE49-F238E27FC236}">
                  <a16:creationId xmlns:a16="http://schemas.microsoft.com/office/drawing/2014/main" id="{94F6CF1A-24B5-41A4-AB21-D109B00B74A2}"/>
                </a:ext>
              </a:extLst>
            </p:cNvPr>
            <p:cNvSpPr/>
            <p:nvPr/>
          </p:nvSpPr>
          <p:spPr>
            <a:xfrm>
              <a:off x="6287783" y="379528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83" name="Hexagon 482">
              <a:extLst>
                <a:ext uri="{FF2B5EF4-FFF2-40B4-BE49-F238E27FC236}">
                  <a16:creationId xmlns:a16="http://schemas.microsoft.com/office/drawing/2014/main" id="{13B94141-FD28-41AF-8D83-3C6659A18EAB}"/>
                </a:ext>
              </a:extLst>
            </p:cNvPr>
            <p:cNvSpPr/>
            <p:nvPr/>
          </p:nvSpPr>
          <p:spPr>
            <a:xfrm>
              <a:off x="6141541" y="421765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84" name="Hexagon 483">
              <a:extLst>
                <a:ext uri="{FF2B5EF4-FFF2-40B4-BE49-F238E27FC236}">
                  <a16:creationId xmlns:a16="http://schemas.microsoft.com/office/drawing/2014/main" id="{B723F06C-BAD3-4ED6-B4E7-28984C2F4391}"/>
                </a:ext>
              </a:extLst>
            </p:cNvPr>
            <p:cNvSpPr/>
            <p:nvPr/>
          </p:nvSpPr>
          <p:spPr>
            <a:xfrm>
              <a:off x="6141541" y="433973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85" name="Hexagon 484">
              <a:extLst>
                <a:ext uri="{FF2B5EF4-FFF2-40B4-BE49-F238E27FC236}">
                  <a16:creationId xmlns:a16="http://schemas.microsoft.com/office/drawing/2014/main" id="{960B667B-2382-4EB1-9D80-2167E7D24DA8}"/>
                </a:ext>
              </a:extLst>
            </p:cNvPr>
            <p:cNvSpPr/>
            <p:nvPr/>
          </p:nvSpPr>
          <p:spPr>
            <a:xfrm>
              <a:off x="6294460" y="427604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86" name="Hexagon 485">
              <a:extLst>
                <a:ext uri="{FF2B5EF4-FFF2-40B4-BE49-F238E27FC236}">
                  <a16:creationId xmlns:a16="http://schemas.microsoft.com/office/drawing/2014/main" id="{8D062170-2722-4235-A26E-5C899DCE6673}"/>
                </a:ext>
              </a:extLst>
            </p:cNvPr>
            <p:cNvSpPr/>
            <p:nvPr/>
          </p:nvSpPr>
          <p:spPr>
            <a:xfrm>
              <a:off x="6292322" y="415249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87" name="Hexagon 486">
              <a:extLst>
                <a:ext uri="{FF2B5EF4-FFF2-40B4-BE49-F238E27FC236}">
                  <a16:creationId xmlns:a16="http://schemas.microsoft.com/office/drawing/2014/main" id="{AEFE6E70-0EA9-4C75-A794-4C77C98F3B12}"/>
                </a:ext>
              </a:extLst>
            </p:cNvPr>
            <p:cNvSpPr/>
            <p:nvPr/>
          </p:nvSpPr>
          <p:spPr>
            <a:xfrm>
              <a:off x="6440938" y="410004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88" name="Hexagon 487">
              <a:extLst>
                <a:ext uri="{FF2B5EF4-FFF2-40B4-BE49-F238E27FC236}">
                  <a16:creationId xmlns:a16="http://schemas.microsoft.com/office/drawing/2014/main" id="{3D770688-C411-4813-B53B-CD1D7E4EC305}"/>
                </a:ext>
              </a:extLst>
            </p:cNvPr>
            <p:cNvSpPr/>
            <p:nvPr/>
          </p:nvSpPr>
          <p:spPr>
            <a:xfrm>
              <a:off x="6442843" y="422022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89" name="Hexagon 488">
              <a:extLst>
                <a:ext uri="{FF2B5EF4-FFF2-40B4-BE49-F238E27FC236}">
                  <a16:creationId xmlns:a16="http://schemas.microsoft.com/office/drawing/2014/main" id="{D40C952D-1754-4464-B6BA-6605BB7AC0B0}"/>
                </a:ext>
              </a:extLst>
            </p:cNvPr>
            <p:cNvSpPr/>
            <p:nvPr/>
          </p:nvSpPr>
          <p:spPr>
            <a:xfrm>
              <a:off x="6443130" y="397649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0" name="Hexagon 489">
              <a:extLst>
                <a:ext uri="{FF2B5EF4-FFF2-40B4-BE49-F238E27FC236}">
                  <a16:creationId xmlns:a16="http://schemas.microsoft.com/office/drawing/2014/main" id="{14066A4A-955C-41E6-B298-36EA501554AB}"/>
                </a:ext>
              </a:extLst>
            </p:cNvPr>
            <p:cNvSpPr/>
            <p:nvPr/>
          </p:nvSpPr>
          <p:spPr>
            <a:xfrm>
              <a:off x="6595269" y="428306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1" name="Hexagon 490">
              <a:extLst>
                <a:ext uri="{FF2B5EF4-FFF2-40B4-BE49-F238E27FC236}">
                  <a16:creationId xmlns:a16="http://schemas.microsoft.com/office/drawing/2014/main" id="{21960A89-ED01-44C4-BDAD-7C417AEEC9FA}"/>
                </a:ext>
              </a:extLst>
            </p:cNvPr>
            <p:cNvSpPr/>
            <p:nvPr/>
          </p:nvSpPr>
          <p:spPr>
            <a:xfrm>
              <a:off x="6595269" y="439943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2" name="Hexagon 491">
              <a:extLst>
                <a:ext uri="{FF2B5EF4-FFF2-40B4-BE49-F238E27FC236}">
                  <a16:creationId xmlns:a16="http://schemas.microsoft.com/office/drawing/2014/main" id="{183AE698-EE03-4648-8F7C-67946FBF5E05}"/>
                </a:ext>
              </a:extLst>
            </p:cNvPr>
            <p:cNvSpPr/>
            <p:nvPr/>
          </p:nvSpPr>
          <p:spPr>
            <a:xfrm>
              <a:off x="6589321" y="415951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3" name="Hexagon 492">
              <a:extLst>
                <a:ext uri="{FF2B5EF4-FFF2-40B4-BE49-F238E27FC236}">
                  <a16:creationId xmlns:a16="http://schemas.microsoft.com/office/drawing/2014/main" id="{F6312DD9-95FA-41EA-8F2B-E226894DA7CC}"/>
                </a:ext>
              </a:extLst>
            </p:cNvPr>
            <p:cNvSpPr/>
            <p:nvPr/>
          </p:nvSpPr>
          <p:spPr>
            <a:xfrm>
              <a:off x="6749495" y="433570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4" name="Hexagon 493">
              <a:extLst>
                <a:ext uri="{FF2B5EF4-FFF2-40B4-BE49-F238E27FC236}">
                  <a16:creationId xmlns:a16="http://schemas.microsoft.com/office/drawing/2014/main" id="{AA664F4D-4BB8-44E2-8F70-77C688C7D87F}"/>
                </a:ext>
              </a:extLst>
            </p:cNvPr>
            <p:cNvSpPr/>
            <p:nvPr/>
          </p:nvSpPr>
          <p:spPr>
            <a:xfrm>
              <a:off x="6743547" y="421215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5" name="Hexagon 494">
              <a:extLst>
                <a:ext uri="{FF2B5EF4-FFF2-40B4-BE49-F238E27FC236}">
                  <a16:creationId xmlns:a16="http://schemas.microsoft.com/office/drawing/2014/main" id="{5E0EC649-994C-4939-B0AD-8B2B95C7FDF8}"/>
                </a:ext>
              </a:extLst>
            </p:cNvPr>
            <p:cNvSpPr/>
            <p:nvPr/>
          </p:nvSpPr>
          <p:spPr>
            <a:xfrm>
              <a:off x="6296625" y="451018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6" name="Hexagon 495">
              <a:extLst>
                <a:ext uri="{FF2B5EF4-FFF2-40B4-BE49-F238E27FC236}">
                  <a16:creationId xmlns:a16="http://schemas.microsoft.com/office/drawing/2014/main" id="{63DB8B3B-9F82-43EF-94B2-E0545B60A956}"/>
                </a:ext>
              </a:extLst>
            </p:cNvPr>
            <p:cNvSpPr/>
            <p:nvPr/>
          </p:nvSpPr>
          <p:spPr>
            <a:xfrm>
              <a:off x="6444981" y="445556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7" name="Hexagon 496">
              <a:extLst>
                <a:ext uri="{FF2B5EF4-FFF2-40B4-BE49-F238E27FC236}">
                  <a16:creationId xmlns:a16="http://schemas.microsoft.com/office/drawing/2014/main" id="{931B61F9-5389-44F7-BBFF-7181DBC0DDAD}"/>
                </a:ext>
              </a:extLst>
            </p:cNvPr>
            <p:cNvSpPr/>
            <p:nvPr/>
          </p:nvSpPr>
          <p:spPr>
            <a:xfrm>
              <a:off x="6446886" y="457574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8" name="Hexagon 497">
              <a:extLst>
                <a:ext uri="{FF2B5EF4-FFF2-40B4-BE49-F238E27FC236}">
                  <a16:creationId xmlns:a16="http://schemas.microsoft.com/office/drawing/2014/main" id="{8A95581D-E268-4C11-B5B2-B661C04D0C92}"/>
                </a:ext>
              </a:extLst>
            </p:cNvPr>
            <p:cNvSpPr/>
            <p:nvPr/>
          </p:nvSpPr>
          <p:spPr>
            <a:xfrm>
              <a:off x="6442843" y="433201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9" name="Hexagon 498">
              <a:extLst>
                <a:ext uri="{FF2B5EF4-FFF2-40B4-BE49-F238E27FC236}">
                  <a16:creationId xmlns:a16="http://schemas.microsoft.com/office/drawing/2014/main" id="{FD0B0544-4579-461F-8651-6B2C890620FB}"/>
                </a:ext>
              </a:extLst>
            </p:cNvPr>
            <p:cNvSpPr/>
            <p:nvPr/>
          </p:nvSpPr>
          <p:spPr>
            <a:xfrm>
              <a:off x="6598126" y="451740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00" name="Hexagon 499">
              <a:extLst>
                <a:ext uri="{FF2B5EF4-FFF2-40B4-BE49-F238E27FC236}">
                  <a16:creationId xmlns:a16="http://schemas.microsoft.com/office/drawing/2014/main" id="{9399B711-EDD5-4C09-956F-3F9E4E61C002}"/>
                </a:ext>
              </a:extLst>
            </p:cNvPr>
            <p:cNvSpPr/>
            <p:nvPr/>
          </p:nvSpPr>
          <p:spPr>
            <a:xfrm>
              <a:off x="6294227" y="463404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1" name="Hexagon 500">
              <a:extLst>
                <a:ext uri="{FF2B5EF4-FFF2-40B4-BE49-F238E27FC236}">
                  <a16:creationId xmlns:a16="http://schemas.microsoft.com/office/drawing/2014/main" id="{3DFDA731-3143-4FDC-9AB2-50BD793F947B}"/>
                </a:ext>
              </a:extLst>
            </p:cNvPr>
            <p:cNvSpPr/>
            <p:nvPr/>
          </p:nvSpPr>
          <p:spPr>
            <a:xfrm>
              <a:off x="6450463" y="46941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2" name="Hexagon 501">
              <a:extLst>
                <a:ext uri="{FF2B5EF4-FFF2-40B4-BE49-F238E27FC236}">
                  <a16:creationId xmlns:a16="http://schemas.microsoft.com/office/drawing/2014/main" id="{26AF0F1B-4543-4B6B-A3D4-7BED4E6C15B3}"/>
                </a:ext>
              </a:extLst>
            </p:cNvPr>
            <p:cNvSpPr/>
            <p:nvPr/>
          </p:nvSpPr>
          <p:spPr>
            <a:xfrm>
              <a:off x="6295354" y="486819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3" name="Hexagon 502">
              <a:extLst>
                <a:ext uri="{FF2B5EF4-FFF2-40B4-BE49-F238E27FC236}">
                  <a16:creationId xmlns:a16="http://schemas.microsoft.com/office/drawing/2014/main" id="{28FD3A9E-4A33-40E4-A147-231502CF06EC}"/>
                </a:ext>
              </a:extLst>
            </p:cNvPr>
            <p:cNvSpPr/>
            <p:nvPr/>
          </p:nvSpPr>
          <p:spPr>
            <a:xfrm>
              <a:off x="6298931" y="474845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4" name="Hexagon 503">
              <a:extLst>
                <a:ext uri="{FF2B5EF4-FFF2-40B4-BE49-F238E27FC236}">
                  <a16:creationId xmlns:a16="http://schemas.microsoft.com/office/drawing/2014/main" id="{49C5014D-8D83-441C-8020-1D9148357BF3}"/>
                </a:ext>
              </a:extLst>
            </p:cNvPr>
            <p:cNvSpPr/>
            <p:nvPr/>
          </p:nvSpPr>
          <p:spPr>
            <a:xfrm>
              <a:off x="6447504" y="481401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5" name="Hexagon 504">
              <a:extLst>
                <a:ext uri="{FF2B5EF4-FFF2-40B4-BE49-F238E27FC236}">
                  <a16:creationId xmlns:a16="http://schemas.microsoft.com/office/drawing/2014/main" id="{79424C15-FCDE-4A19-A986-4DD23AD8ACA3}"/>
                </a:ext>
              </a:extLst>
            </p:cNvPr>
            <p:cNvSpPr/>
            <p:nvPr/>
          </p:nvSpPr>
          <p:spPr>
            <a:xfrm>
              <a:off x="6599713" y="487304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6" name="Hexagon 505">
              <a:extLst>
                <a:ext uri="{FF2B5EF4-FFF2-40B4-BE49-F238E27FC236}">
                  <a16:creationId xmlns:a16="http://schemas.microsoft.com/office/drawing/2014/main" id="{B3C50961-BB36-4EAA-BC27-AC01CE9C6352}"/>
                </a:ext>
              </a:extLst>
            </p:cNvPr>
            <p:cNvSpPr/>
            <p:nvPr/>
          </p:nvSpPr>
          <p:spPr>
            <a:xfrm>
              <a:off x="6451833" y="492796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7" name="Hexagon 506">
              <a:extLst>
                <a:ext uri="{FF2B5EF4-FFF2-40B4-BE49-F238E27FC236}">
                  <a16:creationId xmlns:a16="http://schemas.microsoft.com/office/drawing/2014/main" id="{86E044E1-16C0-451C-BB02-4F059AA1B063}"/>
                </a:ext>
              </a:extLst>
            </p:cNvPr>
            <p:cNvSpPr/>
            <p:nvPr/>
          </p:nvSpPr>
          <p:spPr>
            <a:xfrm>
              <a:off x="5991294" y="498533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8" name="Hexagon 507">
              <a:extLst>
                <a:ext uri="{FF2B5EF4-FFF2-40B4-BE49-F238E27FC236}">
                  <a16:creationId xmlns:a16="http://schemas.microsoft.com/office/drawing/2014/main" id="{39500AE3-41A2-454D-8541-C0E9B1BF6B2D}"/>
                </a:ext>
              </a:extLst>
            </p:cNvPr>
            <p:cNvSpPr/>
            <p:nvPr/>
          </p:nvSpPr>
          <p:spPr>
            <a:xfrm>
              <a:off x="6143963" y="492712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9" name="Hexagon 508">
              <a:extLst>
                <a:ext uri="{FF2B5EF4-FFF2-40B4-BE49-F238E27FC236}">
                  <a16:creationId xmlns:a16="http://schemas.microsoft.com/office/drawing/2014/main" id="{01884613-CA8B-4BAD-8478-3AC92925498F}"/>
                </a:ext>
              </a:extLst>
            </p:cNvPr>
            <p:cNvSpPr/>
            <p:nvPr/>
          </p:nvSpPr>
          <p:spPr>
            <a:xfrm>
              <a:off x="6298294" y="498806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0" name="Hexagon 509">
              <a:extLst>
                <a:ext uri="{FF2B5EF4-FFF2-40B4-BE49-F238E27FC236}">
                  <a16:creationId xmlns:a16="http://schemas.microsoft.com/office/drawing/2014/main" id="{EA192620-87B1-47F8-A451-E9E1E442AC6D}"/>
                </a:ext>
              </a:extLst>
            </p:cNvPr>
            <p:cNvSpPr/>
            <p:nvPr/>
          </p:nvSpPr>
          <p:spPr>
            <a:xfrm>
              <a:off x="5987949" y="319616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1" name="Hexagon 510">
              <a:extLst>
                <a:ext uri="{FF2B5EF4-FFF2-40B4-BE49-F238E27FC236}">
                  <a16:creationId xmlns:a16="http://schemas.microsoft.com/office/drawing/2014/main" id="{7B0A865D-A2C0-4ACD-9F26-125BD9A9B420}"/>
                </a:ext>
              </a:extLst>
            </p:cNvPr>
            <p:cNvSpPr/>
            <p:nvPr/>
          </p:nvSpPr>
          <p:spPr>
            <a:xfrm>
              <a:off x="6140868" y="314009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2" name="Hexagon 511">
              <a:extLst>
                <a:ext uri="{FF2B5EF4-FFF2-40B4-BE49-F238E27FC236}">
                  <a16:creationId xmlns:a16="http://schemas.microsoft.com/office/drawing/2014/main" id="{B2F9DE12-AC50-48F0-8A08-201F50BC923E}"/>
                </a:ext>
              </a:extLst>
            </p:cNvPr>
            <p:cNvSpPr/>
            <p:nvPr/>
          </p:nvSpPr>
          <p:spPr>
            <a:xfrm>
              <a:off x="6142773" y="302227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3" name="Hexagon 512">
              <a:extLst>
                <a:ext uri="{FF2B5EF4-FFF2-40B4-BE49-F238E27FC236}">
                  <a16:creationId xmlns:a16="http://schemas.microsoft.com/office/drawing/2014/main" id="{10848902-E670-415B-8101-B6658E0E9554}"/>
                </a:ext>
              </a:extLst>
            </p:cNvPr>
            <p:cNvSpPr/>
            <p:nvPr/>
          </p:nvSpPr>
          <p:spPr>
            <a:xfrm>
              <a:off x="6292322" y="308054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4" name="Hexagon 513">
              <a:extLst>
                <a:ext uri="{FF2B5EF4-FFF2-40B4-BE49-F238E27FC236}">
                  <a16:creationId xmlns:a16="http://schemas.microsoft.com/office/drawing/2014/main" id="{CF1C700E-FDE4-4003-A4EA-C9117F1F417D}"/>
                </a:ext>
              </a:extLst>
            </p:cNvPr>
            <p:cNvSpPr/>
            <p:nvPr/>
          </p:nvSpPr>
          <p:spPr>
            <a:xfrm>
              <a:off x="6292767" y="320348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5" name="Hexagon 514">
              <a:extLst>
                <a:ext uri="{FF2B5EF4-FFF2-40B4-BE49-F238E27FC236}">
                  <a16:creationId xmlns:a16="http://schemas.microsoft.com/office/drawing/2014/main" id="{08B537AF-9D42-4826-BFA5-CD930E96D3A2}"/>
                </a:ext>
              </a:extLst>
            </p:cNvPr>
            <p:cNvSpPr/>
            <p:nvPr/>
          </p:nvSpPr>
          <p:spPr>
            <a:xfrm>
              <a:off x="6294755" y="284363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6" name="Hexagon 515">
              <a:extLst>
                <a:ext uri="{FF2B5EF4-FFF2-40B4-BE49-F238E27FC236}">
                  <a16:creationId xmlns:a16="http://schemas.microsoft.com/office/drawing/2014/main" id="{D40C64E4-753E-4E80-913C-0CA260B17D60}"/>
                </a:ext>
              </a:extLst>
            </p:cNvPr>
            <p:cNvSpPr/>
            <p:nvPr/>
          </p:nvSpPr>
          <p:spPr>
            <a:xfrm>
              <a:off x="6300730" y="273152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17" name="Hexagon 516">
              <a:extLst>
                <a:ext uri="{FF2B5EF4-FFF2-40B4-BE49-F238E27FC236}">
                  <a16:creationId xmlns:a16="http://schemas.microsoft.com/office/drawing/2014/main" id="{E656AE40-0FF9-4141-A3B0-E695A2A3A6AB}"/>
                </a:ext>
              </a:extLst>
            </p:cNvPr>
            <p:cNvSpPr/>
            <p:nvPr/>
          </p:nvSpPr>
          <p:spPr>
            <a:xfrm>
              <a:off x="6298825" y="296190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8" name="Hexagon 517">
              <a:extLst>
                <a:ext uri="{FF2B5EF4-FFF2-40B4-BE49-F238E27FC236}">
                  <a16:creationId xmlns:a16="http://schemas.microsoft.com/office/drawing/2014/main" id="{EA0A75CD-FD3A-42D9-BCA3-AC03B249661C}"/>
                </a:ext>
              </a:extLst>
            </p:cNvPr>
            <p:cNvSpPr/>
            <p:nvPr/>
          </p:nvSpPr>
          <p:spPr>
            <a:xfrm>
              <a:off x="6444674" y="290535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9" name="Hexagon 518">
              <a:extLst>
                <a:ext uri="{FF2B5EF4-FFF2-40B4-BE49-F238E27FC236}">
                  <a16:creationId xmlns:a16="http://schemas.microsoft.com/office/drawing/2014/main" id="{2AF8805B-D954-4774-A625-A83C94DB5F16}"/>
                </a:ext>
              </a:extLst>
            </p:cNvPr>
            <p:cNvSpPr/>
            <p:nvPr/>
          </p:nvSpPr>
          <p:spPr>
            <a:xfrm>
              <a:off x="6448484" y="279325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20" name="Hexagon 519">
              <a:extLst>
                <a:ext uri="{FF2B5EF4-FFF2-40B4-BE49-F238E27FC236}">
                  <a16:creationId xmlns:a16="http://schemas.microsoft.com/office/drawing/2014/main" id="{9A72CE73-A106-48C7-8215-2934EF056B52}"/>
                </a:ext>
              </a:extLst>
            </p:cNvPr>
            <p:cNvSpPr/>
            <p:nvPr/>
          </p:nvSpPr>
          <p:spPr>
            <a:xfrm>
              <a:off x="6446579" y="302363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1" name="Hexagon 520">
              <a:extLst>
                <a:ext uri="{FF2B5EF4-FFF2-40B4-BE49-F238E27FC236}">
                  <a16:creationId xmlns:a16="http://schemas.microsoft.com/office/drawing/2014/main" id="{3C3C9FD3-0ADA-4ED6-B95E-6BE2BEC8ED42}"/>
                </a:ext>
              </a:extLst>
            </p:cNvPr>
            <p:cNvSpPr/>
            <p:nvPr/>
          </p:nvSpPr>
          <p:spPr>
            <a:xfrm>
              <a:off x="6442843" y="326334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2" name="Hexagon 521">
              <a:extLst>
                <a:ext uri="{FF2B5EF4-FFF2-40B4-BE49-F238E27FC236}">
                  <a16:creationId xmlns:a16="http://schemas.microsoft.com/office/drawing/2014/main" id="{497DD10D-9D21-4AAC-9E36-7790CF837F31}"/>
                </a:ext>
              </a:extLst>
            </p:cNvPr>
            <p:cNvSpPr/>
            <p:nvPr/>
          </p:nvSpPr>
          <p:spPr>
            <a:xfrm>
              <a:off x="7205100" y="15472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3" name="Hexagon 522">
              <a:extLst>
                <a:ext uri="{FF2B5EF4-FFF2-40B4-BE49-F238E27FC236}">
                  <a16:creationId xmlns:a16="http://schemas.microsoft.com/office/drawing/2014/main" id="{1FE03CA7-00E7-4CC8-8B00-4B56527E2167}"/>
                </a:ext>
              </a:extLst>
            </p:cNvPr>
            <p:cNvSpPr/>
            <p:nvPr/>
          </p:nvSpPr>
          <p:spPr>
            <a:xfrm>
              <a:off x="7205100" y="142753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4" name="Hexagon 523">
              <a:extLst>
                <a:ext uri="{FF2B5EF4-FFF2-40B4-BE49-F238E27FC236}">
                  <a16:creationId xmlns:a16="http://schemas.microsoft.com/office/drawing/2014/main" id="{C8C7BFAA-A45C-49D3-85F0-2431B7A96567}"/>
                </a:ext>
              </a:extLst>
            </p:cNvPr>
            <p:cNvSpPr/>
            <p:nvPr/>
          </p:nvSpPr>
          <p:spPr>
            <a:xfrm>
              <a:off x="7355619" y="148107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5" name="Hexagon 524">
              <a:extLst>
                <a:ext uri="{FF2B5EF4-FFF2-40B4-BE49-F238E27FC236}">
                  <a16:creationId xmlns:a16="http://schemas.microsoft.com/office/drawing/2014/main" id="{C49C55BB-5696-4C65-BA27-919C0ABAB20A}"/>
                </a:ext>
              </a:extLst>
            </p:cNvPr>
            <p:cNvSpPr/>
            <p:nvPr/>
          </p:nvSpPr>
          <p:spPr>
            <a:xfrm>
              <a:off x="7358985" y="136555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6" name="Hexagon 525">
              <a:extLst>
                <a:ext uri="{FF2B5EF4-FFF2-40B4-BE49-F238E27FC236}">
                  <a16:creationId xmlns:a16="http://schemas.microsoft.com/office/drawing/2014/main" id="{1AA0B82A-734F-4995-BFBF-C556FDED8485}"/>
                </a:ext>
              </a:extLst>
            </p:cNvPr>
            <p:cNvSpPr/>
            <p:nvPr/>
          </p:nvSpPr>
          <p:spPr>
            <a:xfrm>
              <a:off x="7353652" y="160159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7" name="Hexagon 526">
              <a:extLst>
                <a:ext uri="{FF2B5EF4-FFF2-40B4-BE49-F238E27FC236}">
                  <a16:creationId xmlns:a16="http://schemas.microsoft.com/office/drawing/2014/main" id="{39E731DD-C675-4F9E-B5B7-1C36DAE88DF0}"/>
                </a:ext>
              </a:extLst>
            </p:cNvPr>
            <p:cNvSpPr/>
            <p:nvPr/>
          </p:nvSpPr>
          <p:spPr>
            <a:xfrm>
              <a:off x="7207067" y="118571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8" name="Hexagon 527">
              <a:extLst>
                <a:ext uri="{FF2B5EF4-FFF2-40B4-BE49-F238E27FC236}">
                  <a16:creationId xmlns:a16="http://schemas.microsoft.com/office/drawing/2014/main" id="{4A4CC6C3-FB99-4097-8A1F-999A5686C9AC}"/>
                </a:ext>
              </a:extLst>
            </p:cNvPr>
            <p:cNvSpPr/>
            <p:nvPr/>
          </p:nvSpPr>
          <p:spPr>
            <a:xfrm>
              <a:off x="7208528" y="107209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9" name="Hexagon 528">
              <a:extLst>
                <a:ext uri="{FF2B5EF4-FFF2-40B4-BE49-F238E27FC236}">
                  <a16:creationId xmlns:a16="http://schemas.microsoft.com/office/drawing/2014/main" id="{8C0403CB-BEB1-4B90-975B-3309B56CB775}"/>
                </a:ext>
              </a:extLst>
            </p:cNvPr>
            <p:cNvSpPr/>
            <p:nvPr/>
          </p:nvSpPr>
          <p:spPr>
            <a:xfrm>
              <a:off x="7358903" y="125193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0" name="Hexagon 529">
              <a:extLst>
                <a:ext uri="{FF2B5EF4-FFF2-40B4-BE49-F238E27FC236}">
                  <a16:creationId xmlns:a16="http://schemas.microsoft.com/office/drawing/2014/main" id="{23E014EC-343F-4546-896B-FBC94C335A3D}"/>
                </a:ext>
              </a:extLst>
            </p:cNvPr>
            <p:cNvSpPr/>
            <p:nvPr/>
          </p:nvSpPr>
          <p:spPr>
            <a:xfrm>
              <a:off x="7358903" y="113216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1" name="Hexagon 530">
              <a:extLst>
                <a:ext uri="{FF2B5EF4-FFF2-40B4-BE49-F238E27FC236}">
                  <a16:creationId xmlns:a16="http://schemas.microsoft.com/office/drawing/2014/main" id="{FC812EA5-2C00-4072-B4D3-373BAD86BFBA}"/>
                </a:ext>
              </a:extLst>
            </p:cNvPr>
            <p:cNvSpPr/>
            <p:nvPr/>
          </p:nvSpPr>
          <p:spPr>
            <a:xfrm>
              <a:off x="7515075" y="130622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2" name="Hexagon 531">
              <a:extLst>
                <a:ext uri="{FF2B5EF4-FFF2-40B4-BE49-F238E27FC236}">
                  <a16:creationId xmlns:a16="http://schemas.microsoft.com/office/drawing/2014/main" id="{0AD140CB-E0B6-4F5E-9C63-0D12442B75D3}"/>
                </a:ext>
              </a:extLst>
            </p:cNvPr>
            <p:cNvSpPr/>
            <p:nvPr/>
          </p:nvSpPr>
          <p:spPr>
            <a:xfrm>
              <a:off x="6597422" y="72168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3" name="Hexagon 532">
              <a:extLst>
                <a:ext uri="{FF2B5EF4-FFF2-40B4-BE49-F238E27FC236}">
                  <a16:creationId xmlns:a16="http://schemas.microsoft.com/office/drawing/2014/main" id="{62BF2978-14E6-4CF6-981C-FC6A2A403F69}"/>
                </a:ext>
              </a:extLst>
            </p:cNvPr>
            <p:cNvSpPr/>
            <p:nvPr/>
          </p:nvSpPr>
          <p:spPr>
            <a:xfrm>
              <a:off x="6749000" y="90297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4" name="Hexagon 533">
              <a:extLst>
                <a:ext uri="{FF2B5EF4-FFF2-40B4-BE49-F238E27FC236}">
                  <a16:creationId xmlns:a16="http://schemas.microsoft.com/office/drawing/2014/main" id="{DF289E67-7F73-4313-941F-62DD09B3F62C}"/>
                </a:ext>
              </a:extLst>
            </p:cNvPr>
            <p:cNvSpPr/>
            <p:nvPr/>
          </p:nvSpPr>
          <p:spPr>
            <a:xfrm>
              <a:off x="6901900" y="83913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5" name="Hexagon 534">
              <a:extLst>
                <a:ext uri="{FF2B5EF4-FFF2-40B4-BE49-F238E27FC236}">
                  <a16:creationId xmlns:a16="http://schemas.microsoft.com/office/drawing/2014/main" id="{09410F16-4914-4CD6-AC4A-C954FDD045BC}"/>
                </a:ext>
              </a:extLst>
            </p:cNvPr>
            <p:cNvSpPr/>
            <p:nvPr/>
          </p:nvSpPr>
          <p:spPr>
            <a:xfrm>
              <a:off x="6902885" y="72361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6" name="Hexagon 535">
              <a:extLst>
                <a:ext uri="{FF2B5EF4-FFF2-40B4-BE49-F238E27FC236}">
                  <a16:creationId xmlns:a16="http://schemas.microsoft.com/office/drawing/2014/main" id="{97C88564-957D-4DF4-B723-1B130853E9D7}"/>
                </a:ext>
              </a:extLst>
            </p:cNvPr>
            <p:cNvSpPr/>
            <p:nvPr/>
          </p:nvSpPr>
          <p:spPr>
            <a:xfrm>
              <a:off x="6902098" y="95965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7" name="Hexagon 536">
              <a:extLst>
                <a:ext uri="{FF2B5EF4-FFF2-40B4-BE49-F238E27FC236}">
                  <a16:creationId xmlns:a16="http://schemas.microsoft.com/office/drawing/2014/main" id="{7DFC30FD-CC5A-48F6-BB3E-143E2E99DE7E}"/>
                </a:ext>
              </a:extLst>
            </p:cNvPr>
            <p:cNvSpPr/>
            <p:nvPr/>
          </p:nvSpPr>
          <p:spPr>
            <a:xfrm>
              <a:off x="7052938" y="89627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8" name="Hexagon 537">
              <a:extLst>
                <a:ext uri="{FF2B5EF4-FFF2-40B4-BE49-F238E27FC236}">
                  <a16:creationId xmlns:a16="http://schemas.microsoft.com/office/drawing/2014/main" id="{4BE6F12C-C391-432B-88AD-CC7F2564F723}"/>
                </a:ext>
              </a:extLst>
            </p:cNvPr>
            <p:cNvSpPr/>
            <p:nvPr/>
          </p:nvSpPr>
          <p:spPr>
            <a:xfrm>
              <a:off x="7053923" y="7788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9" name="Hexagon 538">
              <a:extLst>
                <a:ext uri="{FF2B5EF4-FFF2-40B4-BE49-F238E27FC236}">
                  <a16:creationId xmlns:a16="http://schemas.microsoft.com/office/drawing/2014/main" id="{98BC488A-1D9A-49A0-9BF5-BD0301DB285B}"/>
                </a:ext>
              </a:extLst>
            </p:cNvPr>
            <p:cNvSpPr/>
            <p:nvPr/>
          </p:nvSpPr>
          <p:spPr>
            <a:xfrm>
              <a:off x="7204774" y="96059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40" name="Hexagon 539">
              <a:extLst>
                <a:ext uri="{FF2B5EF4-FFF2-40B4-BE49-F238E27FC236}">
                  <a16:creationId xmlns:a16="http://schemas.microsoft.com/office/drawing/2014/main" id="{F0E016C2-54DA-4550-A99B-4EE4F547DE21}"/>
                </a:ext>
              </a:extLst>
            </p:cNvPr>
            <p:cNvSpPr/>
            <p:nvPr/>
          </p:nvSpPr>
          <p:spPr>
            <a:xfrm>
              <a:off x="7204774" y="84082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41" name="Hexagon 540">
              <a:extLst>
                <a:ext uri="{FF2B5EF4-FFF2-40B4-BE49-F238E27FC236}">
                  <a16:creationId xmlns:a16="http://schemas.microsoft.com/office/drawing/2014/main" id="{BAA018D2-E63A-4A55-8E29-427CE800F807}"/>
                </a:ext>
              </a:extLst>
            </p:cNvPr>
            <p:cNvSpPr/>
            <p:nvPr/>
          </p:nvSpPr>
          <p:spPr>
            <a:xfrm>
              <a:off x="7355293" y="89437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42" name="Hexagon 541">
              <a:extLst>
                <a:ext uri="{FF2B5EF4-FFF2-40B4-BE49-F238E27FC236}">
                  <a16:creationId xmlns:a16="http://schemas.microsoft.com/office/drawing/2014/main" id="{4C5965F8-D916-4137-ABA2-6298C453B771}"/>
                </a:ext>
              </a:extLst>
            </p:cNvPr>
            <p:cNvSpPr/>
            <p:nvPr/>
          </p:nvSpPr>
          <p:spPr>
            <a:xfrm>
              <a:off x="7355231" y="101679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43" name="Hexagon 542">
              <a:extLst>
                <a:ext uri="{FF2B5EF4-FFF2-40B4-BE49-F238E27FC236}">
                  <a16:creationId xmlns:a16="http://schemas.microsoft.com/office/drawing/2014/main" id="{A9707731-4F69-4F4B-B90F-49E476A7D6BB}"/>
                </a:ext>
              </a:extLst>
            </p:cNvPr>
            <p:cNvSpPr/>
            <p:nvPr/>
          </p:nvSpPr>
          <p:spPr>
            <a:xfrm>
              <a:off x="7353652" y="77167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44" name="Hexagon 543">
              <a:extLst>
                <a:ext uri="{FF2B5EF4-FFF2-40B4-BE49-F238E27FC236}">
                  <a16:creationId xmlns:a16="http://schemas.microsoft.com/office/drawing/2014/main" id="{FF78377C-C6EF-41A9-9ECD-64A72C081F6E}"/>
                </a:ext>
              </a:extLst>
            </p:cNvPr>
            <p:cNvSpPr/>
            <p:nvPr/>
          </p:nvSpPr>
          <p:spPr>
            <a:xfrm>
              <a:off x="7199523" y="60009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45" name="Hexagon 544">
              <a:extLst>
                <a:ext uri="{FF2B5EF4-FFF2-40B4-BE49-F238E27FC236}">
                  <a16:creationId xmlns:a16="http://schemas.microsoft.com/office/drawing/2014/main" id="{74E852E1-0017-4F78-9A32-C259660974D0}"/>
                </a:ext>
              </a:extLst>
            </p:cNvPr>
            <p:cNvSpPr/>
            <p:nvPr/>
          </p:nvSpPr>
          <p:spPr>
            <a:xfrm>
              <a:off x="7350042" y="53388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46" name="Hexagon 545">
              <a:extLst>
                <a:ext uri="{FF2B5EF4-FFF2-40B4-BE49-F238E27FC236}">
                  <a16:creationId xmlns:a16="http://schemas.microsoft.com/office/drawing/2014/main" id="{76CA0CD8-A38C-4E52-A123-4130D59E23F5}"/>
                </a:ext>
              </a:extLst>
            </p:cNvPr>
            <p:cNvSpPr/>
            <p:nvPr/>
          </p:nvSpPr>
          <p:spPr>
            <a:xfrm>
              <a:off x="7349980" y="65630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47" name="Hexagon 546">
              <a:extLst>
                <a:ext uri="{FF2B5EF4-FFF2-40B4-BE49-F238E27FC236}">
                  <a16:creationId xmlns:a16="http://schemas.microsoft.com/office/drawing/2014/main" id="{55512783-5EDC-42EF-B361-662792F513F9}"/>
                </a:ext>
              </a:extLst>
            </p:cNvPr>
            <p:cNvSpPr/>
            <p:nvPr/>
          </p:nvSpPr>
          <p:spPr>
            <a:xfrm>
              <a:off x="7511610" y="107026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48" name="Hexagon 547">
              <a:extLst>
                <a:ext uri="{FF2B5EF4-FFF2-40B4-BE49-F238E27FC236}">
                  <a16:creationId xmlns:a16="http://schemas.microsoft.com/office/drawing/2014/main" id="{A2B94B5A-5339-49C5-ABE2-540008D92943}"/>
                </a:ext>
              </a:extLst>
            </p:cNvPr>
            <p:cNvSpPr/>
            <p:nvPr/>
          </p:nvSpPr>
          <p:spPr>
            <a:xfrm>
              <a:off x="7508000" y="8324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49" name="Hexagon 548">
              <a:extLst>
                <a:ext uri="{FF2B5EF4-FFF2-40B4-BE49-F238E27FC236}">
                  <a16:creationId xmlns:a16="http://schemas.microsoft.com/office/drawing/2014/main" id="{8404EA52-75AB-44B3-97C0-23692B180DBD}"/>
                </a:ext>
              </a:extLst>
            </p:cNvPr>
            <p:cNvSpPr/>
            <p:nvPr/>
          </p:nvSpPr>
          <p:spPr>
            <a:xfrm>
              <a:off x="7507938" y="95488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50" name="Hexagon 549">
              <a:extLst>
                <a:ext uri="{FF2B5EF4-FFF2-40B4-BE49-F238E27FC236}">
                  <a16:creationId xmlns:a16="http://schemas.microsoft.com/office/drawing/2014/main" id="{8DF952EB-3F5E-4508-9273-43A75886316A}"/>
                </a:ext>
              </a:extLst>
            </p:cNvPr>
            <p:cNvSpPr/>
            <p:nvPr/>
          </p:nvSpPr>
          <p:spPr>
            <a:xfrm>
              <a:off x="7506359" y="70977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51" name="Hexagon 550">
              <a:extLst>
                <a:ext uri="{FF2B5EF4-FFF2-40B4-BE49-F238E27FC236}">
                  <a16:creationId xmlns:a16="http://schemas.microsoft.com/office/drawing/2014/main" id="{C4902348-B686-4261-9FE2-32CDF82C38C8}"/>
                </a:ext>
              </a:extLst>
            </p:cNvPr>
            <p:cNvSpPr/>
            <p:nvPr/>
          </p:nvSpPr>
          <p:spPr>
            <a:xfrm>
              <a:off x="7502687" y="5943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52" name="Hexagon 551">
              <a:extLst>
                <a:ext uri="{FF2B5EF4-FFF2-40B4-BE49-F238E27FC236}">
                  <a16:creationId xmlns:a16="http://schemas.microsoft.com/office/drawing/2014/main" id="{784CE099-ED9F-4980-A55C-2D83790601CF}"/>
                </a:ext>
              </a:extLst>
            </p:cNvPr>
            <p:cNvSpPr/>
            <p:nvPr/>
          </p:nvSpPr>
          <p:spPr>
            <a:xfrm>
              <a:off x="7662286" y="89292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53" name="Hexagon 552">
              <a:extLst>
                <a:ext uri="{FF2B5EF4-FFF2-40B4-BE49-F238E27FC236}">
                  <a16:creationId xmlns:a16="http://schemas.microsoft.com/office/drawing/2014/main" id="{757F5A98-5F32-4547-965F-2FB78820E889}"/>
                </a:ext>
              </a:extLst>
            </p:cNvPr>
            <p:cNvSpPr/>
            <p:nvPr/>
          </p:nvSpPr>
          <p:spPr>
            <a:xfrm>
              <a:off x="7658676" y="65080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54" name="Hexagon 553">
              <a:extLst>
                <a:ext uri="{FF2B5EF4-FFF2-40B4-BE49-F238E27FC236}">
                  <a16:creationId xmlns:a16="http://schemas.microsoft.com/office/drawing/2014/main" id="{77C8D72A-D696-4E8A-A4D2-CA1FAACC1561}"/>
                </a:ext>
              </a:extLst>
            </p:cNvPr>
            <p:cNvSpPr/>
            <p:nvPr/>
          </p:nvSpPr>
          <p:spPr>
            <a:xfrm>
              <a:off x="7658614" y="77322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55" name="Hexagon 554">
              <a:extLst>
                <a:ext uri="{FF2B5EF4-FFF2-40B4-BE49-F238E27FC236}">
                  <a16:creationId xmlns:a16="http://schemas.microsoft.com/office/drawing/2014/main" id="{C7D5873C-6ADF-4F77-B765-11AA029C7A6A}"/>
                </a:ext>
              </a:extLst>
            </p:cNvPr>
            <p:cNvSpPr/>
            <p:nvPr/>
          </p:nvSpPr>
          <p:spPr>
            <a:xfrm>
              <a:off x="7658940" y="53572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56" name="Hexagon 555">
              <a:extLst>
                <a:ext uri="{FF2B5EF4-FFF2-40B4-BE49-F238E27FC236}">
                  <a16:creationId xmlns:a16="http://schemas.microsoft.com/office/drawing/2014/main" id="{C64624A2-9F91-4097-A6F0-A345D46CB7EE}"/>
                </a:ext>
              </a:extLst>
            </p:cNvPr>
            <p:cNvSpPr/>
            <p:nvPr/>
          </p:nvSpPr>
          <p:spPr>
            <a:xfrm>
              <a:off x="7661397" y="4242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57" name="Hexagon 556">
              <a:extLst>
                <a:ext uri="{FF2B5EF4-FFF2-40B4-BE49-F238E27FC236}">
                  <a16:creationId xmlns:a16="http://schemas.microsoft.com/office/drawing/2014/main" id="{5127DF21-9DD7-44A2-ACFB-3F40E370D9DC}"/>
                </a:ext>
              </a:extLst>
            </p:cNvPr>
            <p:cNvSpPr/>
            <p:nvPr/>
          </p:nvSpPr>
          <p:spPr>
            <a:xfrm>
              <a:off x="7818448" y="106968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58" name="Hexagon 557">
              <a:extLst>
                <a:ext uri="{FF2B5EF4-FFF2-40B4-BE49-F238E27FC236}">
                  <a16:creationId xmlns:a16="http://schemas.microsoft.com/office/drawing/2014/main" id="{73556B36-5BF9-4215-807A-890EA4EF0DD9}"/>
                </a:ext>
              </a:extLst>
            </p:cNvPr>
            <p:cNvSpPr/>
            <p:nvPr/>
          </p:nvSpPr>
          <p:spPr>
            <a:xfrm>
              <a:off x="7814838" y="83188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59" name="Hexagon 558">
              <a:extLst>
                <a:ext uri="{FF2B5EF4-FFF2-40B4-BE49-F238E27FC236}">
                  <a16:creationId xmlns:a16="http://schemas.microsoft.com/office/drawing/2014/main" id="{CA1298C9-63CD-4058-A625-1888F39CB6BD}"/>
                </a:ext>
              </a:extLst>
            </p:cNvPr>
            <p:cNvSpPr/>
            <p:nvPr/>
          </p:nvSpPr>
          <p:spPr>
            <a:xfrm>
              <a:off x="7814776" y="95430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60" name="Hexagon 559">
              <a:extLst>
                <a:ext uri="{FF2B5EF4-FFF2-40B4-BE49-F238E27FC236}">
                  <a16:creationId xmlns:a16="http://schemas.microsoft.com/office/drawing/2014/main" id="{4AC02629-8A50-4724-8A7B-834320809F3A}"/>
                </a:ext>
              </a:extLst>
            </p:cNvPr>
            <p:cNvSpPr/>
            <p:nvPr/>
          </p:nvSpPr>
          <p:spPr>
            <a:xfrm>
              <a:off x="7813197" y="70919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61" name="Hexagon 560">
              <a:extLst>
                <a:ext uri="{FF2B5EF4-FFF2-40B4-BE49-F238E27FC236}">
                  <a16:creationId xmlns:a16="http://schemas.microsoft.com/office/drawing/2014/main" id="{7D2BC708-A1EA-4A62-9610-B63CA6755162}"/>
                </a:ext>
              </a:extLst>
            </p:cNvPr>
            <p:cNvSpPr/>
            <p:nvPr/>
          </p:nvSpPr>
          <p:spPr>
            <a:xfrm>
              <a:off x="7809525" y="59381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62" name="Hexagon 561">
              <a:extLst>
                <a:ext uri="{FF2B5EF4-FFF2-40B4-BE49-F238E27FC236}">
                  <a16:creationId xmlns:a16="http://schemas.microsoft.com/office/drawing/2014/main" id="{218055B7-B52B-42F2-946E-142F6D68381F}"/>
                </a:ext>
              </a:extLst>
            </p:cNvPr>
            <p:cNvSpPr/>
            <p:nvPr/>
          </p:nvSpPr>
          <p:spPr>
            <a:xfrm>
              <a:off x="7969488" y="100982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63" name="Hexagon 562">
              <a:extLst>
                <a:ext uri="{FF2B5EF4-FFF2-40B4-BE49-F238E27FC236}">
                  <a16:creationId xmlns:a16="http://schemas.microsoft.com/office/drawing/2014/main" id="{BD57D372-0423-451F-9041-82F27A9EB883}"/>
                </a:ext>
              </a:extLst>
            </p:cNvPr>
            <p:cNvSpPr/>
            <p:nvPr/>
          </p:nvSpPr>
          <p:spPr>
            <a:xfrm>
              <a:off x="7965878" y="77202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64" name="Hexagon 563">
              <a:extLst>
                <a:ext uri="{FF2B5EF4-FFF2-40B4-BE49-F238E27FC236}">
                  <a16:creationId xmlns:a16="http://schemas.microsoft.com/office/drawing/2014/main" id="{E6B8703C-28A5-4E49-BD16-673CBC9389E3}"/>
                </a:ext>
              </a:extLst>
            </p:cNvPr>
            <p:cNvSpPr/>
            <p:nvPr/>
          </p:nvSpPr>
          <p:spPr>
            <a:xfrm>
              <a:off x="7965816" y="89444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65" name="Hexagon 564">
              <a:extLst>
                <a:ext uri="{FF2B5EF4-FFF2-40B4-BE49-F238E27FC236}">
                  <a16:creationId xmlns:a16="http://schemas.microsoft.com/office/drawing/2014/main" id="{3CFCE69A-45E2-41C5-A9DB-F81B3DCA29F4}"/>
                </a:ext>
              </a:extLst>
            </p:cNvPr>
            <p:cNvSpPr/>
            <p:nvPr/>
          </p:nvSpPr>
          <p:spPr>
            <a:xfrm>
              <a:off x="7964237" y="64933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66" name="Hexagon 565">
              <a:extLst>
                <a:ext uri="{FF2B5EF4-FFF2-40B4-BE49-F238E27FC236}">
                  <a16:creationId xmlns:a16="http://schemas.microsoft.com/office/drawing/2014/main" id="{7B828CCF-DF2F-4A00-AC9A-4EA397AA25AC}"/>
                </a:ext>
              </a:extLst>
            </p:cNvPr>
            <p:cNvSpPr/>
            <p:nvPr/>
          </p:nvSpPr>
          <p:spPr>
            <a:xfrm>
              <a:off x="7960565" y="53395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67" name="Hexagon 566">
              <a:extLst>
                <a:ext uri="{FF2B5EF4-FFF2-40B4-BE49-F238E27FC236}">
                  <a16:creationId xmlns:a16="http://schemas.microsoft.com/office/drawing/2014/main" id="{391C6B79-2BF2-43EB-913E-5DADE60489C5}"/>
                </a:ext>
              </a:extLst>
            </p:cNvPr>
            <p:cNvSpPr/>
            <p:nvPr/>
          </p:nvSpPr>
          <p:spPr>
            <a:xfrm>
              <a:off x="7809400" y="36217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68" name="Hexagon 567">
              <a:extLst>
                <a:ext uri="{FF2B5EF4-FFF2-40B4-BE49-F238E27FC236}">
                  <a16:creationId xmlns:a16="http://schemas.microsoft.com/office/drawing/2014/main" id="{EF781F8D-4FFF-4F42-B0B0-19D20A1173CF}"/>
                </a:ext>
              </a:extLst>
            </p:cNvPr>
            <p:cNvSpPr/>
            <p:nvPr/>
          </p:nvSpPr>
          <p:spPr>
            <a:xfrm>
              <a:off x="8116856" y="83404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69" name="Hexagon 568">
              <a:extLst>
                <a:ext uri="{FF2B5EF4-FFF2-40B4-BE49-F238E27FC236}">
                  <a16:creationId xmlns:a16="http://schemas.microsoft.com/office/drawing/2014/main" id="{A3A4399B-F5B3-4490-8E90-02629DD6D287}"/>
                </a:ext>
              </a:extLst>
            </p:cNvPr>
            <p:cNvSpPr/>
            <p:nvPr/>
          </p:nvSpPr>
          <p:spPr>
            <a:xfrm>
              <a:off x="8273585" y="113578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70" name="Hexagon 569">
              <a:extLst>
                <a:ext uri="{FF2B5EF4-FFF2-40B4-BE49-F238E27FC236}">
                  <a16:creationId xmlns:a16="http://schemas.microsoft.com/office/drawing/2014/main" id="{55E8962B-A43C-4611-97F5-0BE72381CA5C}"/>
                </a:ext>
              </a:extLst>
            </p:cNvPr>
            <p:cNvSpPr/>
            <p:nvPr/>
          </p:nvSpPr>
          <p:spPr>
            <a:xfrm>
              <a:off x="8272140" y="89365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71" name="Hexagon 570">
              <a:extLst>
                <a:ext uri="{FF2B5EF4-FFF2-40B4-BE49-F238E27FC236}">
                  <a16:creationId xmlns:a16="http://schemas.microsoft.com/office/drawing/2014/main" id="{6735B166-57EC-4D2A-90B1-D4A7C11B3753}"/>
                </a:ext>
              </a:extLst>
            </p:cNvPr>
            <p:cNvSpPr/>
            <p:nvPr/>
          </p:nvSpPr>
          <p:spPr>
            <a:xfrm>
              <a:off x="8272078" y="101607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72" name="Hexagon 571">
              <a:extLst>
                <a:ext uri="{FF2B5EF4-FFF2-40B4-BE49-F238E27FC236}">
                  <a16:creationId xmlns:a16="http://schemas.microsoft.com/office/drawing/2014/main" id="{AC83726F-317C-4147-8EF6-4E1B9C2D47A3}"/>
                </a:ext>
              </a:extLst>
            </p:cNvPr>
            <p:cNvSpPr/>
            <p:nvPr/>
          </p:nvSpPr>
          <p:spPr>
            <a:xfrm>
              <a:off x="8270499" y="77096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73" name="Hexagon 572">
              <a:extLst>
                <a:ext uri="{FF2B5EF4-FFF2-40B4-BE49-F238E27FC236}">
                  <a16:creationId xmlns:a16="http://schemas.microsoft.com/office/drawing/2014/main" id="{2CCB621E-1ACF-4F80-BF80-6C7F3D785E8E}"/>
                </a:ext>
              </a:extLst>
            </p:cNvPr>
            <p:cNvSpPr/>
            <p:nvPr/>
          </p:nvSpPr>
          <p:spPr>
            <a:xfrm>
              <a:off x="8425499" y="95621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74" name="Hexagon 573">
              <a:extLst>
                <a:ext uri="{FF2B5EF4-FFF2-40B4-BE49-F238E27FC236}">
                  <a16:creationId xmlns:a16="http://schemas.microsoft.com/office/drawing/2014/main" id="{EC50FA8D-3557-4F1E-8277-4D890BA52E73}"/>
                </a:ext>
              </a:extLst>
            </p:cNvPr>
            <p:cNvSpPr/>
            <p:nvPr/>
          </p:nvSpPr>
          <p:spPr>
            <a:xfrm>
              <a:off x="7973463" y="137211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75" name="Hexagon 574">
              <a:extLst>
                <a:ext uri="{FF2B5EF4-FFF2-40B4-BE49-F238E27FC236}">
                  <a16:creationId xmlns:a16="http://schemas.microsoft.com/office/drawing/2014/main" id="{6C00C0D4-882D-4F36-9B60-C84F2D149978}"/>
                </a:ext>
              </a:extLst>
            </p:cNvPr>
            <p:cNvSpPr/>
            <p:nvPr/>
          </p:nvSpPr>
          <p:spPr>
            <a:xfrm>
              <a:off x="7969853" y="113431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76" name="Hexagon 575">
              <a:extLst>
                <a:ext uri="{FF2B5EF4-FFF2-40B4-BE49-F238E27FC236}">
                  <a16:creationId xmlns:a16="http://schemas.microsoft.com/office/drawing/2014/main" id="{3A330639-440D-4799-8DEF-1CC3F64DD4B9}"/>
                </a:ext>
              </a:extLst>
            </p:cNvPr>
            <p:cNvSpPr/>
            <p:nvPr/>
          </p:nvSpPr>
          <p:spPr>
            <a:xfrm>
              <a:off x="7969791" y="125673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77" name="Hexagon 576">
              <a:extLst>
                <a:ext uri="{FF2B5EF4-FFF2-40B4-BE49-F238E27FC236}">
                  <a16:creationId xmlns:a16="http://schemas.microsoft.com/office/drawing/2014/main" id="{08597A39-393A-44CB-9B74-0D07C79251CF}"/>
                </a:ext>
              </a:extLst>
            </p:cNvPr>
            <p:cNvSpPr/>
            <p:nvPr/>
          </p:nvSpPr>
          <p:spPr>
            <a:xfrm>
              <a:off x="8124503" y="131225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78" name="Hexagon 577">
              <a:extLst>
                <a:ext uri="{FF2B5EF4-FFF2-40B4-BE49-F238E27FC236}">
                  <a16:creationId xmlns:a16="http://schemas.microsoft.com/office/drawing/2014/main" id="{FC6C05BB-70B1-4CBB-AFC0-25F7E4BC6483}"/>
                </a:ext>
              </a:extLst>
            </p:cNvPr>
            <p:cNvSpPr/>
            <p:nvPr/>
          </p:nvSpPr>
          <p:spPr>
            <a:xfrm>
              <a:off x="8120893" y="107445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79" name="Hexagon 578">
              <a:extLst>
                <a:ext uri="{FF2B5EF4-FFF2-40B4-BE49-F238E27FC236}">
                  <a16:creationId xmlns:a16="http://schemas.microsoft.com/office/drawing/2014/main" id="{61F2B675-FBCF-4F9A-9943-555492EB8BD3}"/>
                </a:ext>
              </a:extLst>
            </p:cNvPr>
            <p:cNvSpPr/>
            <p:nvPr/>
          </p:nvSpPr>
          <p:spPr>
            <a:xfrm>
              <a:off x="8120831" y="119687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80" name="Hexagon 579">
              <a:extLst>
                <a:ext uri="{FF2B5EF4-FFF2-40B4-BE49-F238E27FC236}">
                  <a16:creationId xmlns:a16="http://schemas.microsoft.com/office/drawing/2014/main" id="{C78CA9E7-B5C9-489D-85B3-2486CD68F86B}"/>
                </a:ext>
              </a:extLst>
            </p:cNvPr>
            <p:cNvSpPr/>
            <p:nvPr/>
          </p:nvSpPr>
          <p:spPr>
            <a:xfrm>
              <a:off x="7671252" y="136743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81" name="Hexagon 580">
              <a:extLst>
                <a:ext uri="{FF2B5EF4-FFF2-40B4-BE49-F238E27FC236}">
                  <a16:creationId xmlns:a16="http://schemas.microsoft.com/office/drawing/2014/main" id="{4609BE1D-986C-42C3-95A2-BC28C4399399}"/>
                </a:ext>
              </a:extLst>
            </p:cNvPr>
            <p:cNvSpPr/>
            <p:nvPr/>
          </p:nvSpPr>
          <p:spPr>
            <a:xfrm>
              <a:off x="7667580" y="125205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82" name="Hexagon 581">
              <a:extLst>
                <a:ext uri="{FF2B5EF4-FFF2-40B4-BE49-F238E27FC236}">
                  <a16:creationId xmlns:a16="http://schemas.microsoft.com/office/drawing/2014/main" id="{10BBE5E2-C140-474F-B28C-0BD7641E0C4B}"/>
                </a:ext>
              </a:extLst>
            </p:cNvPr>
            <p:cNvSpPr/>
            <p:nvPr/>
          </p:nvSpPr>
          <p:spPr>
            <a:xfrm>
              <a:off x="7822292" y="130756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83" name="Hexagon 582">
              <a:extLst>
                <a:ext uri="{FF2B5EF4-FFF2-40B4-BE49-F238E27FC236}">
                  <a16:creationId xmlns:a16="http://schemas.microsoft.com/office/drawing/2014/main" id="{8DB47C69-A622-4508-946B-4146A3B76A76}"/>
                </a:ext>
              </a:extLst>
            </p:cNvPr>
            <p:cNvSpPr/>
            <p:nvPr/>
          </p:nvSpPr>
          <p:spPr>
            <a:xfrm>
              <a:off x="5994206" y="510230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84" name="Hexagon 583">
              <a:extLst>
                <a:ext uri="{FF2B5EF4-FFF2-40B4-BE49-F238E27FC236}">
                  <a16:creationId xmlns:a16="http://schemas.microsoft.com/office/drawing/2014/main" id="{F221BF94-9740-4D22-AFF1-DA2FDCEE7467}"/>
                </a:ext>
              </a:extLst>
            </p:cNvPr>
            <p:cNvSpPr/>
            <p:nvPr/>
          </p:nvSpPr>
          <p:spPr>
            <a:xfrm>
              <a:off x="6144494" y="504647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85" name="Hexagon 584">
              <a:extLst>
                <a:ext uri="{FF2B5EF4-FFF2-40B4-BE49-F238E27FC236}">
                  <a16:creationId xmlns:a16="http://schemas.microsoft.com/office/drawing/2014/main" id="{23A4CE49-780A-4601-92A8-ECF5771CB8A6}"/>
                </a:ext>
              </a:extLst>
            </p:cNvPr>
            <p:cNvSpPr/>
            <p:nvPr/>
          </p:nvSpPr>
          <p:spPr>
            <a:xfrm>
              <a:off x="6298825" y="510741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86" name="Hexagon 585">
              <a:extLst>
                <a:ext uri="{FF2B5EF4-FFF2-40B4-BE49-F238E27FC236}">
                  <a16:creationId xmlns:a16="http://schemas.microsoft.com/office/drawing/2014/main" id="{96BA14FA-C973-4951-8267-F541E3FABCA9}"/>
                </a:ext>
              </a:extLst>
            </p:cNvPr>
            <p:cNvSpPr/>
            <p:nvPr/>
          </p:nvSpPr>
          <p:spPr>
            <a:xfrm>
              <a:off x="5994206" y="522582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87" name="Hexagon 586">
              <a:extLst>
                <a:ext uri="{FF2B5EF4-FFF2-40B4-BE49-F238E27FC236}">
                  <a16:creationId xmlns:a16="http://schemas.microsoft.com/office/drawing/2014/main" id="{B81E9FF0-24A8-4FCF-8D40-3DDEE256C4EB}"/>
                </a:ext>
              </a:extLst>
            </p:cNvPr>
            <p:cNvSpPr/>
            <p:nvPr/>
          </p:nvSpPr>
          <p:spPr>
            <a:xfrm>
              <a:off x="6144494" y="51699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88" name="Hexagon 587">
              <a:extLst>
                <a:ext uri="{FF2B5EF4-FFF2-40B4-BE49-F238E27FC236}">
                  <a16:creationId xmlns:a16="http://schemas.microsoft.com/office/drawing/2014/main" id="{3BFFF64F-AF4F-417E-8D34-3A20DF4029A6}"/>
                </a:ext>
              </a:extLst>
            </p:cNvPr>
            <p:cNvSpPr/>
            <p:nvPr/>
          </p:nvSpPr>
          <p:spPr>
            <a:xfrm>
              <a:off x="6296920" y="522712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89" name="Hexagon 588">
              <a:extLst>
                <a:ext uri="{FF2B5EF4-FFF2-40B4-BE49-F238E27FC236}">
                  <a16:creationId xmlns:a16="http://schemas.microsoft.com/office/drawing/2014/main" id="{7D25A4E0-392E-472D-A0D3-23D1723E4DFC}"/>
                </a:ext>
              </a:extLst>
            </p:cNvPr>
            <p:cNvSpPr/>
            <p:nvPr/>
          </p:nvSpPr>
          <p:spPr>
            <a:xfrm>
              <a:off x="5837887" y="539970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90" name="Hexagon 589">
              <a:extLst>
                <a:ext uri="{FF2B5EF4-FFF2-40B4-BE49-F238E27FC236}">
                  <a16:creationId xmlns:a16="http://schemas.microsoft.com/office/drawing/2014/main" id="{74EA1A53-2770-4439-8B74-AF9F66F81B31}"/>
                </a:ext>
              </a:extLst>
            </p:cNvPr>
            <p:cNvSpPr/>
            <p:nvPr/>
          </p:nvSpPr>
          <p:spPr>
            <a:xfrm>
              <a:off x="5990080" y="534007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91" name="Hexagon 590">
              <a:extLst>
                <a:ext uri="{FF2B5EF4-FFF2-40B4-BE49-F238E27FC236}">
                  <a16:creationId xmlns:a16="http://schemas.microsoft.com/office/drawing/2014/main" id="{8DD9112A-6A8D-4BCB-85C8-FAE8CE12AD39}"/>
                </a:ext>
              </a:extLst>
            </p:cNvPr>
            <p:cNvSpPr/>
            <p:nvPr/>
          </p:nvSpPr>
          <p:spPr>
            <a:xfrm>
              <a:off x="6144411" y="539910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92" name="Hexagon 591">
              <a:extLst>
                <a:ext uri="{FF2B5EF4-FFF2-40B4-BE49-F238E27FC236}">
                  <a16:creationId xmlns:a16="http://schemas.microsoft.com/office/drawing/2014/main" id="{3C72F21C-DABE-4DF1-9BD6-D0CB4E9CAD42}"/>
                </a:ext>
              </a:extLst>
            </p:cNvPr>
            <p:cNvSpPr/>
            <p:nvPr/>
          </p:nvSpPr>
          <p:spPr>
            <a:xfrm>
              <a:off x="6446762" y="504357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93" name="Hexagon 592">
              <a:extLst>
                <a:ext uri="{FF2B5EF4-FFF2-40B4-BE49-F238E27FC236}">
                  <a16:creationId xmlns:a16="http://schemas.microsoft.com/office/drawing/2014/main" id="{F551454A-5DFE-4E50-B5B4-613E3B5C700F}"/>
                </a:ext>
              </a:extLst>
            </p:cNvPr>
            <p:cNvSpPr/>
            <p:nvPr/>
          </p:nvSpPr>
          <p:spPr>
            <a:xfrm>
              <a:off x="6600860" y="510555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94" name="Hexagon 593">
              <a:extLst>
                <a:ext uri="{FF2B5EF4-FFF2-40B4-BE49-F238E27FC236}">
                  <a16:creationId xmlns:a16="http://schemas.microsoft.com/office/drawing/2014/main" id="{D9A9A435-D362-4C8C-8C43-060E21150BCA}"/>
                </a:ext>
              </a:extLst>
            </p:cNvPr>
            <p:cNvSpPr/>
            <p:nvPr/>
          </p:nvSpPr>
          <p:spPr>
            <a:xfrm>
              <a:off x="6751381" y="516649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95" name="Hexagon 594">
              <a:extLst>
                <a:ext uri="{FF2B5EF4-FFF2-40B4-BE49-F238E27FC236}">
                  <a16:creationId xmlns:a16="http://schemas.microsoft.com/office/drawing/2014/main" id="{9F2B0B91-11A0-4DCA-AC50-945FAE09E789}"/>
                </a:ext>
              </a:extLst>
            </p:cNvPr>
            <p:cNvSpPr/>
            <p:nvPr/>
          </p:nvSpPr>
          <p:spPr>
            <a:xfrm>
              <a:off x="6605498" y="522426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96" name="Hexagon 595">
              <a:extLst>
                <a:ext uri="{FF2B5EF4-FFF2-40B4-BE49-F238E27FC236}">
                  <a16:creationId xmlns:a16="http://schemas.microsoft.com/office/drawing/2014/main" id="{F17A3B9A-CB78-4458-824D-717CABEEE599}"/>
                </a:ext>
              </a:extLst>
            </p:cNvPr>
            <p:cNvSpPr/>
            <p:nvPr/>
          </p:nvSpPr>
          <p:spPr>
            <a:xfrm>
              <a:off x="6757951" y="528815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97" name="Hexagon 596">
              <a:extLst>
                <a:ext uri="{FF2B5EF4-FFF2-40B4-BE49-F238E27FC236}">
                  <a16:creationId xmlns:a16="http://schemas.microsoft.com/office/drawing/2014/main" id="{9C1550E7-B9B4-4343-AAAC-A1F54821C608}"/>
                </a:ext>
              </a:extLst>
            </p:cNvPr>
            <p:cNvSpPr/>
            <p:nvPr/>
          </p:nvSpPr>
          <p:spPr>
            <a:xfrm>
              <a:off x="6909857" y="534908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98" name="Hexagon 597">
              <a:extLst>
                <a:ext uri="{FF2B5EF4-FFF2-40B4-BE49-F238E27FC236}">
                  <a16:creationId xmlns:a16="http://schemas.microsoft.com/office/drawing/2014/main" id="{2DB59002-A83D-4AF0-9E72-1B34BDEC26CE}"/>
                </a:ext>
              </a:extLst>
            </p:cNvPr>
            <p:cNvSpPr/>
            <p:nvPr/>
          </p:nvSpPr>
          <p:spPr>
            <a:xfrm>
              <a:off x="6451223" y="52857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99" name="Hexagon 598">
              <a:extLst>
                <a:ext uri="{FF2B5EF4-FFF2-40B4-BE49-F238E27FC236}">
                  <a16:creationId xmlns:a16="http://schemas.microsoft.com/office/drawing/2014/main" id="{A3D8D702-B751-498D-B3FA-E8DBCBCF4372}"/>
                </a:ext>
              </a:extLst>
            </p:cNvPr>
            <p:cNvSpPr/>
            <p:nvPr/>
          </p:nvSpPr>
          <p:spPr>
            <a:xfrm>
              <a:off x="6601511" y="534396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00" name="Hexagon 599">
              <a:extLst>
                <a:ext uri="{FF2B5EF4-FFF2-40B4-BE49-F238E27FC236}">
                  <a16:creationId xmlns:a16="http://schemas.microsoft.com/office/drawing/2014/main" id="{553A4856-C4F7-498C-9DDD-71886AF52DFE}"/>
                </a:ext>
              </a:extLst>
            </p:cNvPr>
            <p:cNvSpPr/>
            <p:nvPr/>
          </p:nvSpPr>
          <p:spPr>
            <a:xfrm>
              <a:off x="6755842" y="540489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01" name="Hexagon 600">
              <a:extLst>
                <a:ext uri="{FF2B5EF4-FFF2-40B4-BE49-F238E27FC236}">
                  <a16:creationId xmlns:a16="http://schemas.microsoft.com/office/drawing/2014/main" id="{FF3CFFA6-FE01-48D8-917E-D970028AC685}"/>
                </a:ext>
              </a:extLst>
            </p:cNvPr>
            <p:cNvSpPr/>
            <p:nvPr/>
          </p:nvSpPr>
          <p:spPr>
            <a:xfrm>
              <a:off x="6446762" y="540231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02" name="Hexagon 601">
              <a:extLst>
                <a:ext uri="{FF2B5EF4-FFF2-40B4-BE49-F238E27FC236}">
                  <a16:creationId xmlns:a16="http://schemas.microsoft.com/office/drawing/2014/main" id="{141B1D79-8276-41A8-9B8D-1CB432B6999B}"/>
                </a:ext>
              </a:extLst>
            </p:cNvPr>
            <p:cNvSpPr/>
            <p:nvPr/>
          </p:nvSpPr>
          <p:spPr>
            <a:xfrm>
              <a:off x="6602765" y="545667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03" name="Hexagon 602">
              <a:extLst>
                <a:ext uri="{FF2B5EF4-FFF2-40B4-BE49-F238E27FC236}">
                  <a16:creationId xmlns:a16="http://schemas.microsoft.com/office/drawing/2014/main" id="{6245296F-3DF0-4EE6-BC81-C795C6B688D9}"/>
                </a:ext>
              </a:extLst>
            </p:cNvPr>
            <p:cNvSpPr/>
            <p:nvPr/>
          </p:nvSpPr>
          <p:spPr>
            <a:xfrm>
              <a:off x="6755191" y="551951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04" name="Hexagon 603">
              <a:extLst>
                <a:ext uri="{FF2B5EF4-FFF2-40B4-BE49-F238E27FC236}">
                  <a16:creationId xmlns:a16="http://schemas.microsoft.com/office/drawing/2014/main" id="{F4FE4251-463A-47B7-997E-AD6336819205}"/>
                </a:ext>
              </a:extLst>
            </p:cNvPr>
            <p:cNvSpPr/>
            <p:nvPr/>
          </p:nvSpPr>
          <p:spPr>
            <a:xfrm>
              <a:off x="6146316" y="528247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05" name="Hexagon 604">
              <a:extLst>
                <a:ext uri="{FF2B5EF4-FFF2-40B4-BE49-F238E27FC236}">
                  <a16:creationId xmlns:a16="http://schemas.microsoft.com/office/drawing/2014/main" id="{A1D0A357-0813-4B21-AA73-F123205E51A9}"/>
                </a:ext>
              </a:extLst>
            </p:cNvPr>
            <p:cNvSpPr/>
            <p:nvPr/>
          </p:nvSpPr>
          <p:spPr>
            <a:xfrm>
              <a:off x="6907384" y="546395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06" name="Hexagon 605">
              <a:extLst>
                <a:ext uri="{FF2B5EF4-FFF2-40B4-BE49-F238E27FC236}">
                  <a16:creationId xmlns:a16="http://schemas.microsoft.com/office/drawing/2014/main" id="{B97AEA02-52A9-46E2-82EE-D66262970B50}"/>
                </a:ext>
              </a:extLst>
            </p:cNvPr>
            <p:cNvSpPr/>
            <p:nvPr/>
          </p:nvSpPr>
          <p:spPr>
            <a:xfrm>
              <a:off x="7061715" y="552488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07" name="Hexagon 606">
              <a:extLst>
                <a:ext uri="{FF2B5EF4-FFF2-40B4-BE49-F238E27FC236}">
                  <a16:creationId xmlns:a16="http://schemas.microsoft.com/office/drawing/2014/main" id="{453EF9BD-11B3-414B-9B9D-BBA6E33E4EC4}"/>
                </a:ext>
              </a:extLst>
            </p:cNvPr>
            <p:cNvSpPr/>
            <p:nvPr/>
          </p:nvSpPr>
          <p:spPr>
            <a:xfrm>
              <a:off x="6908638" y="557666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08" name="Hexagon 607">
              <a:extLst>
                <a:ext uri="{FF2B5EF4-FFF2-40B4-BE49-F238E27FC236}">
                  <a16:creationId xmlns:a16="http://schemas.microsoft.com/office/drawing/2014/main" id="{4E9A4FB0-352A-4333-AA9A-C642A2071D37}"/>
                </a:ext>
              </a:extLst>
            </p:cNvPr>
            <p:cNvSpPr/>
            <p:nvPr/>
          </p:nvSpPr>
          <p:spPr>
            <a:xfrm>
              <a:off x="7061064" y="563950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09" name="Hexagon 608">
              <a:extLst>
                <a:ext uri="{FF2B5EF4-FFF2-40B4-BE49-F238E27FC236}">
                  <a16:creationId xmlns:a16="http://schemas.microsoft.com/office/drawing/2014/main" id="{2E39452B-C3A1-483D-9628-E9DC9911A6AC}"/>
                </a:ext>
              </a:extLst>
            </p:cNvPr>
            <p:cNvSpPr/>
            <p:nvPr/>
          </p:nvSpPr>
          <p:spPr>
            <a:xfrm>
              <a:off x="5990344" y="546340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10" name="Hexagon 609">
              <a:extLst>
                <a:ext uri="{FF2B5EF4-FFF2-40B4-BE49-F238E27FC236}">
                  <a16:creationId xmlns:a16="http://schemas.microsoft.com/office/drawing/2014/main" id="{9700B731-83B6-44A7-BE38-468449C42475}"/>
                </a:ext>
              </a:extLst>
            </p:cNvPr>
            <p:cNvSpPr/>
            <p:nvPr/>
          </p:nvSpPr>
          <p:spPr>
            <a:xfrm>
              <a:off x="6144675" y="552242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….</a:t>
              </a:r>
            </a:p>
          </p:txBody>
        </p:sp>
        <p:sp>
          <p:nvSpPr>
            <p:cNvPr id="611" name="Hexagon 610">
              <a:extLst>
                <a:ext uri="{FF2B5EF4-FFF2-40B4-BE49-F238E27FC236}">
                  <a16:creationId xmlns:a16="http://schemas.microsoft.com/office/drawing/2014/main" id="{B69A121F-41C2-406C-BAE5-80F58E74B5F6}"/>
                </a:ext>
              </a:extLst>
            </p:cNvPr>
            <p:cNvSpPr/>
            <p:nvPr/>
          </p:nvSpPr>
          <p:spPr>
            <a:xfrm>
              <a:off x="5991598" y="558182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12" name="Hexagon 611">
              <a:extLst>
                <a:ext uri="{FF2B5EF4-FFF2-40B4-BE49-F238E27FC236}">
                  <a16:creationId xmlns:a16="http://schemas.microsoft.com/office/drawing/2014/main" id="{9A3CB144-D500-40A3-BF2A-00BAD7D83E1A}"/>
                </a:ext>
              </a:extLst>
            </p:cNvPr>
            <p:cNvSpPr/>
            <p:nvPr/>
          </p:nvSpPr>
          <p:spPr>
            <a:xfrm>
              <a:off x="6145929" y="563894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13" name="Hexagon 612">
              <a:extLst>
                <a:ext uri="{FF2B5EF4-FFF2-40B4-BE49-F238E27FC236}">
                  <a16:creationId xmlns:a16="http://schemas.microsoft.com/office/drawing/2014/main" id="{290EF841-E970-4A4F-B921-5052CC6ABE66}"/>
                </a:ext>
              </a:extLst>
            </p:cNvPr>
            <p:cNvSpPr/>
            <p:nvPr/>
          </p:nvSpPr>
          <p:spPr>
            <a:xfrm>
              <a:off x="6298690" y="546303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14" name="Hexagon 613">
              <a:extLst>
                <a:ext uri="{FF2B5EF4-FFF2-40B4-BE49-F238E27FC236}">
                  <a16:creationId xmlns:a16="http://schemas.microsoft.com/office/drawing/2014/main" id="{9595647F-47FA-4C45-A4C7-659F9EFB9253}"/>
                </a:ext>
              </a:extLst>
            </p:cNvPr>
            <p:cNvSpPr/>
            <p:nvPr/>
          </p:nvSpPr>
          <p:spPr>
            <a:xfrm>
              <a:off x="6453021" y="552397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15" name="Hexagon 614">
              <a:extLst>
                <a:ext uri="{FF2B5EF4-FFF2-40B4-BE49-F238E27FC236}">
                  <a16:creationId xmlns:a16="http://schemas.microsoft.com/office/drawing/2014/main" id="{E32E7F35-5149-47B1-BBF6-7A9509ADC11A}"/>
                </a:ext>
              </a:extLst>
            </p:cNvPr>
            <p:cNvSpPr/>
            <p:nvPr/>
          </p:nvSpPr>
          <p:spPr>
            <a:xfrm>
              <a:off x="6299944" y="557574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16" name="Hexagon 615">
              <a:extLst>
                <a:ext uri="{FF2B5EF4-FFF2-40B4-BE49-F238E27FC236}">
                  <a16:creationId xmlns:a16="http://schemas.microsoft.com/office/drawing/2014/main" id="{8B34B8C7-0566-45C8-9FBF-BC347B420BBE}"/>
                </a:ext>
              </a:extLst>
            </p:cNvPr>
            <p:cNvSpPr/>
            <p:nvPr/>
          </p:nvSpPr>
          <p:spPr>
            <a:xfrm>
              <a:off x="6452370" y="563858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17" name="Hexagon 616">
              <a:extLst>
                <a:ext uri="{FF2B5EF4-FFF2-40B4-BE49-F238E27FC236}">
                  <a16:creationId xmlns:a16="http://schemas.microsoft.com/office/drawing/2014/main" id="{2BA3449E-87D7-45DF-87E1-52574918D488}"/>
                </a:ext>
              </a:extLst>
            </p:cNvPr>
            <p:cNvSpPr/>
            <p:nvPr/>
          </p:nvSpPr>
          <p:spPr>
            <a:xfrm>
              <a:off x="5990921" y="569507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18" name="Hexagon 617">
              <a:extLst>
                <a:ext uri="{FF2B5EF4-FFF2-40B4-BE49-F238E27FC236}">
                  <a16:creationId xmlns:a16="http://schemas.microsoft.com/office/drawing/2014/main" id="{C7789317-9CA0-4911-B217-BF593C34ECBE}"/>
                </a:ext>
              </a:extLst>
            </p:cNvPr>
            <p:cNvSpPr/>
            <p:nvPr/>
          </p:nvSpPr>
          <p:spPr>
            <a:xfrm>
              <a:off x="6145252" y="575410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19" name="Hexagon 618">
              <a:extLst>
                <a:ext uri="{FF2B5EF4-FFF2-40B4-BE49-F238E27FC236}">
                  <a16:creationId xmlns:a16="http://schemas.microsoft.com/office/drawing/2014/main" id="{78ABC1F9-8EC4-4398-B447-3C58589C5DCA}"/>
                </a:ext>
              </a:extLst>
            </p:cNvPr>
            <p:cNvSpPr/>
            <p:nvPr/>
          </p:nvSpPr>
          <p:spPr>
            <a:xfrm>
              <a:off x="6144125" y="587538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20" name="Hexagon 619">
              <a:extLst>
                <a:ext uri="{FF2B5EF4-FFF2-40B4-BE49-F238E27FC236}">
                  <a16:creationId xmlns:a16="http://schemas.microsoft.com/office/drawing/2014/main" id="{877AB8E4-A78C-4F5C-A37D-5ABEBBF645EF}"/>
                </a:ext>
              </a:extLst>
            </p:cNvPr>
            <p:cNvSpPr/>
            <p:nvPr/>
          </p:nvSpPr>
          <p:spPr>
            <a:xfrm>
              <a:off x="6299267" y="569471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21" name="Hexagon 620">
              <a:extLst>
                <a:ext uri="{FF2B5EF4-FFF2-40B4-BE49-F238E27FC236}">
                  <a16:creationId xmlns:a16="http://schemas.microsoft.com/office/drawing/2014/main" id="{70BB0904-7515-429C-A2CE-A81233FA61B2}"/>
                </a:ext>
              </a:extLst>
            </p:cNvPr>
            <p:cNvSpPr/>
            <p:nvPr/>
          </p:nvSpPr>
          <p:spPr>
            <a:xfrm>
              <a:off x="6295759" y="581218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22" name="Hexagon 621">
              <a:extLst>
                <a:ext uri="{FF2B5EF4-FFF2-40B4-BE49-F238E27FC236}">
                  <a16:creationId xmlns:a16="http://schemas.microsoft.com/office/drawing/2014/main" id="{4C9315AC-17A4-4C8E-9B2A-272A0C5B688C}"/>
                </a:ext>
              </a:extLst>
            </p:cNvPr>
            <p:cNvSpPr/>
            <p:nvPr/>
          </p:nvSpPr>
          <p:spPr>
            <a:xfrm>
              <a:off x="6450304" y="575760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….</a:t>
              </a:r>
            </a:p>
          </p:txBody>
        </p:sp>
        <p:sp>
          <p:nvSpPr>
            <p:cNvPr id="623" name="Hexagon 622">
              <a:extLst>
                <a:ext uri="{FF2B5EF4-FFF2-40B4-BE49-F238E27FC236}">
                  <a16:creationId xmlns:a16="http://schemas.microsoft.com/office/drawing/2014/main" id="{F480C6BB-CDC5-4198-8648-4A5B6EBED374}"/>
                </a:ext>
              </a:extLst>
            </p:cNvPr>
            <p:cNvSpPr/>
            <p:nvPr/>
          </p:nvSpPr>
          <p:spPr>
            <a:xfrm>
              <a:off x="6447228" y="587412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24" name="Hexagon 623">
              <a:extLst>
                <a:ext uri="{FF2B5EF4-FFF2-40B4-BE49-F238E27FC236}">
                  <a16:creationId xmlns:a16="http://schemas.microsoft.com/office/drawing/2014/main" id="{DF372DAA-7186-4BCF-A739-C7C1C5160116}"/>
                </a:ext>
              </a:extLst>
            </p:cNvPr>
            <p:cNvSpPr/>
            <p:nvPr/>
          </p:nvSpPr>
          <p:spPr>
            <a:xfrm>
              <a:off x="6605069" y="569948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25" name="Hexagon 624">
              <a:extLst>
                <a:ext uri="{FF2B5EF4-FFF2-40B4-BE49-F238E27FC236}">
                  <a16:creationId xmlns:a16="http://schemas.microsoft.com/office/drawing/2014/main" id="{DB4EAA84-84EE-4199-9FC0-BB58A5915C38}"/>
                </a:ext>
              </a:extLst>
            </p:cNvPr>
            <p:cNvSpPr/>
            <p:nvPr/>
          </p:nvSpPr>
          <p:spPr>
            <a:xfrm>
              <a:off x="6599079" y="581473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26" name="Hexagon 625">
              <a:extLst>
                <a:ext uri="{FF2B5EF4-FFF2-40B4-BE49-F238E27FC236}">
                  <a16:creationId xmlns:a16="http://schemas.microsoft.com/office/drawing/2014/main" id="{CFBA0D77-5745-428B-8184-4F7B771EC08B}"/>
                </a:ext>
              </a:extLst>
            </p:cNvPr>
            <p:cNvSpPr/>
            <p:nvPr/>
          </p:nvSpPr>
          <p:spPr>
            <a:xfrm>
              <a:off x="6596236" y="593178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27" name="Hexagon 626">
              <a:extLst>
                <a:ext uri="{FF2B5EF4-FFF2-40B4-BE49-F238E27FC236}">
                  <a16:creationId xmlns:a16="http://schemas.microsoft.com/office/drawing/2014/main" id="{81C5EF2D-5551-4D16-BFAC-8DACF6ECABC7}"/>
                </a:ext>
              </a:extLst>
            </p:cNvPr>
            <p:cNvSpPr/>
            <p:nvPr/>
          </p:nvSpPr>
          <p:spPr>
            <a:xfrm>
              <a:off x="6296328" y="605285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28" name="Hexagon 627">
              <a:extLst>
                <a:ext uri="{FF2B5EF4-FFF2-40B4-BE49-F238E27FC236}">
                  <a16:creationId xmlns:a16="http://schemas.microsoft.com/office/drawing/2014/main" id="{E4316885-D4B1-443D-8821-3AD96F099C4D}"/>
                </a:ext>
              </a:extLst>
            </p:cNvPr>
            <p:cNvSpPr/>
            <p:nvPr/>
          </p:nvSpPr>
          <p:spPr>
            <a:xfrm>
              <a:off x="6445591" y="599732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…</a:t>
              </a:r>
            </a:p>
          </p:txBody>
        </p:sp>
        <p:sp>
          <p:nvSpPr>
            <p:cNvPr id="629" name="Hexagon 628">
              <a:extLst>
                <a:ext uri="{FF2B5EF4-FFF2-40B4-BE49-F238E27FC236}">
                  <a16:creationId xmlns:a16="http://schemas.microsoft.com/office/drawing/2014/main" id="{5D1BD5AF-F119-4A78-888A-8F0D47802599}"/>
                </a:ext>
              </a:extLst>
            </p:cNvPr>
            <p:cNvSpPr/>
            <p:nvPr/>
          </p:nvSpPr>
          <p:spPr>
            <a:xfrm>
              <a:off x="6600860" y="605635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30" name="Hexagon 629">
              <a:extLst>
                <a:ext uri="{FF2B5EF4-FFF2-40B4-BE49-F238E27FC236}">
                  <a16:creationId xmlns:a16="http://schemas.microsoft.com/office/drawing/2014/main" id="{F9F44467-A55E-419D-846E-C0158E632EA6}"/>
                </a:ext>
              </a:extLst>
            </p:cNvPr>
            <p:cNvSpPr/>
            <p:nvPr/>
          </p:nvSpPr>
          <p:spPr>
            <a:xfrm>
              <a:off x="6758444" y="563819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31" name="Hexagon 630">
              <a:extLst>
                <a:ext uri="{FF2B5EF4-FFF2-40B4-BE49-F238E27FC236}">
                  <a16:creationId xmlns:a16="http://schemas.microsoft.com/office/drawing/2014/main" id="{1E7E4E8C-04D3-4430-9EEA-A6A45F49ADAE}"/>
                </a:ext>
              </a:extLst>
            </p:cNvPr>
            <p:cNvSpPr/>
            <p:nvPr/>
          </p:nvSpPr>
          <p:spPr>
            <a:xfrm>
              <a:off x="6754588" y="575721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32" name="Hexagon 631">
              <a:extLst>
                <a:ext uri="{FF2B5EF4-FFF2-40B4-BE49-F238E27FC236}">
                  <a16:creationId xmlns:a16="http://schemas.microsoft.com/office/drawing/2014/main" id="{9AD9D8BF-C329-46AA-867F-5611297846CA}"/>
                </a:ext>
              </a:extLst>
            </p:cNvPr>
            <p:cNvSpPr/>
            <p:nvPr/>
          </p:nvSpPr>
          <p:spPr>
            <a:xfrm>
              <a:off x="6908603" y="570163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33" name="Hexagon 632">
              <a:extLst>
                <a:ext uri="{FF2B5EF4-FFF2-40B4-BE49-F238E27FC236}">
                  <a16:creationId xmlns:a16="http://schemas.microsoft.com/office/drawing/2014/main" id="{CEBFC697-2190-480C-98A6-F1705B3CC434}"/>
                </a:ext>
              </a:extLst>
            </p:cNvPr>
            <p:cNvSpPr/>
            <p:nvPr/>
          </p:nvSpPr>
          <p:spPr>
            <a:xfrm>
              <a:off x="6909857" y="581434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34" name="Hexagon 633">
              <a:extLst>
                <a:ext uri="{FF2B5EF4-FFF2-40B4-BE49-F238E27FC236}">
                  <a16:creationId xmlns:a16="http://schemas.microsoft.com/office/drawing/2014/main" id="{99AB67D6-86EA-4933-9EC6-09B7A6BD6440}"/>
                </a:ext>
              </a:extLst>
            </p:cNvPr>
            <p:cNvSpPr/>
            <p:nvPr/>
          </p:nvSpPr>
          <p:spPr>
            <a:xfrm>
              <a:off x="6751392" y="599208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35" name="Hexagon 634">
              <a:extLst>
                <a:ext uri="{FF2B5EF4-FFF2-40B4-BE49-F238E27FC236}">
                  <a16:creationId xmlns:a16="http://schemas.microsoft.com/office/drawing/2014/main" id="{C050EDE4-0DB7-403B-97FF-B5D1D811123A}"/>
                </a:ext>
              </a:extLst>
            </p:cNvPr>
            <p:cNvSpPr/>
            <p:nvPr/>
          </p:nvSpPr>
          <p:spPr>
            <a:xfrm>
              <a:off x="6904946" y="605451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36" name="Hexagon 635">
              <a:extLst>
                <a:ext uri="{FF2B5EF4-FFF2-40B4-BE49-F238E27FC236}">
                  <a16:creationId xmlns:a16="http://schemas.microsoft.com/office/drawing/2014/main" id="{4C9DF77B-AED5-4745-8FB0-D73744FAC02B}"/>
                </a:ext>
              </a:extLst>
            </p:cNvPr>
            <p:cNvSpPr/>
            <p:nvPr/>
          </p:nvSpPr>
          <p:spPr>
            <a:xfrm>
              <a:off x="6747590" y="611528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37" name="Hexagon 636">
              <a:extLst>
                <a:ext uri="{FF2B5EF4-FFF2-40B4-BE49-F238E27FC236}">
                  <a16:creationId xmlns:a16="http://schemas.microsoft.com/office/drawing/2014/main" id="{568DBA2D-5E91-43FD-8C6E-EAA47873F502}"/>
                </a:ext>
              </a:extLst>
            </p:cNvPr>
            <p:cNvSpPr/>
            <p:nvPr/>
          </p:nvSpPr>
          <p:spPr>
            <a:xfrm>
              <a:off x="7063125" y="575954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38" name="Hexagon 637">
              <a:extLst>
                <a:ext uri="{FF2B5EF4-FFF2-40B4-BE49-F238E27FC236}">
                  <a16:creationId xmlns:a16="http://schemas.microsoft.com/office/drawing/2014/main" id="{072761D1-8E69-4656-88ED-EAFF358FAD5A}"/>
                </a:ext>
              </a:extLst>
            </p:cNvPr>
            <p:cNvSpPr/>
            <p:nvPr/>
          </p:nvSpPr>
          <p:spPr>
            <a:xfrm>
              <a:off x="7062915" y="587879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39" name="Hexagon 638">
              <a:extLst>
                <a:ext uri="{FF2B5EF4-FFF2-40B4-BE49-F238E27FC236}">
                  <a16:creationId xmlns:a16="http://schemas.microsoft.com/office/drawing/2014/main" id="{0DC492EB-BE7D-4446-98A7-315B47146D3D}"/>
                </a:ext>
              </a:extLst>
            </p:cNvPr>
            <p:cNvSpPr/>
            <p:nvPr/>
          </p:nvSpPr>
          <p:spPr>
            <a:xfrm>
              <a:off x="7217545" y="581851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40" name="Hexagon 639">
              <a:extLst>
                <a:ext uri="{FF2B5EF4-FFF2-40B4-BE49-F238E27FC236}">
                  <a16:creationId xmlns:a16="http://schemas.microsoft.com/office/drawing/2014/main" id="{D5A1F96A-6976-4E11-A2C6-4EE9C1DCF8B5}"/>
                </a:ext>
              </a:extLst>
            </p:cNvPr>
            <p:cNvSpPr/>
            <p:nvPr/>
          </p:nvSpPr>
          <p:spPr>
            <a:xfrm>
              <a:off x="7215638" y="593710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41" name="Hexagon 640">
              <a:extLst>
                <a:ext uri="{FF2B5EF4-FFF2-40B4-BE49-F238E27FC236}">
                  <a16:creationId xmlns:a16="http://schemas.microsoft.com/office/drawing/2014/main" id="{7CD7139F-3011-4FA4-919C-64CED9B29D60}"/>
                </a:ext>
              </a:extLst>
            </p:cNvPr>
            <p:cNvSpPr/>
            <p:nvPr/>
          </p:nvSpPr>
          <p:spPr>
            <a:xfrm>
              <a:off x="7215428" y="605635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42" name="Hexagon 641">
              <a:extLst>
                <a:ext uri="{FF2B5EF4-FFF2-40B4-BE49-F238E27FC236}">
                  <a16:creationId xmlns:a16="http://schemas.microsoft.com/office/drawing/2014/main" id="{76FA8B3B-C130-4B6B-9150-11A943103436}"/>
                </a:ext>
              </a:extLst>
            </p:cNvPr>
            <p:cNvSpPr/>
            <p:nvPr/>
          </p:nvSpPr>
          <p:spPr>
            <a:xfrm>
              <a:off x="7058899" y="599614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43" name="Hexagon 642">
              <a:extLst>
                <a:ext uri="{FF2B5EF4-FFF2-40B4-BE49-F238E27FC236}">
                  <a16:creationId xmlns:a16="http://schemas.microsoft.com/office/drawing/2014/main" id="{933E9801-C55C-42D3-80D5-A0742CFDC23C}"/>
                </a:ext>
              </a:extLst>
            </p:cNvPr>
            <p:cNvSpPr/>
            <p:nvPr/>
          </p:nvSpPr>
          <p:spPr>
            <a:xfrm>
              <a:off x="7365584" y="575528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44" name="Hexagon 643">
              <a:extLst>
                <a:ext uri="{FF2B5EF4-FFF2-40B4-BE49-F238E27FC236}">
                  <a16:creationId xmlns:a16="http://schemas.microsoft.com/office/drawing/2014/main" id="{05BB0BF7-5EC8-4805-8D65-D8C6A57DF71A}"/>
                </a:ext>
              </a:extLst>
            </p:cNvPr>
            <p:cNvSpPr/>
            <p:nvPr/>
          </p:nvSpPr>
          <p:spPr>
            <a:xfrm>
              <a:off x="7363677" y="587387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45" name="Hexagon 644">
              <a:extLst>
                <a:ext uri="{FF2B5EF4-FFF2-40B4-BE49-F238E27FC236}">
                  <a16:creationId xmlns:a16="http://schemas.microsoft.com/office/drawing/2014/main" id="{46E930DE-FD0C-4DF0-81B1-59A669C6812A}"/>
                </a:ext>
              </a:extLst>
            </p:cNvPr>
            <p:cNvSpPr/>
            <p:nvPr/>
          </p:nvSpPr>
          <p:spPr>
            <a:xfrm>
              <a:off x="7363467" y="599312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46" name="Hexagon 645">
              <a:extLst>
                <a:ext uri="{FF2B5EF4-FFF2-40B4-BE49-F238E27FC236}">
                  <a16:creationId xmlns:a16="http://schemas.microsoft.com/office/drawing/2014/main" id="{7641E353-F120-46A5-A4BF-3B26A0D99AAF}"/>
                </a:ext>
              </a:extLst>
            </p:cNvPr>
            <p:cNvSpPr/>
            <p:nvPr/>
          </p:nvSpPr>
          <p:spPr>
            <a:xfrm>
              <a:off x="7211074" y="617119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47" name="Hexagon 646">
              <a:extLst>
                <a:ext uri="{FF2B5EF4-FFF2-40B4-BE49-F238E27FC236}">
                  <a16:creationId xmlns:a16="http://schemas.microsoft.com/office/drawing/2014/main" id="{E9BD9A5D-5EDF-4DA8-833F-4DDA8E293676}"/>
                </a:ext>
              </a:extLst>
            </p:cNvPr>
            <p:cNvSpPr/>
            <p:nvPr/>
          </p:nvSpPr>
          <p:spPr>
            <a:xfrm>
              <a:off x="7056500" y="623477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48" name="Hexagon 647">
              <a:extLst>
                <a:ext uri="{FF2B5EF4-FFF2-40B4-BE49-F238E27FC236}">
                  <a16:creationId xmlns:a16="http://schemas.microsoft.com/office/drawing/2014/main" id="{2AD9984D-090F-4B6A-9EAD-B01FB6ED7934}"/>
                </a:ext>
              </a:extLst>
            </p:cNvPr>
            <p:cNvSpPr/>
            <p:nvPr/>
          </p:nvSpPr>
          <p:spPr>
            <a:xfrm>
              <a:off x="7359113" y="610796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49" name="Hexagon 648">
              <a:extLst>
                <a:ext uri="{FF2B5EF4-FFF2-40B4-BE49-F238E27FC236}">
                  <a16:creationId xmlns:a16="http://schemas.microsoft.com/office/drawing/2014/main" id="{78F52B82-C601-4C3B-89A5-02E98E8C2945}"/>
                </a:ext>
              </a:extLst>
            </p:cNvPr>
            <p:cNvSpPr/>
            <p:nvPr/>
          </p:nvSpPr>
          <p:spPr>
            <a:xfrm>
              <a:off x="7358903" y="622721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50" name="Hexagon 649">
              <a:extLst>
                <a:ext uri="{FF2B5EF4-FFF2-40B4-BE49-F238E27FC236}">
                  <a16:creationId xmlns:a16="http://schemas.microsoft.com/office/drawing/2014/main" id="{2CC1D900-0203-4DB7-B572-93EA026593B1}"/>
                </a:ext>
              </a:extLst>
            </p:cNvPr>
            <p:cNvSpPr/>
            <p:nvPr/>
          </p:nvSpPr>
          <p:spPr>
            <a:xfrm>
              <a:off x="7210654" y="641074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51" name="Hexagon 650">
              <a:extLst>
                <a:ext uri="{FF2B5EF4-FFF2-40B4-BE49-F238E27FC236}">
                  <a16:creationId xmlns:a16="http://schemas.microsoft.com/office/drawing/2014/main" id="{BCBEF491-A3D2-477B-BA72-14FBA122AF8A}"/>
                </a:ext>
              </a:extLst>
            </p:cNvPr>
            <p:cNvSpPr/>
            <p:nvPr/>
          </p:nvSpPr>
          <p:spPr>
            <a:xfrm>
              <a:off x="7056290" y="635270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52" name="Hexagon 651">
              <a:extLst>
                <a:ext uri="{FF2B5EF4-FFF2-40B4-BE49-F238E27FC236}">
                  <a16:creationId xmlns:a16="http://schemas.microsoft.com/office/drawing/2014/main" id="{482BAD7C-24FE-4683-BA8B-DBE69BB58EB2}"/>
                </a:ext>
              </a:extLst>
            </p:cNvPr>
            <p:cNvSpPr/>
            <p:nvPr/>
          </p:nvSpPr>
          <p:spPr>
            <a:xfrm>
              <a:off x="7358693" y="634513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53" name="Hexagon 652">
              <a:extLst>
                <a:ext uri="{FF2B5EF4-FFF2-40B4-BE49-F238E27FC236}">
                  <a16:creationId xmlns:a16="http://schemas.microsoft.com/office/drawing/2014/main" id="{89E9881E-0842-437C-BC8C-FAD6D5AAC6B8}"/>
                </a:ext>
              </a:extLst>
            </p:cNvPr>
            <p:cNvSpPr/>
            <p:nvPr/>
          </p:nvSpPr>
          <p:spPr>
            <a:xfrm>
              <a:off x="7515139" y="605068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54" name="Hexagon 653">
              <a:extLst>
                <a:ext uri="{FF2B5EF4-FFF2-40B4-BE49-F238E27FC236}">
                  <a16:creationId xmlns:a16="http://schemas.microsoft.com/office/drawing/2014/main" id="{EC43E2B6-B871-4DAA-A323-DC8DB1A27A4B}"/>
                </a:ext>
              </a:extLst>
            </p:cNvPr>
            <p:cNvSpPr/>
            <p:nvPr/>
          </p:nvSpPr>
          <p:spPr>
            <a:xfrm>
              <a:off x="7514929" y="616993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55" name="Hexagon 654">
              <a:extLst>
                <a:ext uri="{FF2B5EF4-FFF2-40B4-BE49-F238E27FC236}">
                  <a16:creationId xmlns:a16="http://schemas.microsoft.com/office/drawing/2014/main" id="{E12A16F2-1BB4-4D19-9268-6D9223D144A8}"/>
                </a:ext>
              </a:extLst>
            </p:cNvPr>
            <p:cNvSpPr/>
            <p:nvPr/>
          </p:nvSpPr>
          <p:spPr>
            <a:xfrm>
              <a:off x="7662968" y="610670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56" name="Hexagon 655">
              <a:extLst>
                <a:ext uri="{FF2B5EF4-FFF2-40B4-BE49-F238E27FC236}">
                  <a16:creationId xmlns:a16="http://schemas.microsoft.com/office/drawing/2014/main" id="{F05A6D74-7BD1-4E3F-9FA5-201C8B62449A}"/>
                </a:ext>
              </a:extLst>
            </p:cNvPr>
            <p:cNvSpPr/>
            <p:nvPr/>
          </p:nvSpPr>
          <p:spPr>
            <a:xfrm>
              <a:off x="7510575" y="628477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57" name="Hexagon 656">
              <a:extLst>
                <a:ext uri="{FF2B5EF4-FFF2-40B4-BE49-F238E27FC236}">
                  <a16:creationId xmlns:a16="http://schemas.microsoft.com/office/drawing/2014/main" id="{FB9C8C8D-AFD6-41DE-8EB1-E7DB36582DB9}"/>
                </a:ext>
              </a:extLst>
            </p:cNvPr>
            <p:cNvSpPr/>
            <p:nvPr/>
          </p:nvSpPr>
          <p:spPr>
            <a:xfrm>
              <a:off x="7658614" y="622154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58" name="Hexagon 657">
              <a:extLst>
                <a:ext uri="{FF2B5EF4-FFF2-40B4-BE49-F238E27FC236}">
                  <a16:creationId xmlns:a16="http://schemas.microsoft.com/office/drawing/2014/main" id="{148DF8F9-D7FD-4FD6-908A-33221F7332C5}"/>
                </a:ext>
              </a:extLst>
            </p:cNvPr>
            <p:cNvSpPr/>
            <p:nvPr/>
          </p:nvSpPr>
          <p:spPr>
            <a:xfrm>
              <a:off x="7658404" y="63407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59" name="Hexagon 658">
              <a:extLst>
                <a:ext uri="{FF2B5EF4-FFF2-40B4-BE49-F238E27FC236}">
                  <a16:creationId xmlns:a16="http://schemas.microsoft.com/office/drawing/2014/main" id="{1FB039A4-4B25-4C6C-9081-76096D2BF9D4}"/>
                </a:ext>
              </a:extLst>
            </p:cNvPr>
            <p:cNvSpPr/>
            <p:nvPr/>
          </p:nvSpPr>
          <p:spPr>
            <a:xfrm>
              <a:off x="7658194" y="645871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0" name="Hexagon 659">
              <a:extLst>
                <a:ext uri="{FF2B5EF4-FFF2-40B4-BE49-F238E27FC236}">
                  <a16:creationId xmlns:a16="http://schemas.microsoft.com/office/drawing/2014/main" id="{6AE8592D-CF74-427F-812D-95D1D185D702}"/>
                </a:ext>
              </a:extLst>
            </p:cNvPr>
            <p:cNvSpPr/>
            <p:nvPr/>
          </p:nvSpPr>
          <p:spPr>
            <a:xfrm>
              <a:off x="7815182" y="616990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1" name="Hexagon 660">
              <a:extLst>
                <a:ext uri="{FF2B5EF4-FFF2-40B4-BE49-F238E27FC236}">
                  <a16:creationId xmlns:a16="http://schemas.microsoft.com/office/drawing/2014/main" id="{FD4A8671-E5C1-4075-A203-CBDAC52BDDE1}"/>
                </a:ext>
              </a:extLst>
            </p:cNvPr>
            <p:cNvSpPr/>
            <p:nvPr/>
          </p:nvSpPr>
          <p:spPr>
            <a:xfrm>
              <a:off x="7812855" y="628703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2" name="Hexagon 661">
              <a:extLst>
                <a:ext uri="{FF2B5EF4-FFF2-40B4-BE49-F238E27FC236}">
                  <a16:creationId xmlns:a16="http://schemas.microsoft.com/office/drawing/2014/main" id="{F6B34135-7B1F-410E-9FED-C4DAF0962A16}"/>
                </a:ext>
              </a:extLst>
            </p:cNvPr>
            <p:cNvSpPr/>
            <p:nvPr/>
          </p:nvSpPr>
          <p:spPr>
            <a:xfrm>
              <a:off x="7808501" y="639975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3" name="Hexagon 662">
              <a:extLst>
                <a:ext uri="{FF2B5EF4-FFF2-40B4-BE49-F238E27FC236}">
                  <a16:creationId xmlns:a16="http://schemas.microsoft.com/office/drawing/2014/main" id="{8B96234A-2311-40FC-94E0-B01887FF8992}"/>
                </a:ext>
              </a:extLst>
            </p:cNvPr>
            <p:cNvSpPr/>
            <p:nvPr/>
          </p:nvSpPr>
          <p:spPr>
            <a:xfrm>
              <a:off x="7817181" y="605197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4" name="Hexagon 663">
              <a:extLst>
                <a:ext uri="{FF2B5EF4-FFF2-40B4-BE49-F238E27FC236}">
                  <a16:creationId xmlns:a16="http://schemas.microsoft.com/office/drawing/2014/main" id="{4690D85A-3EF6-43C3-B23A-99A822A6DEB2}"/>
                </a:ext>
              </a:extLst>
            </p:cNvPr>
            <p:cNvSpPr/>
            <p:nvPr/>
          </p:nvSpPr>
          <p:spPr>
            <a:xfrm>
              <a:off x="7969818" y="599491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5" name="Hexagon 664">
              <a:extLst>
                <a:ext uri="{FF2B5EF4-FFF2-40B4-BE49-F238E27FC236}">
                  <a16:creationId xmlns:a16="http://schemas.microsoft.com/office/drawing/2014/main" id="{8BE391AB-A09B-41B5-A6EE-64984E1E234A}"/>
                </a:ext>
              </a:extLst>
            </p:cNvPr>
            <p:cNvSpPr/>
            <p:nvPr/>
          </p:nvSpPr>
          <p:spPr>
            <a:xfrm>
              <a:off x="7965464" y="610975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6" name="Hexagon 665">
              <a:extLst>
                <a:ext uri="{FF2B5EF4-FFF2-40B4-BE49-F238E27FC236}">
                  <a16:creationId xmlns:a16="http://schemas.microsoft.com/office/drawing/2014/main" id="{E73E66E5-5CEA-4ED1-9D72-4A2EB4D2BA8B}"/>
                </a:ext>
              </a:extLst>
            </p:cNvPr>
            <p:cNvSpPr/>
            <p:nvPr/>
          </p:nvSpPr>
          <p:spPr>
            <a:xfrm>
              <a:off x="7965254" y="622900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7" name="Hexagon 666">
              <a:extLst>
                <a:ext uri="{FF2B5EF4-FFF2-40B4-BE49-F238E27FC236}">
                  <a16:creationId xmlns:a16="http://schemas.microsoft.com/office/drawing/2014/main" id="{F24B7552-2AF8-4C76-833B-0809EB0B2E34}"/>
                </a:ext>
              </a:extLst>
            </p:cNvPr>
            <p:cNvSpPr/>
            <p:nvPr/>
          </p:nvSpPr>
          <p:spPr>
            <a:xfrm>
              <a:off x="8122032" y="605356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8" name="Hexagon 667">
              <a:extLst>
                <a:ext uri="{FF2B5EF4-FFF2-40B4-BE49-F238E27FC236}">
                  <a16:creationId xmlns:a16="http://schemas.microsoft.com/office/drawing/2014/main" id="{2F8E18B4-856E-4A3F-8A24-2BF480F3B83B}"/>
                </a:ext>
              </a:extLst>
            </p:cNvPr>
            <p:cNvSpPr/>
            <p:nvPr/>
          </p:nvSpPr>
          <p:spPr>
            <a:xfrm>
              <a:off x="7514119" y="569903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9" name="Hexagon 668">
              <a:extLst>
                <a:ext uri="{FF2B5EF4-FFF2-40B4-BE49-F238E27FC236}">
                  <a16:creationId xmlns:a16="http://schemas.microsoft.com/office/drawing/2014/main" id="{33E505AD-9533-4198-8C20-ECFA96218DA8}"/>
                </a:ext>
              </a:extLst>
            </p:cNvPr>
            <p:cNvSpPr/>
            <p:nvPr/>
          </p:nvSpPr>
          <p:spPr>
            <a:xfrm>
              <a:off x="7664539" y="563818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0" name="Hexagon 669">
              <a:extLst>
                <a:ext uri="{FF2B5EF4-FFF2-40B4-BE49-F238E27FC236}">
                  <a16:creationId xmlns:a16="http://schemas.microsoft.com/office/drawing/2014/main" id="{386D5E5A-25B3-4A12-80EE-6C005B6ED5AB}"/>
                </a:ext>
              </a:extLst>
            </p:cNvPr>
            <p:cNvSpPr/>
            <p:nvPr/>
          </p:nvSpPr>
          <p:spPr>
            <a:xfrm>
              <a:off x="7519289" y="581863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1" name="Hexagon 670">
              <a:extLst>
                <a:ext uri="{FF2B5EF4-FFF2-40B4-BE49-F238E27FC236}">
                  <a16:creationId xmlns:a16="http://schemas.microsoft.com/office/drawing/2014/main" id="{CFD83666-648D-4F0A-859D-83CC8DD8E4B0}"/>
                </a:ext>
              </a:extLst>
            </p:cNvPr>
            <p:cNvSpPr/>
            <p:nvPr/>
          </p:nvSpPr>
          <p:spPr>
            <a:xfrm>
              <a:off x="7667328" y="575540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2" name="Hexagon 671">
              <a:extLst>
                <a:ext uri="{FF2B5EF4-FFF2-40B4-BE49-F238E27FC236}">
                  <a16:creationId xmlns:a16="http://schemas.microsoft.com/office/drawing/2014/main" id="{84EC1D71-C6E6-4881-9700-6A9D55824EEB}"/>
                </a:ext>
              </a:extLst>
            </p:cNvPr>
            <p:cNvSpPr/>
            <p:nvPr/>
          </p:nvSpPr>
          <p:spPr>
            <a:xfrm>
              <a:off x="7667118" y="587465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3" name="Hexagon 672">
              <a:extLst>
                <a:ext uri="{FF2B5EF4-FFF2-40B4-BE49-F238E27FC236}">
                  <a16:creationId xmlns:a16="http://schemas.microsoft.com/office/drawing/2014/main" id="{B27FFD58-47FC-4021-92E1-6D8D6180BCB9}"/>
                </a:ext>
              </a:extLst>
            </p:cNvPr>
            <p:cNvSpPr/>
            <p:nvPr/>
          </p:nvSpPr>
          <p:spPr>
            <a:xfrm>
              <a:off x="7666908" y="599257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4" name="Hexagon 673">
              <a:extLst>
                <a:ext uri="{FF2B5EF4-FFF2-40B4-BE49-F238E27FC236}">
                  <a16:creationId xmlns:a16="http://schemas.microsoft.com/office/drawing/2014/main" id="{A150FF39-2FA4-4714-BD12-2054B7ABDEA6}"/>
                </a:ext>
              </a:extLst>
            </p:cNvPr>
            <p:cNvSpPr/>
            <p:nvPr/>
          </p:nvSpPr>
          <p:spPr>
            <a:xfrm>
              <a:off x="7814372" y="570376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5" name="Hexagon 674">
              <a:extLst>
                <a:ext uri="{FF2B5EF4-FFF2-40B4-BE49-F238E27FC236}">
                  <a16:creationId xmlns:a16="http://schemas.microsoft.com/office/drawing/2014/main" id="{678210DA-C978-489A-BA50-6848CCF53BA6}"/>
                </a:ext>
              </a:extLst>
            </p:cNvPr>
            <p:cNvSpPr/>
            <p:nvPr/>
          </p:nvSpPr>
          <p:spPr>
            <a:xfrm>
              <a:off x="7821569" y="581666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6" name="Hexagon 675">
              <a:extLst>
                <a:ext uri="{FF2B5EF4-FFF2-40B4-BE49-F238E27FC236}">
                  <a16:creationId xmlns:a16="http://schemas.microsoft.com/office/drawing/2014/main" id="{65FF2040-29C3-478F-B4D5-C1EBDF21D6A8}"/>
                </a:ext>
              </a:extLst>
            </p:cNvPr>
            <p:cNvSpPr/>
            <p:nvPr/>
          </p:nvSpPr>
          <p:spPr>
            <a:xfrm>
              <a:off x="7816419" y="558598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7" name="Hexagon 676">
              <a:extLst>
                <a:ext uri="{FF2B5EF4-FFF2-40B4-BE49-F238E27FC236}">
                  <a16:creationId xmlns:a16="http://schemas.microsoft.com/office/drawing/2014/main" id="{19D9CF22-B08B-4E73-8980-FC79AFF33146}"/>
                </a:ext>
              </a:extLst>
            </p:cNvPr>
            <p:cNvSpPr/>
            <p:nvPr/>
          </p:nvSpPr>
          <p:spPr>
            <a:xfrm>
              <a:off x="7819194" y="593346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8" name="Hexagon 677">
              <a:extLst>
                <a:ext uri="{FF2B5EF4-FFF2-40B4-BE49-F238E27FC236}">
                  <a16:creationId xmlns:a16="http://schemas.microsoft.com/office/drawing/2014/main" id="{99C6C814-DC9D-473A-A9C4-4A2C9667CAD3}"/>
                </a:ext>
              </a:extLst>
            </p:cNvPr>
            <p:cNvSpPr/>
            <p:nvPr/>
          </p:nvSpPr>
          <p:spPr>
            <a:xfrm>
              <a:off x="7664552" y="552323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9" name="Hexagon 678">
              <a:extLst>
                <a:ext uri="{FF2B5EF4-FFF2-40B4-BE49-F238E27FC236}">
                  <a16:creationId xmlns:a16="http://schemas.microsoft.com/office/drawing/2014/main" id="{1C770370-54BC-4B95-9D7C-4ECEEDBF83A7}"/>
                </a:ext>
              </a:extLst>
            </p:cNvPr>
            <p:cNvSpPr/>
            <p:nvPr/>
          </p:nvSpPr>
          <p:spPr>
            <a:xfrm>
              <a:off x="7517666" y="522747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0" name="Hexagon 679">
              <a:extLst>
                <a:ext uri="{FF2B5EF4-FFF2-40B4-BE49-F238E27FC236}">
                  <a16:creationId xmlns:a16="http://schemas.microsoft.com/office/drawing/2014/main" id="{FF206E0F-404B-48D7-9A18-259956F00E51}"/>
                </a:ext>
              </a:extLst>
            </p:cNvPr>
            <p:cNvSpPr/>
            <p:nvPr/>
          </p:nvSpPr>
          <p:spPr>
            <a:xfrm>
              <a:off x="7972343" y="516706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1" name="Hexagon 680">
              <a:extLst>
                <a:ext uri="{FF2B5EF4-FFF2-40B4-BE49-F238E27FC236}">
                  <a16:creationId xmlns:a16="http://schemas.microsoft.com/office/drawing/2014/main" id="{6290C713-CCB8-47B8-9FFE-095E96078250}"/>
                </a:ext>
              </a:extLst>
            </p:cNvPr>
            <p:cNvSpPr/>
            <p:nvPr/>
          </p:nvSpPr>
          <p:spPr>
            <a:xfrm>
              <a:off x="7824295" y="522484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2" name="Hexagon 681">
              <a:extLst>
                <a:ext uri="{FF2B5EF4-FFF2-40B4-BE49-F238E27FC236}">
                  <a16:creationId xmlns:a16="http://schemas.microsoft.com/office/drawing/2014/main" id="{9F8DAD38-C195-4CA8-B7B1-FCBD40649A22}"/>
                </a:ext>
              </a:extLst>
            </p:cNvPr>
            <p:cNvSpPr/>
            <p:nvPr/>
          </p:nvSpPr>
          <p:spPr>
            <a:xfrm>
              <a:off x="7974583" y="528872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3" name="Hexagon 682">
              <a:extLst>
                <a:ext uri="{FF2B5EF4-FFF2-40B4-BE49-F238E27FC236}">
                  <a16:creationId xmlns:a16="http://schemas.microsoft.com/office/drawing/2014/main" id="{70132BC6-DCEA-40E1-883C-9FE1C38A49CE}"/>
                </a:ext>
              </a:extLst>
            </p:cNvPr>
            <p:cNvSpPr/>
            <p:nvPr/>
          </p:nvSpPr>
          <p:spPr>
            <a:xfrm>
              <a:off x="7672185" y="528637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4" name="Hexagon 683">
              <a:extLst>
                <a:ext uri="{FF2B5EF4-FFF2-40B4-BE49-F238E27FC236}">
                  <a16:creationId xmlns:a16="http://schemas.microsoft.com/office/drawing/2014/main" id="{BD963C53-A224-486F-8EBB-BDDFB4153C20}"/>
                </a:ext>
              </a:extLst>
            </p:cNvPr>
            <p:cNvSpPr/>
            <p:nvPr/>
          </p:nvSpPr>
          <p:spPr>
            <a:xfrm>
              <a:off x="7822473" y="534454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5" name="Hexagon 684">
              <a:extLst>
                <a:ext uri="{FF2B5EF4-FFF2-40B4-BE49-F238E27FC236}">
                  <a16:creationId xmlns:a16="http://schemas.microsoft.com/office/drawing/2014/main" id="{B96AF060-0691-402E-9F30-98CA555F2E44}"/>
                </a:ext>
              </a:extLst>
            </p:cNvPr>
            <p:cNvSpPr/>
            <p:nvPr/>
          </p:nvSpPr>
          <p:spPr>
            <a:xfrm>
              <a:off x="7976804" y="540547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6" name="Hexagon 685">
              <a:extLst>
                <a:ext uri="{FF2B5EF4-FFF2-40B4-BE49-F238E27FC236}">
                  <a16:creationId xmlns:a16="http://schemas.microsoft.com/office/drawing/2014/main" id="{5F6EB1C0-61B5-4D6E-8081-C95FEC844AE8}"/>
                </a:ext>
              </a:extLst>
            </p:cNvPr>
            <p:cNvSpPr/>
            <p:nvPr/>
          </p:nvSpPr>
          <p:spPr>
            <a:xfrm>
              <a:off x="7667724" y="540289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7" name="Hexagon 686">
              <a:extLst>
                <a:ext uri="{FF2B5EF4-FFF2-40B4-BE49-F238E27FC236}">
                  <a16:creationId xmlns:a16="http://schemas.microsoft.com/office/drawing/2014/main" id="{C00517E7-EEEC-48A0-8957-62827CE03F1E}"/>
                </a:ext>
              </a:extLst>
            </p:cNvPr>
            <p:cNvSpPr/>
            <p:nvPr/>
          </p:nvSpPr>
          <p:spPr>
            <a:xfrm>
              <a:off x="8124237" y="522912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8" name="Hexagon 687">
              <a:extLst>
                <a:ext uri="{FF2B5EF4-FFF2-40B4-BE49-F238E27FC236}">
                  <a16:creationId xmlns:a16="http://schemas.microsoft.com/office/drawing/2014/main" id="{7D22599C-29DC-4BBC-968F-AC7612378C86}"/>
                </a:ext>
              </a:extLst>
            </p:cNvPr>
            <p:cNvSpPr/>
            <p:nvPr/>
          </p:nvSpPr>
          <p:spPr>
            <a:xfrm>
              <a:off x="8124453" y="534587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9" name="Hexagon 688">
              <a:extLst>
                <a:ext uri="{FF2B5EF4-FFF2-40B4-BE49-F238E27FC236}">
                  <a16:creationId xmlns:a16="http://schemas.microsoft.com/office/drawing/2014/main" id="{2C0F281D-7CAB-4EBF-BC21-32AEC9B2D3AF}"/>
                </a:ext>
              </a:extLst>
            </p:cNvPr>
            <p:cNvSpPr/>
            <p:nvPr/>
          </p:nvSpPr>
          <p:spPr>
            <a:xfrm>
              <a:off x="7663288" y="504968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0" name="Hexagon 689">
              <a:extLst>
                <a:ext uri="{FF2B5EF4-FFF2-40B4-BE49-F238E27FC236}">
                  <a16:creationId xmlns:a16="http://schemas.microsoft.com/office/drawing/2014/main" id="{D9E1853F-494A-4D2A-88AF-FEB0000D480D}"/>
                </a:ext>
              </a:extLst>
            </p:cNvPr>
            <p:cNvSpPr/>
            <p:nvPr/>
          </p:nvSpPr>
          <p:spPr>
            <a:xfrm>
              <a:off x="7515240" y="510745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1" name="Hexagon 690">
              <a:extLst>
                <a:ext uri="{FF2B5EF4-FFF2-40B4-BE49-F238E27FC236}">
                  <a16:creationId xmlns:a16="http://schemas.microsoft.com/office/drawing/2014/main" id="{6D4A36FB-7A58-4ED5-ACAC-144E1988D9FD}"/>
                </a:ext>
              </a:extLst>
            </p:cNvPr>
            <p:cNvSpPr/>
            <p:nvPr/>
          </p:nvSpPr>
          <p:spPr>
            <a:xfrm>
              <a:off x="7821197" y="510973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2" name="Hexagon 691">
              <a:extLst>
                <a:ext uri="{FF2B5EF4-FFF2-40B4-BE49-F238E27FC236}">
                  <a16:creationId xmlns:a16="http://schemas.microsoft.com/office/drawing/2014/main" id="{72658937-1422-40FC-BDDD-CF172F3E9134}"/>
                </a:ext>
              </a:extLst>
            </p:cNvPr>
            <p:cNvSpPr/>
            <p:nvPr/>
          </p:nvSpPr>
          <p:spPr>
            <a:xfrm>
              <a:off x="7667987" y="493011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3" name="Hexagon 692">
              <a:extLst>
                <a:ext uri="{FF2B5EF4-FFF2-40B4-BE49-F238E27FC236}">
                  <a16:creationId xmlns:a16="http://schemas.microsoft.com/office/drawing/2014/main" id="{4683ABC1-781A-43E4-990B-62391579E376}"/>
                </a:ext>
              </a:extLst>
            </p:cNvPr>
            <p:cNvSpPr/>
            <p:nvPr/>
          </p:nvSpPr>
          <p:spPr>
            <a:xfrm>
              <a:off x="7820280" y="498798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4" name="Hexagon 693">
              <a:extLst>
                <a:ext uri="{FF2B5EF4-FFF2-40B4-BE49-F238E27FC236}">
                  <a16:creationId xmlns:a16="http://schemas.microsoft.com/office/drawing/2014/main" id="{7B26216E-E845-4A17-A2ED-CA41583D0B35}"/>
                </a:ext>
              </a:extLst>
            </p:cNvPr>
            <p:cNvSpPr/>
            <p:nvPr/>
          </p:nvSpPr>
          <p:spPr>
            <a:xfrm>
              <a:off x="7517882" y="498763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5" name="Hexagon 694">
              <a:extLst>
                <a:ext uri="{FF2B5EF4-FFF2-40B4-BE49-F238E27FC236}">
                  <a16:creationId xmlns:a16="http://schemas.microsoft.com/office/drawing/2014/main" id="{EE317726-3EE3-42FC-9C72-EB87F9D24572}"/>
                </a:ext>
              </a:extLst>
            </p:cNvPr>
            <p:cNvSpPr/>
            <p:nvPr/>
          </p:nvSpPr>
          <p:spPr>
            <a:xfrm>
              <a:off x="7970150" y="504913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6" name="Hexagon 695">
              <a:extLst>
                <a:ext uri="{FF2B5EF4-FFF2-40B4-BE49-F238E27FC236}">
                  <a16:creationId xmlns:a16="http://schemas.microsoft.com/office/drawing/2014/main" id="{5ADC3C41-3B5C-4CE4-9DAF-A9B0C346B113}"/>
                </a:ext>
              </a:extLst>
            </p:cNvPr>
            <p:cNvSpPr/>
            <p:nvPr/>
          </p:nvSpPr>
          <p:spPr>
            <a:xfrm>
              <a:off x="7661682" y="481324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7" name="Hexagon 696">
              <a:extLst>
                <a:ext uri="{FF2B5EF4-FFF2-40B4-BE49-F238E27FC236}">
                  <a16:creationId xmlns:a16="http://schemas.microsoft.com/office/drawing/2014/main" id="{48E6AC06-E202-4813-8599-184EF44FBB10}"/>
                </a:ext>
              </a:extLst>
            </p:cNvPr>
            <p:cNvSpPr/>
            <p:nvPr/>
          </p:nvSpPr>
          <p:spPr>
            <a:xfrm>
              <a:off x="7664324" y="469342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8" name="Hexagon 697">
              <a:extLst>
                <a:ext uri="{FF2B5EF4-FFF2-40B4-BE49-F238E27FC236}">
                  <a16:creationId xmlns:a16="http://schemas.microsoft.com/office/drawing/2014/main" id="{E8141177-D028-4FCF-8988-0BB609A73E93}"/>
                </a:ext>
              </a:extLst>
            </p:cNvPr>
            <p:cNvSpPr/>
            <p:nvPr/>
          </p:nvSpPr>
          <p:spPr>
            <a:xfrm>
              <a:off x="7812442" y="475039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9" name="Hexagon 698">
              <a:extLst>
                <a:ext uri="{FF2B5EF4-FFF2-40B4-BE49-F238E27FC236}">
                  <a16:creationId xmlns:a16="http://schemas.microsoft.com/office/drawing/2014/main" id="{902C6C21-1AC4-4EBE-9E51-FAFB6072460B}"/>
                </a:ext>
              </a:extLst>
            </p:cNvPr>
            <p:cNvSpPr/>
            <p:nvPr/>
          </p:nvSpPr>
          <p:spPr>
            <a:xfrm>
              <a:off x="7814950" y="486792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0" name="Hexagon 699">
              <a:extLst>
                <a:ext uri="{FF2B5EF4-FFF2-40B4-BE49-F238E27FC236}">
                  <a16:creationId xmlns:a16="http://schemas.microsoft.com/office/drawing/2014/main" id="{3E9215A5-9A86-420C-BFE7-910028F81E17}"/>
                </a:ext>
              </a:extLst>
            </p:cNvPr>
            <p:cNvSpPr/>
            <p:nvPr/>
          </p:nvSpPr>
          <p:spPr>
            <a:xfrm>
              <a:off x="7813674" y="463311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1" name="Hexagon 700">
              <a:extLst>
                <a:ext uri="{FF2B5EF4-FFF2-40B4-BE49-F238E27FC236}">
                  <a16:creationId xmlns:a16="http://schemas.microsoft.com/office/drawing/2014/main" id="{DA914E48-C2EA-4CA6-A3BA-1A3E0F303C62}"/>
                </a:ext>
              </a:extLst>
            </p:cNvPr>
            <p:cNvSpPr/>
            <p:nvPr/>
          </p:nvSpPr>
          <p:spPr>
            <a:xfrm>
              <a:off x="7812757" y="45113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2" name="Hexagon 701">
              <a:extLst>
                <a:ext uri="{FF2B5EF4-FFF2-40B4-BE49-F238E27FC236}">
                  <a16:creationId xmlns:a16="http://schemas.microsoft.com/office/drawing/2014/main" id="{5FACE0B3-F8C7-4645-BF6F-78A962C678B1}"/>
                </a:ext>
              </a:extLst>
            </p:cNvPr>
            <p:cNvSpPr/>
            <p:nvPr/>
          </p:nvSpPr>
          <p:spPr>
            <a:xfrm>
              <a:off x="7966933" y="480996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3" name="Hexagon 702">
              <a:extLst>
                <a:ext uri="{FF2B5EF4-FFF2-40B4-BE49-F238E27FC236}">
                  <a16:creationId xmlns:a16="http://schemas.microsoft.com/office/drawing/2014/main" id="{532C1E3B-166B-454D-937B-0653EF999890}"/>
                </a:ext>
              </a:extLst>
            </p:cNvPr>
            <p:cNvSpPr/>
            <p:nvPr/>
          </p:nvSpPr>
          <p:spPr>
            <a:xfrm>
              <a:off x="7966016" y="468821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4" name="Hexagon 703">
              <a:extLst>
                <a:ext uri="{FF2B5EF4-FFF2-40B4-BE49-F238E27FC236}">
                  <a16:creationId xmlns:a16="http://schemas.microsoft.com/office/drawing/2014/main" id="{0DE8E59E-C13A-4782-B7AF-E4BB8496804E}"/>
                </a:ext>
              </a:extLst>
            </p:cNvPr>
            <p:cNvSpPr/>
            <p:nvPr/>
          </p:nvSpPr>
          <p:spPr>
            <a:xfrm>
              <a:off x="7810060" y="439366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5" name="Hexagon 704">
              <a:extLst>
                <a:ext uri="{FF2B5EF4-FFF2-40B4-BE49-F238E27FC236}">
                  <a16:creationId xmlns:a16="http://schemas.microsoft.com/office/drawing/2014/main" id="{7FE9E7B5-0188-4F22-8D40-8FD7002AD43C}"/>
                </a:ext>
              </a:extLst>
            </p:cNvPr>
            <p:cNvSpPr/>
            <p:nvPr/>
          </p:nvSpPr>
          <p:spPr>
            <a:xfrm>
              <a:off x="7966518" y="444846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6" name="Hexagon 705">
              <a:extLst>
                <a:ext uri="{FF2B5EF4-FFF2-40B4-BE49-F238E27FC236}">
                  <a16:creationId xmlns:a16="http://schemas.microsoft.com/office/drawing/2014/main" id="{172B93D3-B5BD-474C-B5BA-5BA18B6C4DF5}"/>
                </a:ext>
              </a:extLst>
            </p:cNvPr>
            <p:cNvSpPr/>
            <p:nvPr/>
          </p:nvSpPr>
          <p:spPr>
            <a:xfrm>
              <a:off x="7965016" y="457032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7" name="Hexagon 706">
              <a:extLst>
                <a:ext uri="{FF2B5EF4-FFF2-40B4-BE49-F238E27FC236}">
                  <a16:creationId xmlns:a16="http://schemas.microsoft.com/office/drawing/2014/main" id="{26BEB55A-4219-473C-AB56-F4686AA4DF4B}"/>
                </a:ext>
              </a:extLst>
            </p:cNvPr>
            <p:cNvSpPr/>
            <p:nvPr/>
          </p:nvSpPr>
          <p:spPr>
            <a:xfrm>
              <a:off x="7967430" y="433535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8" name="Hexagon 707">
              <a:extLst>
                <a:ext uri="{FF2B5EF4-FFF2-40B4-BE49-F238E27FC236}">
                  <a16:creationId xmlns:a16="http://schemas.microsoft.com/office/drawing/2014/main" id="{62EC4A60-F8E2-435C-B001-0CD696CA6E47}"/>
                </a:ext>
              </a:extLst>
            </p:cNvPr>
            <p:cNvSpPr/>
            <p:nvPr/>
          </p:nvSpPr>
          <p:spPr>
            <a:xfrm>
              <a:off x="8120394" y="474707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9" name="Hexagon 708">
              <a:extLst>
                <a:ext uri="{FF2B5EF4-FFF2-40B4-BE49-F238E27FC236}">
                  <a16:creationId xmlns:a16="http://schemas.microsoft.com/office/drawing/2014/main" id="{2CC393FC-5F47-4377-8259-7EDF1F4C4FF6}"/>
                </a:ext>
              </a:extLst>
            </p:cNvPr>
            <p:cNvSpPr/>
            <p:nvPr/>
          </p:nvSpPr>
          <p:spPr>
            <a:xfrm>
              <a:off x="8120629" y="486873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0" name="Hexagon 709">
              <a:extLst>
                <a:ext uri="{FF2B5EF4-FFF2-40B4-BE49-F238E27FC236}">
                  <a16:creationId xmlns:a16="http://schemas.microsoft.com/office/drawing/2014/main" id="{0EE4D955-9F89-45D7-B76A-F3100BF7569B}"/>
                </a:ext>
              </a:extLst>
            </p:cNvPr>
            <p:cNvSpPr/>
            <p:nvPr/>
          </p:nvSpPr>
          <p:spPr>
            <a:xfrm>
              <a:off x="8122850" y="498548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1" name="Hexagon 710">
              <a:extLst>
                <a:ext uri="{FF2B5EF4-FFF2-40B4-BE49-F238E27FC236}">
                  <a16:creationId xmlns:a16="http://schemas.microsoft.com/office/drawing/2014/main" id="{84F58B26-64A8-490A-8F91-125BCC674FD7}"/>
                </a:ext>
              </a:extLst>
            </p:cNvPr>
            <p:cNvSpPr/>
            <p:nvPr/>
          </p:nvSpPr>
          <p:spPr>
            <a:xfrm>
              <a:off x="8274293" y="480913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2" name="Hexagon 711">
              <a:extLst>
                <a:ext uri="{FF2B5EF4-FFF2-40B4-BE49-F238E27FC236}">
                  <a16:creationId xmlns:a16="http://schemas.microsoft.com/office/drawing/2014/main" id="{115000F2-EB23-468B-AA8E-065DC9CDF187}"/>
                </a:ext>
              </a:extLst>
            </p:cNvPr>
            <p:cNvSpPr/>
            <p:nvPr/>
          </p:nvSpPr>
          <p:spPr>
            <a:xfrm>
              <a:off x="8278519" y="492588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3" name="Hexagon 712">
              <a:extLst>
                <a:ext uri="{FF2B5EF4-FFF2-40B4-BE49-F238E27FC236}">
                  <a16:creationId xmlns:a16="http://schemas.microsoft.com/office/drawing/2014/main" id="{633FD9EA-9F35-4915-80F0-7BEB9E787073}"/>
                </a:ext>
              </a:extLst>
            </p:cNvPr>
            <p:cNvSpPr/>
            <p:nvPr/>
          </p:nvSpPr>
          <p:spPr>
            <a:xfrm>
              <a:off x="8120206" y="462914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4" name="Hexagon 713">
              <a:extLst>
                <a:ext uri="{FF2B5EF4-FFF2-40B4-BE49-F238E27FC236}">
                  <a16:creationId xmlns:a16="http://schemas.microsoft.com/office/drawing/2014/main" id="{A5233735-EFA8-488E-8498-A66ABF1EACDC}"/>
                </a:ext>
              </a:extLst>
            </p:cNvPr>
            <p:cNvSpPr/>
            <p:nvPr/>
          </p:nvSpPr>
          <p:spPr>
            <a:xfrm>
              <a:off x="8273460" y="457275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5" name="Hexagon 714">
              <a:extLst>
                <a:ext uri="{FF2B5EF4-FFF2-40B4-BE49-F238E27FC236}">
                  <a16:creationId xmlns:a16="http://schemas.microsoft.com/office/drawing/2014/main" id="{155D22DC-38C4-4525-A43B-8BFECD195595}"/>
                </a:ext>
              </a:extLst>
            </p:cNvPr>
            <p:cNvSpPr/>
            <p:nvPr/>
          </p:nvSpPr>
          <p:spPr>
            <a:xfrm>
              <a:off x="8271530" y="46922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6" name="Hexagon 715">
              <a:extLst>
                <a:ext uri="{FF2B5EF4-FFF2-40B4-BE49-F238E27FC236}">
                  <a16:creationId xmlns:a16="http://schemas.microsoft.com/office/drawing/2014/main" id="{BD39C3B8-39F7-4376-B93B-BAB62749A070}"/>
                </a:ext>
              </a:extLst>
            </p:cNvPr>
            <p:cNvSpPr/>
            <p:nvPr/>
          </p:nvSpPr>
          <p:spPr>
            <a:xfrm>
              <a:off x="8427359" y="463481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7" name="Hexagon 716">
              <a:extLst>
                <a:ext uri="{FF2B5EF4-FFF2-40B4-BE49-F238E27FC236}">
                  <a16:creationId xmlns:a16="http://schemas.microsoft.com/office/drawing/2014/main" id="{690B2306-9169-40F8-8FB6-611E52F5D5E4}"/>
                </a:ext>
              </a:extLst>
            </p:cNvPr>
            <p:cNvSpPr/>
            <p:nvPr/>
          </p:nvSpPr>
          <p:spPr>
            <a:xfrm>
              <a:off x="8427255" y="475155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8" name="Hexagon 717">
              <a:extLst>
                <a:ext uri="{FF2B5EF4-FFF2-40B4-BE49-F238E27FC236}">
                  <a16:creationId xmlns:a16="http://schemas.microsoft.com/office/drawing/2014/main" id="{FB850885-3927-4EB5-863A-6D59F3C1CF34}"/>
                </a:ext>
              </a:extLst>
            </p:cNvPr>
            <p:cNvSpPr/>
            <p:nvPr/>
          </p:nvSpPr>
          <p:spPr>
            <a:xfrm>
              <a:off x="8275277" y="445683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9" name="Hexagon 718">
              <a:extLst>
                <a:ext uri="{FF2B5EF4-FFF2-40B4-BE49-F238E27FC236}">
                  <a16:creationId xmlns:a16="http://schemas.microsoft.com/office/drawing/2014/main" id="{6E2D5491-3466-4064-BD3F-B4671D61F15D}"/>
                </a:ext>
              </a:extLst>
            </p:cNvPr>
            <p:cNvSpPr/>
            <p:nvPr/>
          </p:nvSpPr>
          <p:spPr>
            <a:xfrm>
              <a:off x="8120629" y="43933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0" name="Hexagon 719">
              <a:extLst>
                <a:ext uri="{FF2B5EF4-FFF2-40B4-BE49-F238E27FC236}">
                  <a16:creationId xmlns:a16="http://schemas.microsoft.com/office/drawing/2014/main" id="{5ED306D8-ACC3-40DA-AEEE-0739CC93F429}"/>
                </a:ext>
              </a:extLst>
            </p:cNvPr>
            <p:cNvSpPr/>
            <p:nvPr/>
          </p:nvSpPr>
          <p:spPr>
            <a:xfrm>
              <a:off x="8119712" y="427963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1" name="Hexagon 720">
              <a:extLst>
                <a:ext uri="{FF2B5EF4-FFF2-40B4-BE49-F238E27FC236}">
                  <a16:creationId xmlns:a16="http://schemas.microsoft.com/office/drawing/2014/main" id="{226E2666-FAEF-4748-9E97-D0A6C701E564}"/>
                </a:ext>
              </a:extLst>
            </p:cNvPr>
            <p:cNvSpPr/>
            <p:nvPr/>
          </p:nvSpPr>
          <p:spPr>
            <a:xfrm>
              <a:off x="8116204" y="403988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2" name="Hexagon 721">
              <a:extLst>
                <a:ext uri="{FF2B5EF4-FFF2-40B4-BE49-F238E27FC236}">
                  <a16:creationId xmlns:a16="http://schemas.microsoft.com/office/drawing/2014/main" id="{81780EB1-DC82-4421-AAA8-3E59BD456788}"/>
                </a:ext>
              </a:extLst>
            </p:cNvPr>
            <p:cNvSpPr/>
            <p:nvPr/>
          </p:nvSpPr>
          <p:spPr>
            <a:xfrm>
              <a:off x="8116387" y="415958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3" name="Hexagon 722">
              <a:extLst>
                <a:ext uri="{FF2B5EF4-FFF2-40B4-BE49-F238E27FC236}">
                  <a16:creationId xmlns:a16="http://schemas.microsoft.com/office/drawing/2014/main" id="{D56C9E0E-A9BD-42B9-A9CC-78A82CBD9ADA}"/>
                </a:ext>
              </a:extLst>
            </p:cNvPr>
            <p:cNvSpPr/>
            <p:nvPr/>
          </p:nvSpPr>
          <p:spPr>
            <a:xfrm>
              <a:off x="8119121" y="39227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4" name="Hexagon 723">
              <a:extLst>
                <a:ext uri="{FF2B5EF4-FFF2-40B4-BE49-F238E27FC236}">
                  <a16:creationId xmlns:a16="http://schemas.microsoft.com/office/drawing/2014/main" id="{A0D11D32-0529-425D-B5E4-5EF991A9384E}"/>
                </a:ext>
              </a:extLst>
            </p:cNvPr>
            <p:cNvSpPr/>
            <p:nvPr/>
          </p:nvSpPr>
          <p:spPr>
            <a:xfrm>
              <a:off x="8269892" y="422057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5" name="Hexagon 724">
              <a:extLst>
                <a:ext uri="{FF2B5EF4-FFF2-40B4-BE49-F238E27FC236}">
                  <a16:creationId xmlns:a16="http://schemas.microsoft.com/office/drawing/2014/main" id="{EAE56B9C-7F41-4FAD-A4B8-0BD900D81144}"/>
                </a:ext>
              </a:extLst>
            </p:cNvPr>
            <p:cNvSpPr/>
            <p:nvPr/>
          </p:nvSpPr>
          <p:spPr>
            <a:xfrm>
              <a:off x="8272873" y="409945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6" name="Hexagon 725">
              <a:extLst>
                <a:ext uri="{FF2B5EF4-FFF2-40B4-BE49-F238E27FC236}">
                  <a16:creationId xmlns:a16="http://schemas.microsoft.com/office/drawing/2014/main" id="{D1330F62-A62D-485C-809F-3A6629D95A6D}"/>
                </a:ext>
              </a:extLst>
            </p:cNvPr>
            <p:cNvSpPr/>
            <p:nvPr/>
          </p:nvSpPr>
          <p:spPr>
            <a:xfrm>
              <a:off x="8273375" y="385970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7" name="Hexagon 726">
              <a:extLst>
                <a:ext uri="{FF2B5EF4-FFF2-40B4-BE49-F238E27FC236}">
                  <a16:creationId xmlns:a16="http://schemas.microsoft.com/office/drawing/2014/main" id="{139CDE2F-01DC-4A39-8D13-591847A9C081}"/>
                </a:ext>
              </a:extLst>
            </p:cNvPr>
            <p:cNvSpPr/>
            <p:nvPr/>
          </p:nvSpPr>
          <p:spPr>
            <a:xfrm>
              <a:off x="8269548" y="397940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8" name="Hexagon 727">
              <a:extLst>
                <a:ext uri="{FF2B5EF4-FFF2-40B4-BE49-F238E27FC236}">
                  <a16:creationId xmlns:a16="http://schemas.microsoft.com/office/drawing/2014/main" id="{AB162245-E025-44F5-8F2B-E5F273835C9D}"/>
                </a:ext>
              </a:extLst>
            </p:cNvPr>
            <p:cNvSpPr/>
            <p:nvPr/>
          </p:nvSpPr>
          <p:spPr>
            <a:xfrm>
              <a:off x="8276292" y="37445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9" name="Hexagon 728">
              <a:extLst>
                <a:ext uri="{FF2B5EF4-FFF2-40B4-BE49-F238E27FC236}">
                  <a16:creationId xmlns:a16="http://schemas.microsoft.com/office/drawing/2014/main" id="{C4E3726C-8E3D-48F8-9324-BE3E2C8FA565}"/>
                </a:ext>
              </a:extLst>
            </p:cNvPr>
            <p:cNvSpPr/>
            <p:nvPr/>
          </p:nvSpPr>
          <p:spPr>
            <a:xfrm>
              <a:off x="8427285" y="439447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0" name="Hexagon 729">
              <a:extLst>
                <a:ext uri="{FF2B5EF4-FFF2-40B4-BE49-F238E27FC236}">
                  <a16:creationId xmlns:a16="http://schemas.microsoft.com/office/drawing/2014/main" id="{CA092614-AFA9-49B2-BD2A-0791CAB7D311}"/>
                </a:ext>
              </a:extLst>
            </p:cNvPr>
            <p:cNvSpPr/>
            <p:nvPr/>
          </p:nvSpPr>
          <p:spPr>
            <a:xfrm>
              <a:off x="8426368" y="428074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1" name="Hexagon 730">
              <a:extLst>
                <a:ext uri="{FF2B5EF4-FFF2-40B4-BE49-F238E27FC236}">
                  <a16:creationId xmlns:a16="http://schemas.microsoft.com/office/drawing/2014/main" id="{B00B7BF6-DA6F-4262-BC2F-4C946D8C4FBB}"/>
                </a:ext>
              </a:extLst>
            </p:cNvPr>
            <p:cNvSpPr/>
            <p:nvPr/>
          </p:nvSpPr>
          <p:spPr>
            <a:xfrm>
              <a:off x="8423043" y="416068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2" name="Hexagon 731">
              <a:extLst>
                <a:ext uri="{FF2B5EF4-FFF2-40B4-BE49-F238E27FC236}">
                  <a16:creationId xmlns:a16="http://schemas.microsoft.com/office/drawing/2014/main" id="{BCC7043C-C6BA-4AC0-912F-10ABEEFF168A}"/>
                </a:ext>
              </a:extLst>
            </p:cNvPr>
            <p:cNvSpPr/>
            <p:nvPr/>
          </p:nvSpPr>
          <p:spPr>
            <a:xfrm>
              <a:off x="8428900" y="380166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3" name="Hexagon 732">
              <a:extLst>
                <a:ext uri="{FF2B5EF4-FFF2-40B4-BE49-F238E27FC236}">
                  <a16:creationId xmlns:a16="http://schemas.microsoft.com/office/drawing/2014/main" id="{C8F7B823-6C5C-4E95-8E32-A0CB8B535E4B}"/>
                </a:ext>
              </a:extLst>
            </p:cNvPr>
            <p:cNvSpPr/>
            <p:nvPr/>
          </p:nvSpPr>
          <p:spPr>
            <a:xfrm>
              <a:off x="8425073" y="392136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4" name="Hexagon 733">
              <a:extLst>
                <a:ext uri="{FF2B5EF4-FFF2-40B4-BE49-F238E27FC236}">
                  <a16:creationId xmlns:a16="http://schemas.microsoft.com/office/drawing/2014/main" id="{05A4D57E-B925-4250-94AC-CCA492427DD4}"/>
                </a:ext>
              </a:extLst>
            </p:cNvPr>
            <p:cNvSpPr/>
            <p:nvPr/>
          </p:nvSpPr>
          <p:spPr>
            <a:xfrm>
              <a:off x="8578578" y="398034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5" name="Hexagon 734">
              <a:extLst>
                <a:ext uri="{FF2B5EF4-FFF2-40B4-BE49-F238E27FC236}">
                  <a16:creationId xmlns:a16="http://schemas.microsoft.com/office/drawing/2014/main" id="{6C948114-BE70-413F-AEA5-D1EEEF0FA1E7}"/>
                </a:ext>
              </a:extLst>
            </p:cNvPr>
            <p:cNvSpPr/>
            <p:nvPr/>
          </p:nvSpPr>
          <p:spPr>
            <a:xfrm>
              <a:off x="3101921" y="587704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6" name="Hexagon 735">
              <a:extLst>
                <a:ext uri="{FF2B5EF4-FFF2-40B4-BE49-F238E27FC236}">
                  <a16:creationId xmlns:a16="http://schemas.microsoft.com/office/drawing/2014/main" id="{E63E3992-E8A6-4955-A2E8-7F165D3A1A31}"/>
                </a:ext>
              </a:extLst>
            </p:cNvPr>
            <p:cNvSpPr/>
            <p:nvPr/>
          </p:nvSpPr>
          <p:spPr>
            <a:xfrm>
              <a:off x="3099651" y="599317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7" name="Hexagon 736">
              <a:extLst>
                <a:ext uri="{FF2B5EF4-FFF2-40B4-BE49-F238E27FC236}">
                  <a16:creationId xmlns:a16="http://schemas.microsoft.com/office/drawing/2014/main" id="{C51958BA-1207-44B1-81B3-5BDA2BD6F361}"/>
                </a:ext>
              </a:extLst>
            </p:cNvPr>
            <p:cNvSpPr/>
            <p:nvPr/>
          </p:nvSpPr>
          <p:spPr>
            <a:xfrm>
              <a:off x="8273911" y="505057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8" name="Hexagon 737">
              <a:extLst>
                <a:ext uri="{FF2B5EF4-FFF2-40B4-BE49-F238E27FC236}">
                  <a16:creationId xmlns:a16="http://schemas.microsoft.com/office/drawing/2014/main" id="{ACEC3125-0C01-4F4A-988E-19C1C4B9B34A}"/>
                </a:ext>
              </a:extLst>
            </p:cNvPr>
            <p:cNvSpPr/>
            <p:nvPr/>
          </p:nvSpPr>
          <p:spPr>
            <a:xfrm>
              <a:off x="2949198" y="59312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9" name="Hexagon 738">
              <a:extLst>
                <a:ext uri="{FF2B5EF4-FFF2-40B4-BE49-F238E27FC236}">
                  <a16:creationId xmlns:a16="http://schemas.microsoft.com/office/drawing/2014/main" id="{BD612FE3-4224-427A-8A62-FC833A7C1C6F}"/>
                </a:ext>
              </a:extLst>
            </p:cNvPr>
            <p:cNvSpPr/>
            <p:nvPr/>
          </p:nvSpPr>
          <p:spPr>
            <a:xfrm>
              <a:off x="2949309" y="604975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0" name="Hexagon 739">
              <a:extLst>
                <a:ext uri="{FF2B5EF4-FFF2-40B4-BE49-F238E27FC236}">
                  <a16:creationId xmlns:a16="http://schemas.microsoft.com/office/drawing/2014/main" id="{00219FBE-E631-4E12-987E-CDD2DD8180AB}"/>
                </a:ext>
              </a:extLst>
            </p:cNvPr>
            <p:cNvSpPr/>
            <p:nvPr/>
          </p:nvSpPr>
          <p:spPr>
            <a:xfrm>
              <a:off x="2796633" y="587395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1" name="Hexagon 740">
              <a:extLst>
                <a:ext uri="{FF2B5EF4-FFF2-40B4-BE49-F238E27FC236}">
                  <a16:creationId xmlns:a16="http://schemas.microsoft.com/office/drawing/2014/main" id="{E96F2901-6FA5-4209-A7AD-3A252F44F3BE}"/>
                </a:ext>
              </a:extLst>
            </p:cNvPr>
            <p:cNvSpPr/>
            <p:nvPr/>
          </p:nvSpPr>
          <p:spPr>
            <a:xfrm>
              <a:off x="2796744" y="599245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2" name="Hexagon 741">
              <a:extLst>
                <a:ext uri="{FF2B5EF4-FFF2-40B4-BE49-F238E27FC236}">
                  <a16:creationId xmlns:a16="http://schemas.microsoft.com/office/drawing/2014/main" id="{331AD0D0-2444-4651-A0EC-9982B5E7022D}"/>
                </a:ext>
              </a:extLst>
            </p:cNvPr>
            <p:cNvSpPr/>
            <p:nvPr/>
          </p:nvSpPr>
          <p:spPr>
            <a:xfrm>
              <a:off x="2951414" y="569505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3" name="Hexagon 742">
              <a:extLst>
                <a:ext uri="{FF2B5EF4-FFF2-40B4-BE49-F238E27FC236}">
                  <a16:creationId xmlns:a16="http://schemas.microsoft.com/office/drawing/2014/main" id="{BE1B5C92-BA48-4E20-9815-085FB054B4CC}"/>
                </a:ext>
              </a:extLst>
            </p:cNvPr>
            <p:cNvSpPr/>
            <p:nvPr/>
          </p:nvSpPr>
          <p:spPr>
            <a:xfrm>
              <a:off x="2951525" y="581356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4" name="Hexagon 743">
              <a:extLst>
                <a:ext uri="{FF2B5EF4-FFF2-40B4-BE49-F238E27FC236}">
                  <a16:creationId xmlns:a16="http://schemas.microsoft.com/office/drawing/2014/main" id="{E5331145-0242-40DC-82B6-7A4D9924D531}"/>
                </a:ext>
              </a:extLst>
            </p:cNvPr>
            <p:cNvSpPr/>
            <p:nvPr/>
          </p:nvSpPr>
          <p:spPr>
            <a:xfrm>
              <a:off x="2796684" y="563776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5" name="Hexagon 744">
              <a:extLst>
                <a:ext uri="{FF2B5EF4-FFF2-40B4-BE49-F238E27FC236}">
                  <a16:creationId xmlns:a16="http://schemas.microsoft.com/office/drawing/2014/main" id="{868BC5BF-C874-4528-88CA-1641C909176A}"/>
                </a:ext>
              </a:extLst>
            </p:cNvPr>
            <p:cNvSpPr/>
            <p:nvPr/>
          </p:nvSpPr>
          <p:spPr>
            <a:xfrm>
              <a:off x="2798960" y="57562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6" name="Hexagon 745">
              <a:extLst>
                <a:ext uri="{FF2B5EF4-FFF2-40B4-BE49-F238E27FC236}">
                  <a16:creationId xmlns:a16="http://schemas.microsoft.com/office/drawing/2014/main" id="{98EDC20F-20DC-491C-82E1-665E48644FE3}"/>
                </a:ext>
              </a:extLst>
            </p:cNvPr>
            <p:cNvSpPr/>
            <p:nvPr/>
          </p:nvSpPr>
          <p:spPr>
            <a:xfrm>
              <a:off x="2641252" y="581507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7" name="Hexagon 746">
              <a:extLst>
                <a:ext uri="{FF2B5EF4-FFF2-40B4-BE49-F238E27FC236}">
                  <a16:creationId xmlns:a16="http://schemas.microsoft.com/office/drawing/2014/main" id="{5254849D-4EFD-43C4-9FE9-6BF77998D337}"/>
                </a:ext>
              </a:extLst>
            </p:cNvPr>
            <p:cNvSpPr/>
            <p:nvPr/>
          </p:nvSpPr>
          <p:spPr>
            <a:xfrm>
              <a:off x="2643744" y="592882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8" name="Hexagon 747">
              <a:extLst>
                <a:ext uri="{FF2B5EF4-FFF2-40B4-BE49-F238E27FC236}">
                  <a16:creationId xmlns:a16="http://schemas.microsoft.com/office/drawing/2014/main" id="{349B8730-3195-4AC4-BF87-35FD9ADC3D6E}"/>
                </a:ext>
              </a:extLst>
            </p:cNvPr>
            <p:cNvSpPr/>
            <p:nvPr/>
          </p:nvSpPr>
          <p:spPr>
            <a:xfrm>
              <a:off x="2335964" y="581198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9" name="Hexagon 748">
              <a:extLst>
                <a:ext uri="{FF2B5EF4-FFF2-40B4-BE49-F238E27FC236}">
                  <a16:creationId xmlns:a16="http://schemas.microsoft.com/office/drawing/2014/main" id="{E79ECE51-4CAF-4B5F-884B-9C55162A67F4}"/>
                </a:ext>
              </a:extLst>
            </p:cNvPr>
            <p:cNvSpPr/>
            <p:nvPr/>
          </p:nvSpPr>
          <p:spPr>
            <a:xfrm>
              <a:off x="2343218" y="593049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0" name="Hexagon 749">
              <a:extLst>
                <a:ext uri="{FF2B5EF4-FFF2-40B4-BE49-F238E27FC236}">
                  <a16:creationId xmlns:a16="http://schemas.microsoft.com/office/drawing/2014/main" id="{761E29E9-41A5-43B2-B6DA-960A8061471F}"/>
                </a:ext>
              </a:extLst>
            </p:cNvPr>
            <p:cNvSpPr/>
            <p:nvPr/>
          </p:nvSpPr>
          <p:spPr>
            <a:xfrm>
              <a:off x="2490856" y="575138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1" name="Hexagon 750">
              <a:extLst>
                <a:ext uri="{FF2B5EF4-FFF2-40B4-BE49-F238E27FC236}">
                  <a16:creationId xmlns:a16="http://schemas.microsoft.com/office/drawing/2014/main" id="{178BCE58-EAA7-4CBA-A7F1-565F5E08DD8C}"/>
                </a:ext>
              </a:extLst>
            </p:cNvPr>
            <p:cNvSpPr/>
            <p:nvPr/>
          </p:nvSpPr>
          <p:spPr>
            <a:xfrm>
              <a:off x="2488808" y="563608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2" name="Hexagon 751">
              <a:extLst>
                <a:ext uri="{FF2B5EF4-FFF2-40B4-BE49-F238E27FC236}">
                  <a16:creationId xmlns:a16="http://schemas.microsoft.com/office/drawing/2014/main" id="{1DE8BC7A-2EBD-49C0-9146-1239E0B34DDE}"/>
                </a:ext>
              </a:extLst>
            </p:cNvPr>
            <p:cNvSpPr/>
            <p:nvPr/>
          </p:nvSpPr>
          <p:spPr>
            <a:xfrm>
              <a:off x="2641424" y="54595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3" name="Hexagon 752">
              <a:extLst>
                <a:ext uri="{FF2B5EF4-FFF2-40B4-BE49-F238E27FC236}">
                  <a16:creationId xmlns:a16="http://schemas.microsoft.com/office/drawing/2014/main" id="{5D6FBE80-FE24-43F8-B26C-A80D5FACA945}"/>
                </a:ext>
              </a:extLst>
            </p:cNvPr>
            <p:cNvSpPr/>
            <p:nvPr/>
          </p:nvSpPr>
          <p:spPr>
            <a:xfrm>
              <a:off x="2643700" y="55756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4" name="Hexagon 753">
              <a:extLst>
                <a:ext uri="{FF2B5EF4-FFF2-40B4-BE49-F238E27FC236}">
                  <a16:creationId xmlns:a16="http://schemas.microsoft.com/office/drawing/2014/main" id="{61773529-0DB3-4C6C-B5FF-1E15DD81E8C5}"/>
                </a:ext>
              </a:extLst>
            </p:cNvPr>
            <p:cNvSpPr/>
            <p:nvPr/>
          </p:nvSpPr>
          <p:spPr>
            <a:xfrm>
              <a:off x="2488970" y="552316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5" name="Hexagon 754">
              <a:extLst>
                <a:ext uri="{FF2B5EF4-FFF2-40B4-BE49-F238E27FC236}">
                  <a16:creationId xmlns:a16="http://schemas.microsoft.com/office/drawing/2014/main" id="{6FF2F192-76DD-482C-BFBC-19425A57A491}"/>
                </a:ext>
              </a:extLst>
            </p:cNvPr>
            <p:cNvSpPr/>
            <p:nvPr/>
          </p:nvSpPr>
          <p:spPr>
            <a:xfrm>
              <a:off x="2336024" y="557958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6" name="Hexagon 755">
              <a:extLst>
                <a:ext uri="{FF2B5EF4-FFF2-40B4-BE49-F238E27FC236}">
                  <a16:creationId xmlns:a16="http://schemas.microsoft.com/office/drawing/2014/main" id="{50935E3D-1636-428A-8C0D-6EF332109780}"/>
                </a:ext>
              </a:extLst>
            </p:cNvPr>
            <p:cNvSpPr/>
            <p:nvPr/>
          </p:nvSpPr>
          <p:spPr>
            <a:xfrm>
              <a:off x="2336135" y="569571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7" name="Hexagon 756">
              <a:extLst>
                <a:ext uri="{FF2B5EF4-FFF2-40B4-BE49-F238E27FC236}">
                  <a16:creationId xmlns:a16="http://schemas.microsoft.com/office/drawing/2014/main" id="{99854705-D466-48B1-8D19-1AC9C8687F67}"/>
                </a:ext>
              </a:extLst>
            </p:cNvPr>
            <p:cNvSpPr/>
            <p:nvPr/>
          </p:nvSpPr>
          <p:spPr>
            <a:xfrm>
              <a:off x="2493465" y="540372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8" name="Hexagon 757">
              <a:extLst>
                <a:ext uri="{FF2B5EF4-FFF2-40B4-BE49-F238E27FC236}">
                  <a16:creationId xmlns:a16="http://schemas.microsoft.com/office/drawing/2014/main" id="{8B5AAFAA-53D3-40FA-955E-0424B6C91919}"/>
                </a:ext>
              </a:extLst>
            </p:cNvPr>
            <p:cNvSpPr/>
            <p:nvPr/>
          </p:nvSpPr>
          <p:spPr>
            <a:xfrm>
              <a:off x="2648246" y="522721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9" name="Hexagon 758">
              <a:extLst>
                <a:ext uri="{FF2B5EF4-FFF2-40B4-BE49-F238E27FC236}">
                  <a16:creationId xmlns:a16="http://schemas.microsoft.com/office/drawing/2014/main" id="{CFE28ABE-427B-405C-A73E-39823F48BB09}"/>
                </a:ext>
              </a:extLst>
            </p:cNvPr>
            <p:cNvSpPr/>
            <p:nvPr/>
          </p:nvSpPr>
          <p:spPr>
            <a:xfrm>
              <a:off x="2648357" y="534334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0" name="Hexagon 759">
              <a:extLst>
                <a:ext uri="{FF2B5EF4-FFF2-40B4-BE49-F238E27FC236}">
                  <a16:creationId xmlns:a16="http://schemas.microsoft.com/office/drawing/2014/main" id="{C3BAE9F2-1224-4B03-A63E-9DF32232E17B}"/>
                </a:ext>
              </a:extLst>
            </p:cNvPr>
            <p:cNvSpPr/>
            <p:nvPr/>
          </p:nvSpPr>
          <p:spPr>
            <a:xfrm>
              <a:off x="2495792" y="529080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1" name="Hexagon 760">
              <a:extLst>
                <a:ext uri="{FF2B5EF4-FFF2-40B4-BE49-F238E27FC236}">
                  <a16:creationId xmlns:a16="http://schemas.microsoft.com/office/drawing/2014/main" id="{F1C9F032-16A1-47A0-9981-4E35D8C3E4C6}"/>
                </a:ext>
              </a:extLst>
            </p:cNvPr>
            <p:cNvSpPr/>
            <p:nvPr/>
          </p:nvSpPr>
          <p:spPr>
            <a:xfrm>
              <a:off x="2340465" y="534961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2" name="Hexagon 761">
              <a:extLst>
                <a:ext uri="{FF2B5EF4-FFF2-40B4-BE49-F238E27FC236}">
                  <a16:creationId xmlns:a16="http://schemas.microsoft.com/office/drawing/2014/main" id="{03FEB59F-77E7-4C0C-B285-D0F91D0016BF}"/>
                </a:ext>
              </a:extLst>
            </p:cNvPr>
            <p:cNvSpPr/>
            <p:nvPr/>
          </p:nvSpPr>
          <p:spPr>
            <a:xfrm>
              <a:off x="2340792" y="54611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3" name="Hexagon 762">
              <a:extLst>
                <a:ext uri="{FF2B5EF4-FFF2-40B4-BE49-F238E27FC236}">
                  <a16:creationId xmlns:a16="http://schemas.microsoft.com/office/drawing/2014/main" id="{96D3F168-A65B-4FC2-BAE4-6508357CF650}"/>
                </a:ext>
              </a:extLst>
            </p:cNvPr>
            <p:cNvSpPr/>
            <p:nvPr/>
          </p:nvSpPr>
          <p:spPr>
            <a:xfrm>
              <a:off x="2493583" y="516658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4" name="Hexagon 763">
              <a:extLst>
                <a:ext uri="{FF2B5EF4-FFF2-40B4-BE49-F238E27FC236}">
                  <a16:creationId xmlns:a16="http://schemas.microsoft.com/office/drawing/2014/main" id="{73EB16A9-3CA4-4E1C-A2E3-38F745EDC214}"/>
                </a:ext>
              </a:extLst>
            </p:cNvPr>
            <p:cNvSpPr/>
            <p:nvPr/>
          </p:nvSpPr>
          <p:spPr>
            <a:xfrm>
              <a:off x="2338637" y="510950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5" name="Hexagon 764">
              <a:extLst>
                <a:ext uri="{FF2B5EF4-FFF2-40B4-BE49-F238E27FC236}">
                  <a16:creationId xmlns:a16="http://schemas.microsoft.com/office/drawing/2014/main" id="{36617474-6B7C-4772-9356-A4237ACD9695}"/>
                </a:ext>
              </a:extLst>
            </p:cNvPr>
            <p:cNvSpPr/>
            <p:nvPr/>
          </p:nvSpPr>
          <p:spPr>
            <a:xfrm>
              <a:off x="2190237" y="516831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6" name="Hexagon 765">
              <a:extLst>
                <a:ext uri="{FF2B5EF4-FFF2-40B4-BE49-F238E27FC236}">
                  <a16:creationId xmlns:a16="http://schemas.microsoft.com/office/drawing/2014/main" id="{22DCAE86-4D19-45D2-90A8-02C7A8136DF8}"/>
                </a:ext>
              </a:extLst>
            </p:cNvPr>
            <p:cNvSpPr/>
            <p:nvPr/>
          </p:nvSpPr>
          <p:spPr>
            <a:xfrm>
              <a:off x="2186018" y="528444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7" name="Hexagon 766">
              <a:extLst>
                <a:ext uri="{FF2B5EF4-FFF2-40B4-BE49-F238E27FC236}">
                  <a16:creationId xmlns:a16="http://schemas.microsoft.com/office/drawing/2014/main" id="{AF7528B7-8AFA-452F-A66E-5D3366BA00E4}"/>
                </a:ext>
              </a:extLst>
            </p:cNvPr>
            <p:cNvSpPr/>
            <p:nvPr/>
          </p:nvSpPr>
          <p:spPr>
            <a:xfrm>
              <a:off x="2187967" y="587228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8" name="Hexagon 767">
              <a:extLst>
                <a:ext uri="{FF2B5EF4-FFF2-40B4-BE49-F238E27FC236}">
                  <a16:creationId xmlns:a16="http://schemas.microsoft.com/office/drawing/2014/main" id="{06B7D475-FBBF-46BB-B3F3-D3B94E6A5DA0}"/>
                </a:ext>
              </a:extLst>
            </p:cNvPr>
            <p:cNvSpPr/>
            <p:nvPr/>
          </p:nvSpPr>
          <p:spPr>
            <a:xfrm>
              <a:off x="2190460" y="599079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9" name="Hexagon 768">
              <a:extLst>
                <a:ext uri="{FF2B5EF4-FFF2-40B4-BE49-F238E27FC236}">
                  <a16:creationId xmlns:a16="http://schemas.microsoft.com/office/drawing/2014/main" id="{F42FAD4F-E84D-4012-8BDC-CF195DDA4DF8}"/>
                </a:ext>
              </a:extLst>
            </p:cNvPr>
            <p:cNvSpPr/>
            <p:nvPr/>
          </p:nvSpPr>
          <p:spPr>
            <a:xfrm>
              <a:off x="2181101" y="563988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0" name="Hexagon 769">
              <a:extLst>
                <a:ext uri="{FF2B5EF4-FFF2-40B4-BE49-F238E27FC236}">
                  <a16:creationId xmlns:a16="http://schemas.microsoft.com/office/drawing/2014/main" id="{72C874D2-12F3-4FB8-8F34-CBED67601726}"/>
                </a:ext>
              </a:extLst>
            </p:cNvPr>
            <p:cNvSpPr/>
            <p:nvPr/>
          </p:nvSpPr>
          <p:spPr>
            <a:xfrm>
              <a:off x="2183377" y="575601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1" name="Hexagon 770">
              <a:extLst>
                <a:ext uri="{FF2B5EF4-FFF2-40B4-BE49-F238E27FC236}">
                  <a16:creationId xmlns:a16="http://schemas.microsoft.com/office/drawing/2014/main" id="{AFECEFD4-BE7A-4857-B016-77B842BF97DB}"/>
                </a:ext>
              </a:extLst>
            </p:cNvPr>
            <p:cNvSpPr/>
            <p:nvPr/>
          </p:nvSpPr>
          <p:spPr>
            <a:xfrm>
              <a:off x="2188034" y="552366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2" name="Hexagon 771">
              <a:extLst>
                <a:ext uri="{FF2B5EF4-FFF2-40B4-BE49-F238E27FC236}">
                  <a16:creationId xmlns:a16="http://schemas.microsoft.com/office/drawing/2014/main" id="{3ADE24F7-1023-4CF1-AD99-B292815C6D5F}"/>
                </a:ext>
              </a:extLst>
            </p:cNvPr>
            <p:cNvSpPr/>
            <p:nvPr/>
          </p:nvSpPr>
          <p:spPr>
            <a:xfrm>
              <a:off x="2035708" y="593550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3" name="Hexagon 772">
              <a:extLst>
                <a:ext uri="{FF2B5EF4-FFF2-40B4-BE49-F238E27FC236}">
                  <a16:creationId xmlns:a16="http://schemas.microsoft.com/office/drawing/2014/main" id="{6FC1CC3A-4B4E-4B62-A13F-9B4BDCEE0FCC}"/>
                </a:ext>
              </a:extLst>
            </p:cNvPr>
            <p:cNvSpPr/>
            <p:nvPr/>
          </p:nvSpPr>
          <p:spPr>
            <a:xfrm>
              <a:off x="1878620" y="599580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4" name="Hexagon 773">
              <a:extLst>
                <a:ext uri="{FF2B5EF4-FFF2-40B4-BE49-F238E27FC236}">
                  <a16:creationId xmlns:a16="http://schemas.microsoft.com/office/drawing/2014/main" id="{1127DB66-A2CD-43DC-BD5F-EB265A0B5833}"/>
                </a:ext>
              </a:extLst>
            </p:cNvPr>
            <p:cNvSpPr/>
            <p:nvPr/>
          </p:nvSpPr>
          <p:spPr>
            <a:xfrm>
              <a:off x="1878947" y="611647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5" name="Hexagon 774">
              <a:extLst>
                <a:ext uri="{FF2B5EF4-FFF2-40B4-BE49-F238E27FC236}">
                  <a16:creationId xmlns:a16="http://schemas.microsoft.com/office/drawing/2014/main" id="{52AA6BD6-EF11-4BAA-A7E5-9504E6A1F9AA}"/>
                </a:ext>
              </a:extLst>
            </p:cNvPr>
            <p:cNvSpPr/>
            <p:nvPr/>
          </p:nvSpPr>
          <p:spPr>
            <a:xfrm>
              <a:off x="2192087" y="646558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6" name="Hexagon 775">
              <a:extLst>
                <a:ext uri="{FF2B5EF4-FFF2-40B4-BE49-F238E27FC236}">
                  <a16:creationId xmlns:a16="http://schemas.microsoft.com/office/drawing/2014/main" id="{2786EE3C-EFEB-49F2-B6AA-533053FABB30}"/>
                </a:ext>
              </a:extLst>
            </p:cNvPr>
            <p:cNvSpPr/>
            <p:nvPr/>
          </p:nvSpPr>
          <p:spPr>
            <a:xfrm>
              <a:off x="2185277" y="634812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7" name="Hexagon 776">
              <a:extLst>
                <a:ext uri="{FF2B5EF4-FFF2-40B4-BE49-F238E27FC236}">
                  <a16:creationId xmlns:a16="http://schemas.microsoft.com/office/drawing/2014/main" id="{405EC23D-0BC1-4649-810B-3649DFB62819}"/>
                </a:ext>
              </a:extLst>
            </p:cNvPr>
            <p:cNvSpPr/>
            <p:nvPr/>
          </p:nvSpPr>
          <p:spPr>
            <a:xfrm>
              <a:off x="2034658" y="629162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8" name="Hexagon 777">
              <a:extLst>
                <a:ext uri="{FF2B5EF4-FFF2-40B4-BE49-F238E27FC236}">
                  <a16:creationId xmlns:a16="http://schemas.microsoft.com/office/drawing/2014/main" id="{30DF61AE-3A5B-4059-B911-5472734A9E34}"/>
                </a:ext>
              </a:extLst>
            </p:cNvPr>
            <p:cNvSpPr/>
            <p:nvPr/>
          </p:nvSpPr>
          <p:spPr>
            <a:xfrm>
              <a:off x="2034769" y="640558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9" name="Hexagon 778">
              <a:extLst>
                <a:ext uri="{FF2B5EF4-FFF2-40B4-BE49-F238E27FC236}">
                  <a16:creationId xmlns:a16="http://schemas.microsoft.com/office/drawing/2014/main" id="{DEDF2813-CD4A-4954-917E-85A1C5438F87}"/>
                </a:ext>
              </a:extLst>
            </p:cNvPr>
            <p:cNvSpPr/>
            <p:nvPr/>
          </p:nvSpPr>
          <p:spPr>
            <a:xfrm>
              <a:off x="1879951" y="634738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0" name="Hexagon 779">
              <a:extLst>
                <a:ext uri="{FF2B5EF4-FFF2-40B4-BE49-F238E27FC236}">
                  <a16:creationId xmlns:a16="http://schemas.microsoft.com/office/drawing/2014/main" id="{9D96C3EE-1D46-4619-997A-E27566DA86D9}"/>
                </a:ext>
              </a:extLst>
            </p:cNvPr>
            <p:cNvSpPr/>
            <p:nvPr/>
          </p:nvSpPr>
          <p:spPr>
            <a:xfrm>
              <a:off x="1884503" y="623353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1" name="Hexagon 780">
              <a:extLst>
                <a:ext uri="{FF2B5EF4-FFF2-40B4-BE49-F238E27FC236}">
                  <a16:creationId xmlns:a16="http://schemas.microsoft.com/office/drawing/2014/main" id="{EA9B5A1D-3099-4FC0-9509-FE1E7ACB7F86}"/>
                </a:ext>
              </a:extLst>
            </p:cNvPr>
            <p:cNvSpPr/>
            <p:nvPr/>
          </p:nvSpPr>
          <p:spPr>
            <a:xfrm>
              <a:off x="1732142" y="640565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2" name="Hexagon 781">
              <a:extLst>
                <a:ext uri="{FF2B5EF4-FFF2-40B4-BE49-F238E27FC236}">
                  <a16:creationId xmlns:a16="http://schemas.microsoft.com/office/drawing/2014/main" id="{677F3DE3-1C0A-463F-B01E-B435A04C92C6}"/>
                </a:ext>
              </a:extLst>
            </p:cNvPr>
            <p:cNvSpPr/>
            <p:nvPr/>
          </p:nvSpPr>
          <p:spPr>
            <a:xfrm>
              <a:off x="1730093" y="629252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3" name="Hexagon 782">
              <a:extLst>
                <a:ext uri="{FF2B5EF4-FFF2-40B4-BE49-F238E27FC236}">
                  <a16:creationId xmlns:a16="http://schemas.microsoft.com/office/drawing/2014/main" id="{EF5247D6-C03C-4823-959C-2C149FBBAEE1}"/>
                </a:ext>
              </a:extLst>
            </p:cNvPr>
            <p:cNvSpPr/>
            <p:nvPr/>
          </p:nvSpPr>
          <p:spPr>
            <a:xfrm>
              <a:off x="1572331" y="623819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4" name="Hexagon 783">
              <a:extLst>
                <a:ext uri="{FF2B5EF4-FFF2-40B4-BE49-F238E27FC236}">
                  <a16:creationId xmlns:a16="http://schemas.microsoft.com/office/drawing/2014/main" id="{2F312169-0E0F-4FF4-BE5E-F63D97E64460}"/>
                </a:ext>
              </a:extLst>
            </p:cNvPr>
            <p:cNvSpPr/>
            <p:nvPr/>
          </p:nvSpPr>
          <p:spPr>
            <a:xfrm>
              <a:off x="1574607" y="635215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5" name="Hexagon 784">
              <a:extLst>
                <a:ext uri="{FF2B5EF4-FFF2-40B4-BE49-F238E27FC236}">
                  <a16:creationId xmlns:a16="http://schemas.microsoft.com/office/drawing/2014/main" id="{BD02B441-8FDD-4791-8886-1F0A8307BD78}"/>
                </a:ext>
              </a:extLst>
            </p:cNvPr>
            <p:cNvSpPr/>
            <p:nvPr/>
          </p:nvSpPr>
          <p:spPr>
            <a:xfrm>
              <a:off x="1417625" y="630087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6" name="Hexagon 785">
              <a:extLst>
                <a:ext uri="{FF2B5EF4-FFF2-40B4-BE49-F238E27FC236}">
                  <a16:creationId xmlns:a16="http://schemas.microsoft.com/office/drawing/2014/main" id="{3C32F3D9-3344-4702-A8F2-1196EBE32EE7}"/>
                </a:ext>
              </a:extLst>
            </p:cNvPr>
            <p:cNvSpPr/>
            <p:nvPr/>
          </p:nvSpPr>
          <p:spPr>
            <a:xfrm>
              <a:off x="1420011" y="617750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7" name="Hexagon 786">
              <a:extLst>
                <a:ext uri="{FF2B5EF4-FFF2-40B4-BE49-F238E27FC236}">
                  <a16:creationId xmlns:a16="http://schemas.microsoft.com/office/drawing/2014/main" id="{4CDFCB6D-FACD-47B8-9372-643AA3FE989A}"/>
                </a:ext>
              </a:extLst>
            </p:cNvPr>
            <p:cNvSpPr/>
            <p:nvPr/>
          </p:nvSpPr>
          <p:spPr>
            <a:xfrm>
              <a:off x="1881496" y="670544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8" name="Hexagon 787">
              <a:extLst>
                <a:ext uri="{FF2B5EF4-FFF2-40B4-BE49-F238E27FC236}">
                  <a16:creationId xmlns:a16="http://schemas.microsoft.com/office/drawing/2014/main" id="{9E83F12B-A673-4874-95F2-C801E47C4A56}"/>
                </a:ext>
              </a:extLst>
            </p:cNvPr>
            <p:cNvSpPr/>
            <p:nvPr/>
          </p:nvSpPr>
          <p:spPr>
            <a:xfrm>
              <a:off x="1882278" y="658818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9" name="Hexagon 788">
              <a:extLst>
                <a:ext uri="{FF2B5EF4-FFF2-40B4-BE49-F238E27FC236}">
                  <a16:creationId xmlns:a16="http://schemas.microsoft.com/office/drawing/2014/main" id="{EB63E145-9C83-427A-A3DF-E7CEF40FDD2E}"/>
                </a:ext>
              </a:extLst>
            </p:cNvPr>
            <p:cNvSpPr/>
            <p:nvPr/>
          </p:nvSpPr>
          <p:spPr>
            <a:xfrm>
              <a:off x="1731659" y="652454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0" name="Hexagon 789">
              <a:extLst>
                <a:ext uri="{FF2B5EF4-FFF2-40B4-BE49-F238E27FC236}">
                  <a16:creationId xmlns:a16="http://schemas.microsoft.com/office/drawing/2014/main" id="{DDF86026-FBB0-49E9-8950-EB20AAB9537F}"/>
                </a:ext>
              </a:extLst>
            </p:cNvPr>
            <p:cNvSpPr/>
            <p:nvPr/>
          </p:nvSpPr>
          <p:spPr>
            <a:xfrm>
              <a:off x="1729605" y="664781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1" name="Hexagon 790">
              <a:extLst>
                <a:ext uri="{FF2B5EF4-FFF2-40B4-BE49-F238E27FC236}">
                  <a16:creationId xmlns:a16="http://schemas.microsoft.com/office/drawing/2014/main" id="{7484DBBB-2F79-429C-AE10-BE5B487EB3B6}"/>
                </a:ext>
              </a:extLst>
            </p:cNvPr>
            <p:cNvSpPr/>
            <p:nvPr/>
          </p:nvSpPr>
          <p:spPr>
            <a:xfrm>
              <a:off x="1576952" y="658484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2" name="Hexagon 791">
              <a:extLst>
                <a:ext uri="{FF2B5EF4-FFF2-40B4-BE49-F238E27FC236}">
                  <a16:creationId xmlns:a16="http://schemas.microsoft.com/office/drawing/2014/main" id="{BCBA3232-AA6F-46B3-B83D-7623155F5EBC}"/>
                </a:ext>
              </a:extLst>
            </p:cNvPr>
            <p:cNvSpPr/>
            <p:nvPr/>
          </p:nvSpPr>
          <p:spPr>
            <a:xfrm>
              <a:off x="1579123" y="646861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3" name="Hexagon 792">
              <a:extLst>
                <a:ext uri="{FF2B5EF4-FFF2-40B4-BE49-F238E27FC236}">
                  <a16:creationId xmlns:a16="http://schemas.microsoft.com/office/drawing/2014/main" id="{A4D55A85-5D88-4C98-AF70-76757C99A229}"/>
                </a:ext>
              </a:extLst>
            </p:cNvPr>
            <p:cNvSpPr/>
            <p:nvPr/>
          </p:nvSpPr>
          <p:spPr>
            <a:xfrm>
              <a:off x="1421748" y="652723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4" name="Hexagon 793">
              <a:extLst>
                <a:ext uri="{FF2B5EF4-FFF2-40B4-BE49-F238E27FC236}">
                  <a16:creationId xmlns:a16="http://schemas.microsoft.com/office/drawing/2014/main" id="{9520E11D-C953-43AD-A837-D8375A9C8654}"/>
                </a:ext>
              </a:extLst>
            </p:cNvPr>
            <p:cNvSpPr/>
            <p:nvPr/>
          </p:nvSpPr>
          <p:spPr>
            <a:xfrm>
              <a:off x="1419916" y="641410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5" name="Hexagon 794">
              <a:extLst>
                <a:ext uri="{FF2B5EF4-FFF2-40B4-BE49-F238E27FC236}">
                  <a16:creationId xmlns:a16="http://schemas.microsoft.com/office/drawing/2014/main" id="{B8D099A7-9359-4E1A-AF5C-66AF96B9CB7E}"/>
                </a:ext>
              </a:extLst>
            </p:cNvPr>
            <p:cNvSpPr/>
            <p:nvPr/>
          </p:nvSpPr>
          <p:spPr>
            <a:xfrm>
              <a:off x="1259990" y="635977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6" name="Hexagon 795">
              <a:extLst>
                <a:ext uri="{FF2B5EF4-FFF2-40B4-BE49-F238E27FC236}">
                  <a16:creationId xmlns:a16="http://schemas.microsoft.com/office/drawing/2014/main" id="{F3D0E780-7F4C-4698-A327-4850ED15DBFC}"/>
                </a:ext>
              </a:extLst>
            </p:cNvPr>
            <p:cNvSpPr/>
            <p:nvPr/>
          </p:nvSpPr>
          <p:spPr>
            <a:xfrm>
              <a:off x="1264430" y="647157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7" name="Hexagon 796">
              <a:extLst>
                <a:ext uri="{FF2B5EF4-FFF2-40B4-BE49-F238E27FC236}">
                  <a16:creationId xmlns:a16="http://schemas.microsoft.com/office/drawing/2014/main" id="{589FD361-6D95-48F7-9E84-9BCF66C6B93F}"/>
                </a:ext>
              </a:extLst>
            </p:cNvPr>
            <p:cNvSpPr/>
            <p:nvPr/>
          </p:nvSpPr>
          <p:spPr>
            <a:xfrm>
              <a:off x="1105066" y="641790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8" name="Hexagon 797">
              <a:extLst>
                <a:ext uri="{FF2B5EF4-FFF2-40B4-BE49-F238E27FC236}">
                  <a16:creationId xmlns:a16="http://schemas.microsoft.com/office/drawing/2014/main" id="{3FD0B42C-C61D-4300-AE8D-A3ABB66A2207}"/>
                </a:ext>
              </a:extLst>
            </p:cNvPr>
            <p:cNvSpPr/>
            <p:nvPr/>
          </p:nvSpPr>
          <p:spPr>
            <a:xfrm>
              <a:off x="1114164" y="629951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9" name="Hexagon 798">
              <a:extLst>
                <a:ext uri="{FF2B5EF4-FFF2-40B4-BE49-F238E27FC236}">
                  <a16:creationId xmlns:a16="http://schemas.microsoft.com/office/drawing/2014/main" id="{D19D3643-3F36-4866-8EEE-8257B29E1AC3}"/>
                </a:ext>
              </a:extLst>
            </p:cNvPr>
            <p:cNvSpPr/>
            <p:nvPr/>
          </p:nvSpPr>
          <p:spPr>
            <a:xfrm>
              <a:off x="1266750" y="623783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0" name="Hexagon 799">
              <a:extLst>
                <a:ext uri="{FF2B5EF4-FFF2-40B4-BE49-F238E27FC236}">
                  <a16:creationId xmlns:a16="http://schemas.microsoft.com/office/drawing/2014/main" id="{85B8E3BE-976B-4398-883D-BB5B796C1D31}"/>
                </a:ext>
              </a:extLst>
            </p:cNvPr>
            <p:cNvSpPr/>
            <p:nvPr/>
          </p:nvSpPr>
          <p:spPr>
            <a:xfrm>
              <a:off x="1272494" y="612015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1" name="Hexagon 800">
              <a:extLst>
                <a:ext uri="{FF2B5EF4-FFF2-40B4-BE49-F238E27FC236}">
                  <a16:creationId xmlns:a16="http://schemas.microsoft.com/office/drawing/2014/main" id="{D8A2BA94-3D0C-4F4B-82E1-C0799797C353}"/>
                </a:ext>
              </a:extLst>
            </p:cNvPr>
            <p:cNvSpPr/>
            <p:nvPr/>
          </p:nvSpPr>
          <p:spPr>
            <a:xfrm>
              <a:off x="1116897" y="60614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2" name="Hexagon 801">
              <a:extLst>
                <a:ext uri="{FF2B5EF4-FFF2-40B4-BE49-F238E27FC236}">
                  <a16:creationId xmlns:a16="http://schemas.microsoft.com/office/drawing/2014/main" id="{A5C59D89-9C4A-419B-B2FC-EB6EC94BB90D}"/>
                </a:ext>
              </a:extLst>
            </p:cNvPr>
            <p:cNvSpPr/>
            <p:nvPr/>
          </p:nvSpPr>
          <p:spPr>
            <a:xfrm>
              <a:off x="1118957" y="618000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3" name="Hexagon 802">
              <a:extLst>
                <a:ext uri="{FF2B5EF4-FFF2-40B4-BE49-F238E27FC236}">
                  <a16:creationId xmlns:a16="http://schemas.microsoft.com/office/drawing/2014/main" id="{EF35114F-7884-4E5D-B949-56545E8C6693}"/>
                </a:ext>
              </a:extLst>
            </p:cNvPr>
            <p:cNvSpPr/>
            <p:nvPr/>
          </p:nvSpPr>
          <p:spPr>
            <a:xfrm>
              <a:off x="966735" y="611919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4" name="Hexagon 803">
              <a:extLst>
                <a:ext uri="{FF2B5EF4-FFF2-40B4-BE49-F238E27FC236}">
                  <a16:creationId xmlns:a16="http://schemas.microsoft.com/office/drawing/2014/main" id="{BF3B3571-2216-4368-BA54-AC442AB56820}"/>
                </a:ext>
              </a:extLst>
            </p:cNvPr>
            <p:cNvSpPr/>
            <p:nvPr/>
          </p:nvSpPr>
          <p:spPr>
            <a:xfrm>
              <a:off x="964145" y="600340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5" name="Hexagon 804">
              <a:extLst>
                <a:ext uri="{FF2B5EF4-FFF2-40B4-BE49-F238E27FC236}">
                  <a16:creationId xmlns:a16="http://schemas.microsoft.com/office/drawing/2014/main" id="{32127103-BABE-4186-81A2-A8F6F30FC889}"/>
                </a:ext>
              </a:extLst>
            </p:cNvPr>
            <p:cNvSpPr/>
            <p:nvPr/>
          </p:nvSpPr>
          <p:spPr>
            <a:xfrm>
              <a:off x="665437" y="600000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6" name="Hexagon 805">
              <a:extLst>
                <a:ext uri="{FF2B5EF4-FFF2-40B4-BE49-F238E27FC236}">
                  <a16:creationId xmlns:a16="http://schemas.microsoft.com/office/drawing/2014/main" id="{4A6D848B-91BD-4406-BA6D-94C03D205D02}"/>
                </a:ext>
              </a:extLst>
            </p:cNvPr>
            <p:cNvSpPr/>
            <p:nvPr/>
          </p:nvSpPr>
          <p:spPr>
            <a:xfrm>
              <a:off x="658843" y="588211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7" name="Hexagon 806">
              <a:extLst>
                <a:ext uri="{FF2B5EF4-FFF2-40B4-BE49-F238E27FC236}">
                  <a16:creationId xmlns:a16="http://schemas.microsoft.com/office/drawing/2014/main" id="{09F48734-DB93-4529-BC0D-88C3FB8478C8}"/>
                </a:ext>
              </a:extLst>
            </p:cNvPr>
            <p:cNvSpPr/>
            <p:nvPr/>
          </p:nvSpPr>
          <p:spPr>
            <a:xfrm>
              <a:off x="510389" y="582821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8" name="Hexagon 807">
              <a:extLst>
                <a:ext uri="{FF2B5EF4-FFF2-40B4-BE49-F238E27FC236}">
                  <a16:creationId xmlns:a16="http://schemas.microsoft.com/office/drawing/2014/main" id="{4611EF05-7F11-4D99-8BE5-51961054017C}"/>
                </a:ext>
              </a:extLst>
            </p:cNvPr>
            <p:cNvSpPr/>
            <p:nvPr/>
          </p:nvSpPr>
          <p:spPr>
            <a:xfrm>
              <a:off x="508335" y="594412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9" name="Hexagon 808">
              <a:extLst>
                <a:ext uri="{FF2B5EF4-FFF2-40B4-BE49-F238E27FC236}">
                  <a16:creationId xmlns:a16="http://schemas.microsoft.com/office/drawing/2014/main" id="{0BE99D00-195D-437F-B37B-25257830D259}"/>
                </a:ext>
              </a:extLst>
            </p:cNvPr>
            <p:cNvSpPr/>
            <p:nvPr/>
          </p:nvSpPr>
          <p:spPr>
            <a:xfrm>
              <a:off x="355898" y="588591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0" name="Hexagon 809">
              <a:extLst>
                <a:ext uri="{FF2B5EF4-FFF2-40B4-BE49-F238E27FC236}">
                  <a16:creationId xmlns:a16="http://schemas.microsoft.com/office/drawing/2014/main" id="{34E5DFD4-A81C-4148-9913-3B13C87BE19C}"/>
                </a:ext>
              </a:extLst>
            </p:cNvPr>
            <p:cNvSpPr/>
            <p:nvPr/>
          </p:nvSpPr>
          <p:spPr>
            <a:xfrm>
              <a:off x="358069" y="576492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1" name="Hexagon 810">
              <a:extLst>
                <a:ext uri="{FF2B5EF4-FFF2-40B4-BE49-F238E27FC236}">
                  <a16:creationId xmlns:a16="http://schemas.microsoft.com/office/drawing/2014/main" id="{D0359682-B81B-47A5-B791-CB35A1B3DF84}"/>
                </a:ext>
              </a:extLst>
            </p:cNvPr>
            <p:cNvSpPr/>
            <p:nvPr/>
          </p:nvSpPr>
          <p:spPr>
            <a:xfrm>
              <a:off x="506313" y="570526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2" name="Hexagon 811">
              <a:extLst>
                <a:ext uri="{FF2B5EF4-FFF2-40B4-BE49-F238E27FC236}">
                  <a16:creationId xmlns:a16="http://schemas.microsoft.com/office/drawing/2014/main" id="{F125D524-0039-4A24-AF5D-C4D6906934F4}"/>
                </a:ext>
              </a:extLst>
            </p:cNvPr>
            <p:cNvSpPr/>
            <p:nvPr/>
          </p:nvSpPr>
          <p:spPr>
            <a:xfrm>
              <a:off x="511408" y="558520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3" name="Hexagon 812">
              <a:extLst>
                <a:ext uri="{FF2B5EF4-FFF2-40B4-BE49-F238E27FC236}">
                  <a16:creationId xmlns:a16="http://schemas.microsoft.com/office/drawing/2014/main" id="{CA9B63E8-036B-4DA8-AEEF-B29EBA455CA1}"/>
                </a:ext>
              </a:extLst>
            </p:cNvPr>
            <p:cNvSpPr/>
            <p:nvPr/>
          </p:nvSpPr>
          <p:spPr>
            <a:xfrm>
              <a:off x="362459" y="551802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4" name="Hexagon 813">
              <a:extLst>
                <a:ext uri="{FF2B5EF4-FFF2-40B4-BE49-F238E27FC236}">
                  <a16:creationId xmlns:a16="http://schemas.microsoft.com/office/drawing/2014/main" id="{9CC451D0-DF8F-4529-95C1-09278AB1A89C}"/>
                </a:ext>
              </a:extLst>
            </p:cNvPr>
            <p:cNvSpPr/>
            <p:nvPr/>
          </p:nvSpPr>
          <p:spPr>
            <a:xfrm>
              <a:off x="356354" y="564245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5" name="Hexagon 814">
              <a:extLst>
                <a:ext uri="{FF2B5EF4-FFF2-40B4-BE49-F238E27FC236}">
                  <a16:creationId xmlns:a16="http://schemas.microsoft.com/office/drawing/2014/main" id="{4FC3E37C-6B1A-4961-A371-44589D11B294}"/>
                </a:ext>
              </a:extLst>
            </p:cNvPr>
            <p:cNvSpPr/>
            <p:nvPr/>
          </p:nvSpPr>
          <p:spPr>
            <a:xfrm>
              <a:off x="213739" y="557651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6" name="Hexagon 815">
              <a:extLst>
                <a:ext uri="{FF2B5EF4-FFF2-40B4-BE49-F238E27FC236}">
                  <a16:creationId xmlns:a16="http://schemas.microsoft.com/office/drawing/2014/main" id="{1B72D05C-6C9D-4EEE-AD8B-B5C53961EC20}"/>
                </a:ext>
              </a:extLst>
            </p:cNvPr>
            <p:cNvSpPr/>
            <p:nvPr/>
          </p:nvSpPr>
          <p:spPr>
            <a:xfrm>
              <a:off x="213494" y="546224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7" name="Hexagon 816">
              <a:extLst>
                <a:ext uri="{FF2B5EF4-FFF2-40B4-BE49-F238E27FC236}">
                  <a16:creationId xmlns:a16="http://schemas.microsoft.com/office/drawing/2014/main" id="{F56B5F7D-78AB-41DD-B86A-34973E81B1BE}"/>
                </a:ext>
              </a:extLst>
            </p:cNvPr>
            <p:cNvSpPr/>
            <p:nvPr/>
          </p:nvSpPr>
          <p:spPr>
            <a:xfrm>
              <a:off x="2188763" y="658573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8" name="Hexagon 817">
              <a:extLst>
                <a:ext uri="{FF2B5EF4-FFF2-40B4-BE49-F238E27FC236}">
                  <a16:creationId xmlns:a16="http://schemas.microsoft.com/office/drawing/2014/main" id="{E16F0C10-0179-4CA3-894E-019EBB52F1E2}"/>
                </a:ext>
              </a:extLst>
            </p:cNvPr>
            <p:cNvSpPr/>
            <p:nvPr/>
          </p:nvSpPr>
          <p:spPr>
            <a:xfrm>
              <a:off x="2035979" y="65266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9" name="Hexagon 818">
              <a:extLst>
                <a:ext uri="{FF2B5EF4-FFF2-40B4-BE49-F238E27FC236}">
                  <a16:creationId xmlns:a16="http://schemas.microsoft.com/office/drawing/2014/main" id="{361EE43C-0DAF-4736-897D-1673DECE320B}"/>
                </a:ext>
              </a:extLst>
            </p:cNvPr>
            <p:cNvSpPr/>
            <p:nvPr/>
          </p:nvSpPr>
          <p:spPr>
            <a:xfrm>
              <a:off x="2038255" y="664991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0" name="Hexagon 819">
              <a:extLst>
                <a:ext uri="{FF2B5EF4-FFF2-40B4-BE49-F238E27FC236}">
                  <a16:creationId xmlns:a16="http://schemas.microsoft.com/office/drawing/2014/main" id="{E947E46B-B714-417F-9465-76DFF3F3FC1B}"/>
                </a:ext>
              </a:extLst>
            </p:cNvPr>
            <p:cNvSpPr/>
            <p:nvPr/>
          </p:nvSpPr>
          <p:spPr>
            <a:xfrm>
              <a:off x="1727018" y="617647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1" name="Hexagon 820">
              <a:extLst>
                <a:ext uri="{FF2B5EF4-FFF2-40B4-BE49-F238E27FC236}">
                  <a16:creationId xmlns:a16="http://schemas.microsoft.com/office/drawing/2014/main" id="{8AEB1920-4153-44BB-A31F-391456524652}"/>
                </a:ext>
              </a:extLst>
            </p:cNvPr>
            <p:cNvSpPr/>
            <p:nvPr/>
          </p:nvSpPr>
          <p:spPr>
            <a:xfrm>
              <a:off x="1576863" y="611578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2" name="Hexagon 821">
              <a:extLst>
                <a:ext uri="{FF2B5EF4-FFF2-40B4-BE49-F238E27FC236}">
                  <a16:creationId xmlns:a16="http://schemas.microsoft.com/office/drawing/2014/main" id="{EFDB8AFD-FFAC-4A74-8CE5-3CC5BA5D9874}"/>
                </a:ext>
              </a:extLst>
            </p:cNvPr>
            <p:cNvSpPr/>
            <p:nvPr/>
          </p:nvSpPr>
          <p:spPr>
            <a:xfrm>
              <a:off x="964072" y="623554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3" name="Hexagon 822">
              <a:extLst>
                <a:ext uri="{FF2B5EF4-FFF2-40B4-BE49-F238E27FC236}">
                  <a16:creationId xmlns:a16="http://schemas.microsoft.com/office/drawing/2014/main" id="{09CF033E-F76D-4757-BE08-4AAB86906152}"/>
                </a:ext>
              </a:extLst>
            </p:cNvPr>
            <p:cNvSpPr/>
            <p:nvPr/>
          </p:nvSpPr>
          <p:spPr>
            <a:xfrm>
              <a:off x="811948" y="617988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4" name="Hexagon 823">
              <a:extLst>
                <a:ext uri="{FF2B5EF4-FFF2-40B4-BE49-F238E27FC236}">
                  <a16:creationId xmlns:a16="http://schemas.microsoft.com/office/drawing/2014/main" id="{87B99282-1454-4ACF-80B1-A909EA54434E}"/>
                </a:ext>
              </a:extLst>
            </p:cNvPr>
            <p:cNvSpPr/>
            <p:nvPr/>
          </p:nvSpPr>
          <p:spPr>
            <a:xfrm>
              <a:off x="661676" y="61166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5" name="Hexagon 824">
              <a:extLst>
                <a:ext uri="{FF2B5EF4-FFF2-40B4-BE49-F238E27FC236}">
                  <a16:creationId xmlns:a16="http://schemas.microsoft.com/office/drawing/2014/main" id="{2F16CE2A-F2F6-4251-BAA1-337C032FF005}"/>
                </a:ext>
              </a:extLst>
            </p:cNvPr>
            <p:cNvSpPr/>
            <p:nvPr/>
          </p:nvSpPr>
          <p:spPr>
            <a:xfrm>
              <a:off x="1270209" y="600715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6" name="Hexagon 825">
              <a:extLst>
                <a:ext uri="{FF2B5EF4-FFF2-40B4-BE49-F238E27FC236}">
                  <a16:creationId xmlns:a16="http://schemas.microsoft.com/office/drawing/2014/main" id="{395FC130-200E-4FA0-8365-A459797A38FE}"/>
                </a:ext>
              </a:extLst>
            </p:cNvPr>
            <p:cNvSpPr/>
            <p:nvPr/>
          </p:nvSpPr>
          <p:spPr>
            <a:xfrm>
              <a:off x="1117171" y="594410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7" name="Hexagon 826">
              <a:extLst>
                <a:ext uri="{FF2B5EF4-FFF2-40B4-BE49-F238E27FC236}">
                  <a16:creationId xmlns:a16="http://schemas.microsoft.com/office/drawing/2014/main" id="{659709D8-E22A-40B5-911C-B13FF108FFCC}"/>
                </a:ext>
              </a:extLst>
            </p:cNvPr>
            <p:cNvSpPr/>
            <p:nvPr/>
          </p:nvSpPr>
          <p:spPr>
            <a:xfrm>
              <a:off x="964831" y="588086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8" name="Hexagon 827">
              <a:extLst>
                <a:ext uri="{FF2B5EF4-FFF2-40B4-BE49-F238E27FC236}">
                  <a16:creationId xmlns:a16="http://schemas.microsoft.com/office/drawing/2014/main" id="{3D213024-E951-46E7-9528-C02981E7EA38}"/>
                </a:ext>
              </a:extLst>
            </p:cNvPr>
            <p:cNvSpPr/>
            <p:nvPr/>
          </p:nvSpPr>
          <p:spPr>
            <a:xfrm>
              <a:off x="814991" y="58204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9" name="Hexagon 828">
              <a:extLst>
                <a:ext uri="{FF2B5EF4-FFF2-40B4-BE49-F238E27FC236}">
                  <a16:creationId xmlns:a16="http://schemas.microsoft.com/office/drawing/2014/main" id="{B3681EA0-B0C4-40B3-BBFE-61DD723DDA08}"/>
                </a:ext>
              </a:extLst>
            </p:cNvPr>
            <p:cNvSpPr/>
            <p:nvPr/>
          </p:nvSpPr>
          <p:spPr>
            <a:xfrm>
              <a:off x="811895" y="594398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0" name="Hexagon 829">
              <a:extLst>
                <a:ext uri="{FF2B5EF4-FFF2-40B4-BE49-F238E27FC236}">
                  <a16:creationId xmlns:a16="http://schemas.microsoft.com/office/drawing/2014/main" id="{A2052997-CE49-4360-A9A8-9057BF0DCA45}"/>
                </a:ext>
              </a:extLst>
            </p:cNvPr>
            <p:cNvSpPr/>
            <p:nvPr/>
          </p:nvSpPr>
          <p:spPr>
            <a:xfrm>
              <a:off x="812365" y="569938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1" name="Hexagon 830">
              <a:extLst>
                <a:ext uri="{FF2B5EF4-FFF2-40B4-BE49-F238E27FC236}">
                  <a16:creationId xmlns:a16="http://schemas.microsoft.com/office/drawing/2014/main" id="{6DC3DC71-6DB5-44B4-B11C-8C1F28015BF5}"/>
                </a:ext>
              </a:extLst>
            </p:cNvPr>
            <p:cNvSpPr/>
            <p:nvPr/>
          </p:nvSpPr>
          <p:spPr>
            <a:xfrm>
              <a:off x="659613" y="563891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2" name="Hexagon 831">
              <a:extLst>
                <a:ext uri="{FF2B5EF4-FFF2-40B4-BE49-F238E27FC236}">
                  <a16:creationId xmlns:a16="http://schemas.microsoft.com/office/drawing/2014/main" id="{BA981FA3-52F2-484E-9027-BB3829BD998A}"/>
                </a:ext>
              </a:extLst>
            </p:cNvPr>
            <p:cNvSpPr/>
            <p:nvPr/>
          </p:nvSpPr>
          <p:spPr>
            <a:xfrm>
              <a:off x="1577005" y="670739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3" name="Hexagon 832">
              <a:extLst>
                <a:ext uri="{FF2B5EF4-FFF2-40B4-BE49-F238E27FC236}">
                  <a16:creationId xmlns:a16="http://schemas.microsoft.com/office/drawing/2014/main" id="{25D05709-0F74-451D-BAF5-59EA7FDC0CC9}"/>
                </a:ext>
              </a:extLst>
            </p:cNvPr>
            <p:cNvSpPr/>
            <p:nvPr/>
          </p:nvSpPr>
          <p:spPr>
            <a:xfrm>
              <a:off x="1274241" y="588594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4" name="Hexagon 833">
              <a:extLst>
                <a:ext uri="{FF2B5EF4-FFF2-40B4-BE49-F238E27FC236}">
                  <a16:creationId xmlns:a16="http://schemas.microsoft.com/office/drawing/2014/main" id="{83D4A613-1CC5-4164-9902-11914B474BFF}"/>
                </a:ext>
              </a:extLst>
            </p:cNvPr>
            <p:cNvSpPr/>
            <p:nvPr/>
          </p:nvSpPr>
          <p:spPr>
            <a:xfrm>
              <a:off x="1119038" y="582290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5" name="Hexagon 834">
              <a:extLst>
                <a:ext uri="{FF2B5EF4-FFF2-40B4-BE49-F238E27FC236}">
                  <a16:creationId xmlns:a16="http://schemas.microsoft.com/office/drawing/2014/main" id="{8933FC78-721C-4B88-93C1-173E4A2BB2A3}"/>
                </a:ext>
              </a:extLst>
            </p:cNvPr>
            <p:cNvSpPr/>
            <p:nvPr/>
          </p:nvSpPr>
          <p:spPr>
            <a:xfrm>
              <a:off x="1420002" y="59421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6" name="Hexagon 835">
              <a:extLst>
                <a:ext uri="{FF2B5EF4-FFF2-40B4-BE49-F238E27FC236}">
                  <a16:creationId xmlns:a16="http://schemas.microsoft.com/office/drawing/2014/main" id="{EFB13A46-CA87-4834-B16E-D2095B1FC4A5}"/>
                </a:ext>
              </a:extLst>
            </p:cNvPr>
            <p:cNvSpPr/>
            <p:nvPr/>
          </p:nvSpPr>
          <p:spPr>
            <a:xfrm>
              <a:off x="1575450" y="564445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7" name="Hexagon 836">
              <a:extLst>
                <a:ext uri="{FF2B5EF4-FFF2-40B4-BE49-F238E27FC236}">
                  <a16:creationId xmlns:a16="http://schemas.microsoft.com/office/drawing/2014/main" id="{94462708-7201-434D-BF90-2BD1494F3C29}"/>
                </a:ext>
              </a:extLst>
            </p:cNvPr>
            <p:cNvSpPr/>
            <p:nvPr/>
          </p:nvSpPr>
          <p:spPr>
            <a:xfrm>
              <a:off x="1575993" y="576058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8" name="Hexagon 837">
              <a:extLst>
                <a:ext uri="{FF2B5EF4-FFF2-40B4-BE49-F238E27FC236}">
                  <a16:creationId xmlns:a16="http://schemas.microsoft.com/office/drawing/2014/main" id="{29E1733D-B551-4E33-92C9-AF866764F35E}"/>
                </a:ext>
              </a:extLst>
            </p:cNvPr>
            <p:cNvSpPr/>
            <p:nvPr/>
          </p:nvSpPr>
          <p:spPr>
            <a:xfrm>
              <a:off x="1422914" y="557900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9" name="Hexagon 838">
              <a:extLst>
                <a:ext uri="{FF2B5EF4-FFF2-40B4-BE49-F238E27FC236}">
                  <a16:creationId xmlns:a16="http://schemas.microsoft.com/office/drawing/2014/main" id="{DA9F05CD-8B57-432E-A72E-AEA3924366C8}"/>
                </a:ext>
              </a:extLst>
            </p:cNvPr>
            <p:cNvSpPr/>
            <p:nvPr/>
          </p:nvSpPr>
          <p:spPr>
            <a:xfrm>
              <a:off x="1573366" y="587921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0" name="Hexagon 839">
              <a:extLst>
                <a:ext uri="{FF2B5EF4-FFF2-40B4-BE49-F238E27FC236}">
                  <a16:creationId xmlns:a16="http://schemas.microsoft.com/office/drawing/2014/main" id="{4B86441E-3E06-4275-9460-1812D2C20B75}"/>
                </a:ext>
              </a:extLst>
            </p:cNvPr>
            <p:cNvSpPr/>
            <p:nvPr/>
          </p:nvSpPr>
          <p:spPr>
            <a:xfrm>
              <a:off x="1425632" y="582253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1" name="Hexagon 840">
              <a:extLst>
                <a:ext uri="{FF2B5EF4-FFF2-40B4-BE49-F238E27FC236}">
                  <a16:creationId xmlns:a16="http://schemas.microsoft.com/office/drawing/2014/main" id="{803888C1-8D5D-4A9C-BBCE-A0974297BEEF}"/>
                </a:ext>
              </a:extLst>
            </p:cNvPr>
            <p:cNvSpPr/>
            <p:nvPr/>
          </p:nvSpPr>
          <p:spPr>
            <a:xfrm>
              <a:off x="1272632" y="576365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2" name="Hexagon 841">
              <a:extLst>
                <a:ext uri="{FF2B5EF4-FFF2-40B4-BE49-F238E27FC236}">
                  <a16:creationId xmlns:a16="http://schemas.microsoft.com/office/drawing/2014/main" id="{D394540B-59A3-429F-A93F-EFA8BA7E1AB8}"/>
                </a:ext>
              </a:extLst>
            </p:cNvPr>
            <p:cNvSpPr/>
            <p:nvPr/>
          </p:nvSpPr>
          <p:spPr>
            <a:xfrm>
              <a:off x="1270302" y="564193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3" name="Hexagon 842">
              <a:extLst>
                <a:ext uri="{FF2B5EF4-FFF2-40B4-BE49-F238E27FC236}">
                  <a16:creationId xmlns:a16="http://schemas.microsoft.com/office/drawing/2014/main" id="{E8F6B703-6632-4924-B6D6-BF74E33F0556}"/>
                </a:ext>
              </a:extLst>
            </p:cNvPr>
            <p:cNvSpPr/>
            <p:nvPr/>
          </p:nvSpPr>
          <p:spPr>
            <a:xfrm>
              <a:off x="1569628" y="552160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4" name="Hexagon 843">
              <a:extLst>
                <a:ext uri="{FF2B5EF4-FFF2-40B4-BE49-F238E27FC236}">
                  <a16:creationId xmlns:a16="http://schemas.microsoft.com/office/drawing/2014/main" id="{3B73E0E3-6B66-471D-904E-D7B16B9D70BB}"/>
                </a:ext>
              </a:extLst>
            </p:cNvPr>
            <p:cNvSpPr/>
            <p:nvPr/>
          </p:nvSpPr>
          <p:spPr>
            <a:xfrm>
              <a:off x="1419946" y="546425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5" name="Hexagon 844">
              <a:extLst>
                <a:ext uri="{FF2B5EF4-FFF2-40B4-BE49-F238E27FC236}">
                  <a16:creationId xmlns:a16="http://schemas.microsoft.com/office/drawing/2014/main" id="{C551BFA7-F881-46E5-A06B-F23FB7234166}"/>
                </a:ext>
              </a:extLst>
            </p:cNvPr>
            <p:cNvSpPr/>
            <p:nvPr/>
          </p:nvSpPr>
          <p:spPr>
            <a:xfrm>
              <a:off x="1724315" y="545988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6" name="Hexagon 845">
              <a:extLst>
                <a:ext uri="{FF2B5EF4-FFF2-40B4-BE49-F238E27FC236}">
                  <a16:creationId xmlns:a16="http://schemas.microsoft.com/office/drawing/2014/main" id="{DE793E10-2AD9-45A3-B03C-4DEC0F2B000A}"/>
                </a:ext>
              </a:extLst>
            </p:cNvPr>
            <p:cNvSpPr/>
            <p:nvPr/>
          </p:nvSpPr>
          <p:spPr>
            <a:xfrm>
              <a:off x="1724803" y="558023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7" name="Hexagon 846">
              <a:extLst>
                <a:ext uri="{FF2B5EF4-FFF2-40B4-BE49-F238E27FC236}">
                  <a16:creationId xmlns:a16="http://schemas.microsoft.com/office/drawing/2014/main" id="{B5E459CB-EBE2-414E-9299-CF8E6BE53EE1}"/>
                </a:ext>
              </a:extLst>
            </p:cNvPr>
            <p:cNvSpPr/>
            <p:nvPr/>
          </p:nvSpPr>
          <p:spPr>
            <a:xfrm>
              <a:off x="663282" y="445507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8" name="Hexagon 847">
              <a:extLst>
                <a:ext uri="{FF2B5EF4-FFF2-40B4-BE49-F238E27FC236}">
                  <a16:creationId xmlns:a16="http://schemas.microsoft.com/office/drawing/2014/main" id="{4BC224C0-133C-45CD-A40C-7CDD3F10B81E}"/>
                </a:ext>
              </a:extLst>
            </p:cNvPr>
            <p:cNvSpPr/>
            <p:nvPr/>
          </p:nvSpPr>
          <p:spPr>
            <a:xfrm>
              <a:off x="663282" y="457336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9" name="Hexagon 848">
              <a:extLst>
                <a:ext uri="{FF2B5EF4-FFF2-40B4-BE49-F238E27FC236}">
                  <a16:creationId xmlns:a16="http://schemas.microsoft.com/office/drawing/2014/main" id="{8D67AC8F-6CFE-4F7B-9BD8-9B6D22B50AF2}"/>
                </a:ext>
              </a:extLst>
            </p:cNvPr>
            <p:cNvSpPr/>
            <p:nvPr/>
          </p:nvSpPr>
          <p:spPr>
            <a:xfrm>
              <a:off x="810920" y="451302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50" name="Hexagon 849">
              <a:extLst>
                <a:ext uri="{FF2B5EF4-FFF2-40B4-BE49-F238E27FC236}">
                  <a16:creationId xmlns:a16="http://schemas.microsoft.com/office/drawing/2014/main" id="{A48F61CE-5AE3-476C-A32C-62708E523422}"/>
                </a:ext>
              </a:extLst>
            </p:cNvPr>
            <p:cNvSpPr/>
            <p:nvPr/>
          </p:nvSpPr>
          <p:spPr>
            <a:xfrm>
              <a:off x="958558" y="445506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51" name="Hexagon 850">
              <a:extLst>
                <a:ext uri="{FF2B5EF4-FFF2-40B4-BE49-F238E27FC236}">
                  <a16:creationId xmlns:a16="http://schemas.microsoft.com/office/drawing/2014/main" id="{B1CD9377-BF85-43E5-89E6-BB842C24B885}"/>
                </a:ext>
              </a:extLst>
            </p:cNvPr>
            <p:cNvSpPr/>
            <p:nvPr/>
          </p:nvSpPr>
          <p:spPr>
            <a:xfrm>
              <a:off x="810920" y="439281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52" name="Hexagon 851">
              <a:extLst>
                <a:ext uri="{FF2B5EF4-FFF2-40B4-BE49-F238E27FC236}">
                  <a16:creationId xmlns:a16="http://schemas.microsoft.com/office/drawing/2014/main" id="{EBB4C483-1532-469D-A602-6B9F444ADA11}"/>
                </a:ext>
              </a:extLst>
            </p:cNvPr>
            <p:cNvSpPr/>
            <p:nvPr/>
          </p:nvSpPr>
          <p:spPr>
            <a:xfrm>
              <a:off x="513263" y="451302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53" name="Hexagon 852">
              <a:extLst>
                <a:ext uri="{FF2B5EF4-FFF2-40B4-BE49-F238E27FC236}">
                  <a16:creationId xmlns:a16="http://schemas.microsoft.com/office/drawing/2014/main" id="{0AF0A804-FCC9-42FE-9B7B-0E869C13AA89}"/>
                </a:ext>
              </a:extLst>
            </p:cNvPr>
            <p:cNvSpPr/>
            <p:nvPr/>
          </p:nvSpPr>
          <p:spPr>
            <a:xfrm>
              <a:off x="1111726" y="451741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54" name="Hexagon 853">
              <a:extLst>
                <a:ext uri="{FF2B5EF4-FFF2-40B4-BE49-F238E27FC236}">
                  <a16:creationId xmlns:a16="http://schemas.microsoft.com/office/drawing/2014/main" id="{A2D5BF6A-055A-469C-BA5D-99431367256D}"/>
                </a:ext>
              </a:extLst>
            </p:cNvPr>
            <p:cNvSpPr/>
            <p:nvPr/>
          </p:nvSpPr>
          <p:spPr>
            <a:xfrm>
              <a:off x="1111726" y="463332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55" name="Hexagon 854">
              <a:extLst>
                <a:ext uri="{FF2B5EF4-FFF2-40B4-BE49-F238E27FC236}">
                  <a16:creationId xmlns:a16="http://schemas.microsoft.com/office/drawing/2014/main" id="{DCBF34BD-F6EE-4F42-8C8E-B5B62D193840}"/>
                </a:ext>
              </a:extLst>
            </p:cNvPr>
            <p:cNvSpPr/>
            <p:nvPr/>
          </p:nvSpPr>
          <p:spPr>
            <a:xfrm>
              <a:off x="1264126" y="457536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56" name="Hexagon 855">
              <a:extLst>
                <a:ext uri="{FF2B5EF4-FFF2-40B4-BE49-F238E27FC236}">
                  <a16:creationId xmlns:a16="http://schemas.microsoft.com/office/drawing/2014/main" id="{2119BA91-5BCF-4BE3-96C6-B47D58214AFD}"/>
                </a:ext>
              </a:extLst>
            </p:cNvPr>
            <p:cNvSpPr/>
            <p:nvPr/>
          </p:nvSpPr>
          <p:spPr>
            <a:xfrm>
              <a:off x="1416526" y="451264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57" name="Hexagon 856">
              <a:extLst>
                <a:ext uri="{FF2B5EF4-FFF2-40B4-BE49-F238E27FC236}">
                  <a16:creationId xmlns:a16="http://schemas.microsoft.com/office/drawing/2014/main" id="{6D93FE10-98E8-46DA-9861-75D3A55BAC8C}"/>
                </a:ext>
              </a:extLst>
            </p:cNvPr>
            <p:cNvSpPr/>
            <p:nvPr/>
          </p:nvSpPr>
          <p:spPr>
            <a:xfrm>
              <a:off x="1264126" y="445515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58" name="Hexagon 857">
              <a:extLst>
                <a:ext uri="{FF2B5EF4-FFF2-40B4-BE49-F238E27FC236}">
                  <a16:creationId xmlns:a16="http://schemas.microsoft.com/office/drawing/2014/main" id="{63D43CB0-FE75-4C5A-8A9B-4621A388BFBD}"/>
                </a:ext>
              </a:extLst>
            </p:cNvPr>
            <p:cNvSpPr/>
            <p:nvPr/>
          </p:nvSpPr>
          <p:spPr>
            <a:xfrm>
              <a:off x="964088" y="457536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59" name="Hexagon 858">
              <a:extLst>
                <a:ext uri="{FF2B5EF4-FFF2-40B4-BE49-F238E27FC236}">
                  <a16:creationId xmlns:a16="http://schemas.microsoft.com/office/drawing/2014/main" id="{49D682E1-42DD-41AE-85A9-7185A38964C7}"/>
                </a:ext>
              </a:extLst>
            </p:cNvPr>
            <p:cNvSpPr/>
            <p:nvPr/>
          </p:nvSpPr>
          <p:spPr>
            <a:xfrm>
              <a:off x="1414815" y="427380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60" name="Hexagon 859">
              <a:extLst>
                <a:ext uri="{FF2B5EF4-FFF2-40B4-BE49-F238E27FC236}">
                  <a16:creationId xmlns:a16="http://schemas.microsoft.com/office/drawing/2014/main" id="{E594865F-7749-4D1E-B287-1294FA574250}"/>
                </a:ext>
              </a:extLst>
            </p:cNvPr>
            <p:cNvSpPr/>
            <p:nvPr/>
          </p:nvSpPr>
          <p:spPr>
            <a:xfrm>
              <a:off x="1417954" y="439210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61" name="Hexagon 860">
              <a:extLst>
                <a:ext uri="{FF2B5EF4-FFF2-40B4-BE49-F238E27FC236}">
                  <a16:creationId xmlns:a16="http://schemas.microsoft.com/office/drawing/2014/main" id="{FC716409-3300-4243-B8D6-C0CEB8BB0C4F}"/>
                </a:ext>
              </a:extLst>
            </p:cNvPr>
            <p:cNvSpPr/>
            <p:nvPr/>
          </p:nvSpPr>
          <p:spPr>
            <a:xfrm>
              <a:off x="1567106" y="433414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62" name="Hexagon 861">
              <a:extLst>
                <a:ext uri="{FF2B5EF4-FFF2-40B4-BE49-F238E27FC236}">
                  <a16:creationId xmlns:a16="http://schemas.microsoft.com/office/drawing/2014/main" id="{876EBB06-0CD7-4257-90D3-39F806251186}"/>
                </a:ext>
              </a:extLst>
            </p:cNvPr>
            <p:cNvSpPr/>
            <p:nvPr/>
          </p:nvSpPr>
          <p:spPr>
            <a:xfrm>
              <a:off x="1720373" y="427618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63" name="Hexagon 862">
              <a:extLst>
                <a:ext uri="{FF2B5EF4-FFF2-40B4-BE49-F238E27FC236}">
                  <a16:creationId xmlns:a16="http://schemas.microsoft.com/office/drawing/2014/main" id="{8E43F1A5-36FA-449D-85B4-A4200651180A}"/>
                </a:ext>
              </a:extLst>
            </p:cNvPr>
            <p:cNvSpPr/>
            <p:nvPr/>
          </p:nvSpPr>
          <p:spPr>
            <a:xfrm>
              <a:off x="1567973" y="421393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64" name="Hexagon 863">
              <a:extLst>
                <a:ext uri="{FF2B5EF4-FFF2-40B4-BE49-F238E27FC236}">
                  <a16:creationId xmlns:a16="http://schemas.microsoft.com/office/drawing/2014/main" id="{80E727BD-1135-46ED-A27D-1F4FFA21DD71}"/>
                </a:ext>
              </a:extLst>
            </p:cNvPr>
            <p:cNvSpPr/>
            <p:nvPr/>
          </p:nvSpPr>
          <p:spPr>
            <a:xfrm>
              <a:off x="1263930" y="433176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65" name="Hexagon 864">
              <a:extLst>
                <a:ext uri="{FF2B5EF4-FFF2-40B4-BE49-F238E27FC236}">
                  <a16:creationId xmlns:a16="http://schemas.microsoft.com/office/drawing/2014/main" id="{4A767AB9-4C04-4459-836E-09028D892D1E}"/>
                </a:ext>
              </a:extLst>
            </p:cNvPr>
            <p:cNvSpPr/>
            <p:nvPr/>
          </p:nvSpPr>
          <p:spPr>
            <a:xfrm>
              <a:off x="1876417" y="409849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66" name="Hexagon 865">
              <a:extLst>
                <a:ext uri="{FF2B5EF4-FFF2-40B4-BE49-F238E27FC236}">
                  <a16:creationId xmlns:a16="http://schemas.microsoft.com/office/drawing/2014/main" id="{BAD0E4E5-0320-4713-A430-4B46E1C84CD0}"/>
                </a:ext>
              </a:extLst>
            </p:cNvPr>
            <p:cNvSpPr/>
            <p:nvPr/>
          </p:nvSpPr>
          <p:spPr>
            <a:xfrm>
              <a:off x="1876417" y="421679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67" name="Hexagon 866">
              <a:extLst>
                <a:ext uri="{FF2B5EF4-FFF2-40B4-BE49-F238E27FC236}">
                  <a16:creationId xmlns:a16="http://schemas.microsoft.com/office/drawing/2014/main" id="{6397154D-8DC0-4155-AC6A-9818D2EE2786}"/>
                </a:ext>
              </a:extLst>
            </p:cNvPr>
            <p:cNvSpPr/>
            <p:nvPr/>
          </p:nvSpPr>
          <p:spPr>
            <a:xfrm>
              <a:off x="2024055" y="415883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68" name="Hexagon 867">
              <a:extLst>
                <a:ext uri="{FF2B5EF4-FFF2-40B4-BE49-F238E27FC236}">
                  <a16:creationId xmlns:a16="http://schemas.microsoft.com/office/drawing/2014/main" id="{1CDDE699-7E43-4A8A-B7DE-F841FAD45473}"/>
                </a:ext>
              </a:extLst>
            </p:cNvPr>
            <p:cNvSpPr/>
            <p:nvPr/>
          </p:nvSpPr>
          <p:spPr>
            <a:xfrm>
              <a:off x="2174074" y="410087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69" name="Hexagon 868">
              <a:extLst>
                <a:ext uri="{FF2B5EF4-FFF2-40B4-BE49-F238E27FC236}">
                  <a16:creationId xmlns:a16="http://schemas.microsoft.com/office/drawing/2014/main" id="{AC0C6757-369A-4091-8DC2-072F3B8C3E73}"/>
                </a:ext>
              </a:extLst>
            </p:cNvPr>
            <p:cNvSpPr/>
            <p:nvPr/>
          </p:nvSpPr>
          <p:spPr>
            <a:xfrm>
              <a:off x="2026436" y="403624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0" name="Hexagon 869">
              <a:extLst>
                <a:ext uri="{FF2B5EF4-FFF2-40B4-BE49-F238E27FC236}">
                  <a16:creationId xmlns:a16="http://schemas.microsoft.com/office/drawing/2014/main" id="{02878CC8-BCCF-4474-9931-5DE0723623AA}"/>
                </a:ext>
              </a:extLst>
            </p:cNvPr>
            <p:cNvSpPr/>
            <p:nvPr/>
          </p:nvSpPr>
          <p:spPr>
            <a:xfrm>
              <a:off x="1724775" y="415645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1" name="Hexagon 870">
              <a:extLst>
                <a:ext uri="{FF2B5EF4-FFF2-40B4-BE49-F238E27FC236}">
                  <a16:creationId xmlns:a16="http://schemas.microsoft.com/office/drawing/2014/main" id="{924B7137-B428-4913-8321-79F8F83D649C}"/>
                </a:ext>
              </a:extLst>
            </p:cNvPr>
            <p:cNvSpPr/>
            <p:nvPr/>
          </p:nvSpPr>
          <p:spPr>
            <a:xfrm>
              <a:off x="2178522" y="421944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2" name="Hexagon 871">
              <a:extLst>
                <a:ext uri="{FF2B5EF4-FFF2-40B4-BE49-F238E27FC236}">
                  <a16:creationId xmlns:a16="http://schemas.microsoft.com/office/drawing/2014/main" id="{E7F15231-2CDB-43A8-AF03-F1CC209E9862}"/>
                </a:ext>
              </a:extLst>
            </p:cNvPr>
            <p:cNvSpPr/>
            <p:nvPr/>
          </p:nvSpPr>
          <p:spPr>
            <a:xfrm>
              <a:off x="2180903" y="434012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3" name="Hexagon 872">
              <a:extLst>
                <a:ext uri="{FF2B5EF4-FFF2-40B4-BE49-F238E27FC236}">
                  <a16:creationId xmlns:a16="http://schemas.microsoft.com/office/drawing/2014/main" id="{9FBBDC70-7F8A-46B6-ADD2-8F90E4682BD3}"/>
                </a:ext>
              </a:extLst>
            </p:cNvPr>
            <p:cNvSpPr/>
            <p:nvPr/>
          </p:nvSpPr>
          <p:spPr>
            <a:xfrm>
              <a:off x="2333953" y="427815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4" name="Hexagon 873">
              <a:extLst>
                <a:ext uri="{FF2B5EF4-FFF2-40B4-BE49-F238E27FC236}">
                  <a16:creationId xmlns:a16="http://schemas.microsoft.com/office/drawing/2014/main" id="{8C66090B-38D1-4FB5-8982-DE3607D8357C}"/>
                </a:ext>
              </a:extLst>
            </p:cNvPr>
            <p:cNvSpPr/>
            <p:nvPr/>
          </p:nvSpPr>
          <p:spPr>
            <a:xfrm>
              <a:off x="2482348" y="421944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5" name="Hexagon 874">
              <a:extLst>
                <a:ext uri="{FF2B5EF4-FFF2-40B4-BE49-F238E27FC236}">
                  <a16:creationId xmlns:a16="http://schemas.microsoft.com/office/drawing/2014/main" id="{29ED7821-0E82-4ECD-9999-0027FD51176F}"/>
                </a:ext>
              </a:extLst>
            </p:cNvPr>
            <p:cNvSpPr/>
            <p:nvPr/>
          </p:nvSpPr>
          <p:spPr>
            <a:xfrm>
              <a:off x="2329082" y="4156432"/>
              <a:ext cx="203225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6" name="Hexagon 875">
              <a:extLst>
                <a:ext uri="{FF2B5EF4-FFF2-40B4-BE49-F238E27FC236}">
                  <a16:creationId xmlns:a16="http://schemas.microsoft.com/office/drawing/2014/main" id="{76F2CA4E-3CB8-41FF-8802-70AC58A97DD5}"/>
                </a:ext>
              </a:extLst>
            </p:cNvPr>
            <p:cNvSpPr/>
            <p:nvPr/>
          </p:nvSpPr>
          <p:spPr>
            <a:xfrm>
              <a:off x="2027745" y="427978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7" name="Hexagon 876">
              <a:extLst>
                <a:ext uri="{FF2B5EF4-FFF2-40B4-BE49-F238E27FC236}">
                  <a16:creationId xmlns:a16="http://schemas.microsoft.com/office/drawing/2014/main" id="{66688B98-758E-466F-97DE-4310093C3DBC}"/>
                </a:ext>
              </a:extLst>
            </p:cNvPr>
            <p:cNvSpPr/>
            <p:nvPr/>
          </p:nvSpPr>
          <p:spPr>
            <a:xfrm>
              <a:off x="2638101" y="404048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8" name="Hexagon 877">
              <a:extLst>
                <a:ext uri="{FF2B5EF4-FFF2-40B4-BE49-F238E27FC236}">
                  <a16:creationId xmlns:a16="http://schemas.microsoft.com/office/drawing/2014/main" id="{FB9E32F4-3FF6-41FA-9DAE-4C1AFB5BBF7C}"/>
                </a:ext>
              </a:extLst>
            </p:cNvPr>
            <p:cNvSpPr/>
            <p:nvPr/>
          </p:nvSpPr>
          <p:spPr>
            <a:xfrm>
              <a:off x="2638101" y="416115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9" name="Hexagon 878">
              <a:extLst>
                <a:ext uri="{FF2B5EF4-FFF2-40B4-BE49-F238E27FC236}">
                  <a16:creationId xmlns:a16="http://schemas.microsoft.com/office/drawing/2014/main" id="{3821FE4D-5D6D-44BB-BF70-C3860D2DED5D}"/>
                </a:ext>
              </a:extLst>
            </p:cNvPr>
            <p:cNvSpPr/>
            <p:nvPr/>
          </p:nvSpPr>
          <p:spPr>
            <a:xfrm>
              <a:off x="2788120" y="410082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0" name="Hexagon 879">
              <a:extLst>
                <a:ext uri="{FF2B5EF4-FFF2-40B4-BE49-F238E27FC236}">
                  <a16:creationId xmlns:a16="http://schemas.microsoft.com/office/drawing/2014/main" id="{A5BF397C-3E56-4CAA-84F6-97D8499BDA35}"/>
                </a:ext>
              </a:extLst>
            </p:cNvPr>
            <p:cNvSpPr/>
            <p:nvPr/>
          </p:nvSpPr>
          <p:spPr>
            <a:xfrm>
              <a:off x="2945282" y="404048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1" name="Hexagon 880">
              <a:extLst>
                <a:ext uri="{FF2B5EF4-FFF2-40B4-BE49-F238E27FC236}">
                  <a16:creationId xmlns:a16="http://schemas.microsoft.com/office/drawing/2014/main" id="{9AB415C4-5DDF-466A-A4E0-91CB19860616}"/>
                </a:ext>
              </a:extLst>
            </p:cNvPr>
            <p:cNvSpPr/>
            <p:nvPr/>
          </p:nvSpPr>
          <p:spPr>
            <a:xfrm>
              <a:off x="2790285" y="397801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2" name="Hexagon 881">
              <a:extLst>
                <a:ext uri="{FF2B5EF4-FFF2-40B4-BE49-F238E27FC236}">
                  <a16:creationId xmlns:a16="http://schemas.microsoft.com/office/drawing/2014/main" id="{A0759302-A62A-4D09-924B-8EED6913ED4C}"/>
                </a:ext>
              </a:extLst>
            </p:cNvPr>
            <p:cNvSpPr/>
            <p:nvPr/>
          </p:nvSpPr>
          <p:spPr>
            <a:xfrm>
              <a:off x="2488082" y="410082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3" name="Hexagon 882">
              <a:extLst>
                <a:ext uri="{FF2B5EF4-FFF2-40B4-BE49-F238E27FC236}">
                  <a16:creationId xmlns:a16="http://schemas.microsoft.com/office/drawing/2014/main" id="{31137853-2864-4DC6-AD1C-FBEDB9225B94}"/>
                </a:ext>
              </a:extLst>
            </p:cNvPr>
            <p:cNvSpPr/>
            <p:nvPr/>
          </p:nvSpPr>
          <p:spPr>
            <a:xfrm>
              <a:off x="2792184" y="421835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4" name="Hexagon 883">
              <a:extLst>
                <a:ext uri="{FF2B5EF4-FFF2-40B4-BE49-F238E27FC236}">
                  <a16:creationId xmlns:a16="http://schemas.microsoft.com/office/drawing/2014/main" id="{1FC985C4-07E7-44BF-8AE6-0FE9867884B8}"/>
                </a:ext>
              </a:extLst>
            </p:cNvPr>
            <p:cNvSpPr/>
            <p:nvPr/>
          </p:nvSpPr>
          <p:spPr>
            <a:xfrm>
              <a:off x="2792184" y="433902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5" name="Hexagon 884">
              <a:extLst>
                <a:ext uri="{FF2B5EF4-FFF2-40B4-BE49-F238E27FC236}">
                  <a16:creationId xmlns:a16="http://schemas.microsoft.com/office/drawing/2014/main" id="{3639E14B-F2A2-4E1D-BC5E-D5D853A4D8D3}"/>
                </a:ext>
              </a:extLst>
            </p:cNvPr>
            <p:cNvSpPr/>
            <p:nvPr/>
          </p:nvSpPr>
          <p:spPr>
            <a:xfrm>
              <a:off x="2944584" y="427869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6" name="Hexagon 885">
              <a:extLst>
                <a:ext uri="{FF2B5EF4-FFF2-40B4-BE49-F238E27FC236}">
                  <a16:creationId xmlns:a16="http://schemas.microsoft.com/office/drawing/2014/main" id="{04282AED-569F-457B-9E45-D636BD936040}"/>
                </a:ext>
              </a:extLst>
            </p:cNvPr>
            <p:cNvSpPr/>
            <p:nvPr/>
          </p:nvSpPr>
          <p:spPr>
            <a:xfrm>
              <a:off x="3096984" y="421835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7" name="Hexagon 886">
              <a:extLst>
                <a:ext uri="{FF2B5EF4-FFF2-40B4-BE49-F238E27FC236}">
                  <a16:creationId xmlns:a16="http://schemas.microsoft.com/office/drawing/2014/main" id="{2B8D5B95-C400-4DDF-8BCB-8441FE7696A3}"/>
                </a:ext>
              </a:extLst>
            </p:cNvPr>
            <p:cNvSpPr/>
            <p:nvPr/>
          </p:nvSpPr>
          <p:spPr>
            <a:xfrm>
              <a:off x="2944584" y="415588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8" name="Hexagon 887">
              <a:extLst>
                <a:ext uri="{FF2B5EF4-FFF2-40B4-BE49-F238E27FC236}">
                  <a16:creationId xmlns:a16="http://schemas.microsoft.com/office/drawing/2014/main" id="{6D7B961B-7DFE-452A-9CA6-AE563D3F8530}"/>
                </a:ext>
              </a:extLst>
            </p:cNvPr>
            <p:cNvSpPr/>
            <p:nvPr/>
          </p:nvSpPr>
          <p:spPr>
            <a:xfrm>
              <a:off x="2639567" y="427847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9" name="Hexagon 888">
              <a:extLst>
                <a:ext uri="{FF2B5EF4-FFF2-40B4-BE49-F238E27FC236}">
                  <a16:creationId xmlns:a16="http://schemas.microsoft.com/office/drawing/2014/main" id="{1BF12656-0582-4735-BAA7-28F6F2AB038B}"/>
                </a:ext>
              </a:extLst>
            </p:cNvPr>
            <p:cNvSpPr/>
            <p:nvPr/>
          </p:nvSpPr>
          <p:spPr>
            <a:xfrm>
              <a:off x="2483663" y="4452574"/>
              <a:ext cx="207755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0" name="Hexagon 889">
              <a:extLst>
                <a:ext uri="{FF2B5EF4-FFF2-40B4-BE49-F238E27FC236}">
                  <a16:creationId xmlns:a16="http://schemas.microsoft.com/office/drawing/2014/main" id="{BBA70B76-6000-4F6E-B754-0E65C56C1A96}"/>
                </a:ext>
              </a:extLst>
            </p:cNvPr>
            <p:cNvSpPr/>
            <p:nvPr/>
          </p:nvSpPr>
          <p:spPr>
            <a:xfrm>
              <a:off x="2496868" y="457465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1" name="Hexagon 890">
              <a:extLst>
                <a:ext uri="{FF2B5EF4-FFF2-40B4-BE49-F238E27FC236}">
                  <a16:creationId xmlns:a16="http://schemas.microsoft.com/office/drawing/2014/main" id="{38AAB388-4F21-459F-8FF7-A0534941DA83}"/>
                </a:ext>
              </a:extLst>
            </p:cNvPr>
            <p:cNvSpPr/>
            <p:nvPr/>
          </p:nvSpPr>
          <p:spPr>
            <a:xfrm>
              <a:off x="2646887" y="451432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2" name="Hexagon 891">
              <a:extLst>
                <a:ext uri="{FF2B5EF4-FFF2-40B4-BE49-F238E27FC236}">
                  <a16:creationId xmlns:a16="http://schemas.microsoft.com/office/drawing/2014/main" id="{E19FBD91-62C1-4C81-9AC3-A45F66DA74E7}"/>
                </a:ext>
              </a:extLst>
            </p:cNvPr>
            <p:cNvSpPr/>
            <p:nvPr/>
          </p:nvSpPr>
          <p:spPr>
            <a:xfrm>
              <a:off x="2798421" y="445398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3" name="Hexagon 892">
              <a:extLst>
                <a:ext uri="{FF2B5EF4-FFF2-40B4-BE49-F238E27FC236}">
                  <a16:creationId xmlns:a16="http://schemas.microsoft.com/office/drawing/2014/main" id="{81908036-A9FC-41F5-93A3-B4EF28D97B4B}"/>
                </a:ext>
              </a:extLst>
            </p:cNvPr>
            <p:cNvSpPr/>
            <p:nvPr/>
          </p:nvSpPr>
          <p:spPr>
            <a:xfrm>
              <a:off x="2645263" y="439573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4" name="Hexagon 893">
              <a:extLst>
                <a:ext uri="{FF2B5EF4-FFF2-40B4-BE49-F238E27FC236}">
                  <a16:creationId xmlns:a16="http://schemas.microsoft.com/office/drawing/2014/main" id="{CC3D378E-4B4C-4682-8CEE-3C004CFC4C99}"/>
                </a:ext>
              </a:extLst>
            </p:cNvPr>
            <p:cNvSpPr/>
            <p:nvPr/>
          </p:nvSpPr>
          <p:spPr>
            <a:xfrm>
              <a:off x="2342087" y="451432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5" name="Hexagon 894">
              <a:extLst>
                <a:ext uri="{FF2B5EF4-FFF2-40B4-BE49-F238E27FC236}">
                  <a16:creationId xmlns:a16="http://schemas.microsoft.com/office/drawing/2014/main" id="{F28D4112-33FA-43E1-A3FB-087BCF5CEDFA}"/>
                </a:ext>
              </a:extLst>
            </p:cNvPr>
            <p:cNvSpPr/>
            <p:nvPr/>
          </p:nvSpPr>
          <p:spPr>
            <a:xfrm>
              <a:off x="1574136" y="469445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6" name="Hexagon 895">
              <a:extLst>
                <a:ext uri="{FF2B5EF4-FFF2-40B4-BE49-F238E27FC236}">
                  <a16:creationId xmlns:a16="http://schemas.microsoft.com/office/drawing/2014/main" id="{AF498C23-209C-4100-AF3C-28707BD481D0}"/>
                </a:ext>
              </a:extLst>
            </p:cNvPr>
            <p:cNvSpPr/>
            <p:nvPr/>
          </p:nvSpPr>
          <p:spPr>
            <a:xfrm>
              <a:off x="1574136" y="48127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7" name="Hexagon 896">
              <a:extLst>
                <a:ext uri="{FF2B5EF4-FFF2-40B4-BE49-F238E27FC236}">
                  <a16:creationId xmlns:a16="http://schemas.microsoft.com/office/drawing/2014/main" id="{E96AA18B-338B-41AE-8AD5-1005B7CA4518}"/>
                </a:ext>
              </a:extLst>
            </p:cNvPr>
            <p:cNvSpPr/>
            <p:nvPr/>
          </p:nvSpPr>
          <p:spPr>
            <a:xfrm>
              <a:off x="1728917" y="475240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8" name="Hexagon 897">
              <a:extLst>
                <a:ext uri="{FF2B5EF4-FFF2-40B4-BE49-F238E27FC236}">
                  <a16:creationId xmlns:a16="http://schemas.microsoft.com/office/drawing/2014/main" id="{D4447584-6587-4386-A0AB-BE6C8C186D52}"/>
                </a:ext>
              </a:extLst>
            </p:cNvPr>
            <p:cNvSpPr/>
            <p:nvPr/>
          </p:nvSpPr>
          <p:spPr>
            <a:xfrm>
              <a:off x="1419355" y="475479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9" name="Hexagon 898">
              <a:extLst>
                <a:ext uri="{FF2B5EF4-FFF2-40B4-BE49-F238E27FC236}">
                  <a16:creationId xmlns:a16="http://schemas.microsoft.com/office/drawing/2014/main" id="{CA12CEED-231F-47E0-84E1-820E84D5ECC9}"/>
                </a:ext>
              </a:extLst>
            </p:cNvPr>
            <p:cNvSpPr/>
            <p:nvPr/>
          </p:nvSpPr>
          <p:spPr>
            <a:xfrm>
              <a:off x="2946959" y="440045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0" name="Hexagon 899">
              <a:extLst>
                <a:ext uri="{FF2B5EF4-FFF2-40B4-BE49-F238E27FC236}">
                  <a16:creationId xmlns:a16="http://schemas.microsoft.com/office/drawing/2014/main" id="{07560CB9-868B-4B31-8FB8-076B9908BE9A}"/>
                </a:ext>
              </a:extLst>
            </p:cNvPr>
            <p:cNvSpPr/>
            <p:nvPr/>
          </p:nvSpPr>
          <p:spPr>
            <a:xfrm>
              <a:off x="2795167" y="457791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1" name="Hexagon 900">
              <a:extLst>
                <a:ext uri="{FF2B5EF4-FFF2-40B4-BE49-F238E27FC236}">
                  <a16:creationId xmlns:a16="http://schemas.microsoft.com/office/drawing/2014/main" id="{0E0F3A26-A4F2-4C85-A5CB-B5FE103C218B}"/>
                </a:ext>
              </a:extLst>
            </p:cNvPr>
            <p:cNvSpPr/>
            <p:nvPr/>
          </p:nvSpPr>
          <p:spPr>
            <a:xfrm>
              <a:off x="2949948" y="451757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2" name="Hexagon 901">
              <a:extLst>
                <a:ext uri="{FF2B5EF4-FFF2-40B4-BE49-F238E27FC236}">
                  <a16:creationId xmlns:a16="http://schemas.microsoft.com/office/drawing/2014/main" id="{E42C50E0-CD1F-4C18-A33D-1E8F490CF25C}"/>
                </a:ext>
              </a:extLst>
            </p:cNvPr>
            <p:cNvSpPr/>
            <p:nvPr/>
          </p:nvSpPr>
          <p:spPr>
            <a:xfrm>
              <a:off x="2333523" y="439430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3" name="Hexagon 902">
              <a:extLst>
                <a:ext uri="{FF2B5EF4-FFF2-40B4-BE49-F238E27FC236}">
                  <a16:creationId xmlns:a16="http://schemas.microsoft.com/office/drawing/2014/main" id="{6AD5E0EB-6C93-4D40-8B30-3C4D6DFD2189}"/>
                </a:ext>
              </a:extLst>
            </p:cNvPr>
            <p:cNvSpPr/>
            <p:nvPr/>
          </p:nvSpPr>
          <p:spPr>
            <a:xfrm>
              <a:off x="2188553" y="457501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4" name="Hexagon 903">
              <a:extLst>
                <a:ext uri="{FF2B5EF4-FFF2-40B4-BE49-F238E27FC236}">
                  <a16:creationId xmlns:a16="http://schemas.microsoft.com/office/drawing/2014/main" id="{D81A3F36-6A00-45FF-A50C-4F20FE614B78}"/>
                </a:ext>
              </a:extLst>
            </p:cNvPr>
            <p:cNvSpPr/>
            <p:nvPr/>
          </p:nvSpPr>
          <p:spPr>
            <a:xfrm>
              <a:off x="2185198" y="445696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5" name="Hexagon 904">
              <a:extLst>
                <a:ext uri="{FF2B5EF4-FFF2-40B4-BE49-F238E27FC236}">
                  <a16:creationId xmlns:a16="http://schemas.microsoft.com/office/drawing/2014/main" id="{4AAFC0F2-1AFA-4B4F-924A-A4CC37059215}"/>
                </a:ext>
              </a:extLst>
            </p:cNvPr>
            <p:cNvSpPr/>
            <p:nvPr/>
          </p:nvSpPr>
          <p:spPr>
            <a:xfrm>
              <a:off x="2341595" y="463535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6" name="Hexagon 905">
              <a:extLst>
                <a:ext uri="{FF2B5EF4-FFF2-40B4-BE49-F238E27FC236}">
                  <a16:creationId xmlns:a16="http://schemas.microsoft.com/office/drawing/2014/main" id="{AECDBDB1-BC20-4C14-99A7-781683816AA0}"/>
                </a:ext>
              </a:extLst>
            </p:cNvPr>
            <p:cNvSpPr/>
            <p:nvPr/>
          </p:nvSpPr>
          <p:spPr>
            <a:xfrm>
              <a:off x="2187521" y="46926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7" name="Hexagon 906">
              <a:extLst>
                <a:ext uri="{FF2B5EF4-FFF2-40B4-BE49-F238E27FC236}">
                  <a16:creationId xmlns:a16="http://schemas.microsoft.com/office/drawing/2014/main" id="{C16AC6AF-AA11-4BB3-8EB9-23410F46FE37}"/>
                </a:ext>
              </a:extLst>
            </p:cNvPr>
            <p:cNvSpPr/>
            <p:nvPr/>
          </p:nvSpPr>
          <p:spPr>
            <a:xfrm>
              <a:off x="2034363" y="463395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8" name="Hexagon 907">
              <a:extLst>
                <a:ext uri="{FF2B5EF4-FFF2-40B4-BE49-F238E27FC236}">
                  <a16:creationId xmlns:a16="http://schemas.microsoft.com/office/drawing/2014/main" id="{C51F0B42-6AEB-450D-89B9-D70051FF9374}"/>
                </a:ext>
              </a:extLst>
            </p:cNvPr>
            <p:cNvSpPr/>
            <p:nvPr/>
          </p:nvSpPr>
          <p:spPr>
            <a:xfrm>
              <a:off x="2037118" y="475499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9" name="Hexagon 908">
              <a:extLst>
                <a:ext uri="{FF2B5EF4-FFF2-40B4-BE49-F238E27FC236}">
                  <a16:creationId xmlns:a16="http://schemas.microsoft.com/office/drawing/2014/main" id="{B8DBEF02-E5E2-4927-950E-15B5BFE2FBDB}"/>
                </a:ext>
              </a:extLst>
            </p:cNvPr>
            <p:cNvSpPr/>
            <p:nvPr/>
          </p:nvSpPr>
          <p:spPr>
            <a:xfrm>
              <a:off x="2031870" y="439478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0" name="Hexagon 909">
              <a:extLst>
                <a:ext uri="{FF2B5EF4-FFF2-40B4-BE49-F238E27FC236}">
                  <a16:creationId xmlns:a16="http://schemas.microsoft.com/office/drawing/2014/main" id="{CF0A3B4B-ED0B-4623-8DC5-D4DE025BE7DF}"/>
                </a:ext>
              </a:extLst>
            </p:cNvPr>
            <p:cNvSpPr/>
            <p:nvPr/>
          </p:nvSpPr>
          <p:spPr>
            <a:xfrm>
              <a:off x="1728223" y="487304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1" name="Hexagon 910">
              <a:extLst>
                <a:ext uri="{FF2B5EF4-FFF2-40B4-BE49-F238E27FC236}">
                  <a16:creationId xmlns:a16="http://schemas.microsoft.com/office/drawing/2014/main" id="{83104B4F-C710-4BDC-A790-A560F076810F}"/>
                </a:ext>
              </a:extLst>
            </p:cNvPr>
            <p:cNvSpPr/>
            <p:nvPr/>
          </p:nvSpPr>
          <p:spPr>
            <a:xfrm>
              <a:off x="1421748" y="487521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2" name="Hexagon 911">
              <a:extLst>
                <a:ext uri="{FF2B5EF4-FFF2-40B4-BE49-F238E27FC236}">
                  <a16:creationId xmlns:a16="http://schemas.microsoft.com/office/drawing/2014/main" id="{0976389A-F2C8-4E95-92EA-8C02712D7746}"/>
                </a:ext>
              </a:extLst>
            </p:cNvPr>
            <p:cNvSpPr/>
            <p:nvPr/>
          </p:nvSpPr>
          <p:spPr>
            <a:xfrm>
              <a:off x="1266967" y="469138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3" name="Hexagon 912">
              <a:extLst>
                <a:ext uri="{FF2B5EF4-FFF2-40B4-BE49-F238E27FC236}">
                  <a16:creationId xmlns:a16="http://schemas.microsoft.com/office/drawing/2014/main" id="{FF074F3F-8CAD-411C-BD57-8BAE753CC3BB}"/>
                </a:ext>
              </a:extLst>
            </p:cNvPr>
            <p:cNvSpPr/>
            <p:nvPr/>
          </p:nvSpPr>
          <p:spPr>
            <a:xfrm>
              <a:off x="814053" y="463273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4" name="Hexagon 913">
              <a:extLst>
                <a:ext uri="{FF2B5EF4-FFF2-40B4-BE49-F238E27FC236}">
                  <a16:creationId xmlns:a16="http://schemas.microsoft.com/office/drawing/2014/main" id="{EC7B88DF-D7E7-41BB-8FDD-021370290BFE}"/>
                </a:ext>
              </a:extLst>
            </p:cNvPr>
            <p:cNvSpPr/>
            <p:nvPr/>
          </p:nvSpPr>
          <p:spPr>
            <a:xfrm>
              <a:off x="357917" y="469375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5" name="Hexagon 914">
              <a:extLst>
                <a:ext uri="{FF2B5EF4-FFF2-40B4-BE49-F238E27FC236}">
                  <a16:creationId xmlns:a16="http://schemas.microsoft.com/office/drawing/2014/main" id="{718D3A86-318E-46F4-99BA-6EFF2E59438A}"/>
                </a:ext>
              </a:extLst>
            </p:cNvPr>
            <p:cNvSpPr/>
            <p:nvPr/>
          </p:nvSpPr>
          <p:spPr>
            <a:xfrm>
              <a:off x="512698" y="463341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6" name="Hexagon 915">
              <a:extLst>
                <a:ext uri="{FF2B5EF4-FFF2-40B4-BE49-F238E27FC236}">
                  <a16:creationId xmlns:a16="http://schemas.microsoft.com/office/drawing/2014/main" id="{8FE1A63D-D4C7-4901-A607-0DA305BADD5A}"/>
                </a:ext>
              </a:extLst>
            </p:cNvPr>
            <p:cNvSpPr/>
            <p:nvPr/>
          </p:nvSpPr>
          <p:spPr>
            <a:xfrm>
              <a:off x="207898" y="463341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7" name="Hexagon 916">
              <a:extLst>
                <a:ext uri="{FF2B5EF4-FFF2-40B4-BE49-F238E27FC236}">
                  <a16:creationId xmlns:a16="http://schemas.microsoft.com/office/drawing/2014/main" id="{ACE981F8-07C7-4077-ADAE-8A85FB82A8AE}"/>
                </a:ext>
              </a:extLst>
            </p:cNvPr>
            <p:cNvSpPr/>
            <p:nvPr/>
          </p:nvSpPr>
          <p:spPr>
            <a:xfrm>
              <a:off x="1570078" y="445300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8" name="Hexagon 917">
              <a:extLst>
                <a:ext uri="{FF2B5EF4-FFF2-40B4-BE49-F238E27FC236}">
                  <a16:creationId xmlns:a16="http://schemas.microsoft.com/office/drawing/2014/main" id="{DFCF6D30-2C75-4EDE-979F-8E2E20C71E70}"/>
                </a:ext>
              </a:extLst>
            </p:cNvPr>
            <p:cNvSpPr/>
            <p:nvPr/>
          </p:nvSpPr>
          <p:spPr>
            <a:xfrm>
              <a:off x="1569862" y="457130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9" name="Hexagon 918">
              <a:extLst>
                <a:ext uri="{FF2B5EF4-FFF2-40B4-BE49-F238E27FC236}">
                  <a16:creationId xmlns:a16="http://schemas.microsoft.com/office/drawing/2014/main" id="{1F1CC8C2-4A4C-479F-A573-062247C12601}"/>
                </a:ext>
              </a:extLst>
            </p:cNvPr>
            <p:cNvSpPr/>
            <p:nvPr/>
          </p:nvSpPr>
          <p:spPr>
            <a:xfrm>
              <a:off x="1722316" y="391834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0" name="Hexagon 919">
              <a:extLst>
                <a:ext uri="{FF2B5EF4-FFF2-40B4-BE49-F238E27FC236}">
                  <a16:creationId xmlns:a16="http://schemas.microsoft.com/office/drawing/2014/main" id="{B2B2470C-A95C-4D55-86C9-09B08D390D76}"/>
                </a:ext>
              </a:extLst>
            </p:cNvPr>
            <p:cNvSpPr/>
            <p:nvPr/>
          </p:nvSpPr>
          <p:spPr>
            <a:xfrm>
              <a:off x="1724697" y="403902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1" name="Hexagon 920">
              <a:extLst>
                <a:ext uri="{FF2B5EF4-FFF2-40B4-BE49-F238E27FC236}">
                  <a16:creationId xmlns:a16="http://schemas.microsoft.com/office/drawing/2014/main" id="{3A6CC3FA-A3F1-4231-8D1C-E35848E12421}"/>
                </a:ext>
              </a:extLst>
            </p:cNvPr>
            <p:cNvSpPr/>
            <p:nvPr/>
          </p:nvSpPr>
          <p:spPr>
            <a:xfrm>
              <a:off x="1877097" y="397868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2" name="Hexagon 921">
              <a:extLst>
                <a:ext uri="{FF2B5EF4-FFF2-40B4-BE49-F238E27FC236}">
                  <a16:creationId xmlns:a16="http://schemas.microsoft.com/office/drawing/2014/main" id="{59D38C39-EDBA-4CB8-AB3F-3241F10A4130}"/>
                </a:ext>
              </a:extLst>
            </p:cNvPr>
            <p:cNvSpPr/>
            <p:nvPr/>
          </p:nvSpPr>
          <p:spPr>
            <a:xfrm>
              <a:off x="1569916" y="397868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3" name="Hexagon 922">
              <a:extLst>
                <a:ext uri="{FF2B5EF4-FFF2-40B4-BE49-F238E27FC236}">
                  <a16:creationId xmlns:a16="http://schemas.microsoft.com/office/drawing/2014/main" id="{84CF53AA-826C-4412-BA64-201A8B06EEFF}"/>
                </a:ext>
              </a:extLst>
            </p:cNvPr>
            <p:cNvSpPr/>
            <p:nvPr/>
          </p:nvSpPr>
          <p:spPr>
            <a:xfrm>
              <a:off x="2482975" y="374459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4" name="Hexagon 923">
              <a:extLst>
                <a:ext uri="{FF2B5EF4-FFF2-40B4-BE49-F238E27FC236}">
                  <a16:creationId xmlns:a16="http://schemas.microsoft.com/office/drawing/2014/main" id="{3BE0DD06-49B4-4BFA-A789-ED0DF5EC8348}"/>
                </a:ext>
              </a:extLst>
            </p:cNvPr>
            <p:cNvSpPr/>
            <p:nvPr/>
          </p:nvSpPr>
          <p:spPr>
            <a:xfrm>
              <a:off x="2485356" y="386527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5" name="Hexagon 924">
              <a:extLst>
                <a:ext uri="{FF2B5EF4-FFF2-40B4-BE49-F238E27FC236}">
                  <a16:creationId xmlns:a16="http://schemas.microsoft.com/office/drawing/2014/main" id="{1DB819A4-95F2-400A-8DC7-8C6BAEA791EE}"/>
                </a:ext>
              </a:extLst>
            </p:cNvPr>
            <p:cNvSpPr/>
            <p:nvPr/>
          </p:nvSpPr>
          <p:spPr>
            <a:xfrm>
              <a:off x="2637756" y="380493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6" name="Hexagon 925">
              <a:extLst>
                <a:ext uri="{FF2B5EF4-FFF2-40B4-BE49-F238E27FC236}">
                  <a16:creationId xmlns:a16="http://schemas.microsoft.com/office/drawing/2014/main" id="{B56B295D-BBCA-4FED-8EC9-CBF06FDEC24A}"/>
                </a:ext>
              </a:extLst>
            </p:cNvPr>
            <p:cNvSpPr/>
            <p:nvPr/>
          </p:nvSpPr>
          <p:spPr>
            <a:xfrm>
              <a:off x="2790156" y="37445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7" name="Hexagon 926">
              <a:extLst>
                <a:ext uri="{FF2B5EF4-FFF2-40B4-BE49-F238E27FC236}">
                  <a16:creationId xmlns:a16="http://schemas.microsoft.com/office/drawing/2014/main" id="{7F504B0C-DB03-472C-97A2-E09B779A858A}"/>
                </a:ext>
              </a:extLst>
            </p:cNvPr>
            <p:cNvSpPr/>
            <p:nvPr/>
          </p:nvSpPr>
          <p:spPr>
            <a:xfrm>
              <a:off x="2637756" y="368429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8" name="Hexagon 927">
              <a:extLst>
                <a:ext uri="{FF2B5EF4-FFF2-40B4-BE49-F238E27FC236}">
                  <a16:creationId xmlns:a16="http://schemas.microsoft.com/office/drawing/2014/main" id="{CEE8EAEE-DEDD-4F00-9672-88BE7D2B3F26}"/>
                </a:ext>
              </a:extLst>
            </p:cNvPr>
            <p:cNvSpPr/>
            <p:nvPr/>
          </p:nvSpPr>
          <p:spPr>
            <a:xfrm>
              <a:off x="2330575" y="380493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9" name="Hexagon 928">
              <a:extLst>
                <a:ext uri="{FF2B5EF4-FFF2-40B4-BE49-F238E27FC236}">
                  <a16:creationId xmlns:a16="http://schemas.microsoft.com/office/drawing/2014/main" id="{78101756-99AA-4962-B606-A2878C5288A2}"/>
                </a:ext>
              </a:extLst>
            </p:cNvPr>
            <p:cNvSpPr/>
            <p:nvPr/>
          </p:nvSpPr>
          <p:spPr>
            <a:xfrm>
              <a:off x="2024906" y="34488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0" name="Hexagon 929">
              <a:extLst>
                <a:ext uri="{FF2B5EF4-FFF2-40B4-BE49-F238E27FC236}">
                  <a16:creationId xmlns:a16="http://schemas.microsoft.com/office/drawing/2014/main" id="{49D16941-5E56-404F-B043-6B311F718F0A}"/>
                </a:ext>
              </a:extLst>
            </p:cNvPr>
            <p:cNvSpPr/>
            <p:nvPr/>
          </p:nvSpPr>
          <p:spPr>
            <a:xfrm>
              <a:off x="2027287" y="356954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1" name="Hexagon 930">
              <a:extLst>
                <a:ext uri="{FF2B5EF4-FFF2-40B4-BE49-F238E27FC236}">
                  <a16:creationId xmlns:a16="http://schemas.microsoft.com/office/drawing/2014/main" id="{5C36EACD-F60D-4216-BA68-064061B7EB71}"/>
                </a:ext>
              </a:extLst>
            </p:cNvPr>
            <p:cNvSpPr/>
            <p:nvPr/>
          </p:nvSpPr>
          <p:spPr>
            <a:xfrm>
              <a:off x="2179687" y="350920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2" name="Hexagon 931">
              <a:extLst>
                <a:ext uri="{FF2B5EF4-FFF2-40B4-BE49-F238E27FC236}">
                  <a16:creationId xmlns:a16="http://schemas.microsoft.com/office/drawing/2014/main" id="{4202EC60-7E2B-47B5-AE71-9C7CC97A5F95}"/>
                </a:ext>
              </a:extLst>
            </p:cNvPr>
            <p:cNvSpPr/>
            <p:nvPr/>
          </p:nvSpPr>
          <p:spPr>
            <a:xfrm>
              <a:off x="2334468" y="344648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3" name="Hexagon 932">
              <a:extLst>
                <a:ext uri="{FF2B5EF4-FFF2-40B4-BE49-F238E27FC236}">
                  <a16:creationId xmlns:a16="http://schemas.microsoft.com/office/drawing/2014/main" id="{120FAE91-79CD-4AF6-89B9-726DE15B096A}"/>
                </a:ext>
              </a:extLst>
            </p:cNvPr>
            <p:cNvSpPr/>
            <p:nvPr/>
          </p:nvSpPr>
          <p:spPr>
            <a:xfrm>
              <a:off x="2177522" y="338639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4" name="Hexagon 933">
              <a:extLst>
                <a:ext uri="{FF2B5EF4-FFF2-40B4-BE49-F238E27FC236}">
                  <a16:creationId xmlns:a16="http://schemas.microsoft.com/office/drawing/2014/main" id="{EF258161-C5DA-4736-A2ED-02B4040AD017}"/>
                </a:ext>
              </a:extLst>
            </p:cNvPr>
            <p:cNvSpPr/>
            <p:nvPr/>
          </p:nvSpPr>
          <p:spPr>
            <a:xfrm>
              <a:off x="1872506" y="350920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5" name="Hexagon 934">
              <a:extLst>
                <a:ext uri="{FF2B5EF4-FFF2-40B4-BE49-F238E27FC236}">
                  <a16:creationId xmlns:a16="http://schemas.microsoft.com/office/drawing/2014/main" id="{43C48948-AFDE-4476-8305-0E964C05E099}"/>
                </a:ext>
              </a:extLst>
            </p:cNvPr>
            <p:cNvSpPr/>
            <p:nvPr/>
          </p:nvSpPr>
          <p:spPr>
            <a:xfrm>
              <a:off x="1717640" y="380437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6" name="Hexagon 935">
              <a:extLst>
                <a:ext uri="{FF2B5EF4-FFF2-40B4-BE49-F238E27FC236}">
                  <a16:creationId xmlns:a16="http://schemas.microsoft.com/office/drawing/2014/main" id="{557AC25D-45DE-4DDA-BF9A-D056429305DC}"/>
                </a:ext>
              </a:extLst>
            </p:cNvPr>
            <p:cNvSpPr/>
            <p:nvPr/>
          </p:nvSpPr>
          <p:spPr>
            <a:xfrm>
              <a:off x="1867875" y="373970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7" name="Hexagon 936">
              <a:extLst>
                <a:ext uri="{FF2B5EF4-FFF2-40B4-BE49-F238E27FC236}">
                  <a16:creationId xmlns:a16="http://schemas.microsoft.com/office/drawing/2014/main" id="{5144CFD5-B62A-461D-94C5-3EE63053F588}"/>
                </a:ext>
              </a:extLst>
            </p:cNvPr>
            <p:cNvSpPr/>
            <p:nvPr/>
          </p:nvSpPr>
          <p:spPr>
            <a:xfrm>
              <a:off x="1870040" y="361906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8" name="Hexagon 937">
              <a:extLst>
                <a:ext uri="{FF2B5EF4-FFF2-40B4-BE49-F238E27FC236}">
                  <a16:creationId xmlns:a16="http://schemas.microsoft.com/office/drawing/2014/main" id="{C9649E85-3DB7-4CE2-B59B-430278D02A6F}"/>
                </a:ext>
              </a:extLst>
            </p:cNvPr>
            <p:cNvSpPr/>
            <p:nvPr/>
          </p:nvSpPr>
          <p:spPr>
            <a:xfrm>
              <a:off x="2331409" y="392001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9" name="Hexagon 938">
              <a:extLst>
                <a:ext uri="{FF2B5EF4-FFF2-40B4-BE49-F238E27FC236}">
                  <a16:creationId xmlns:a16="http://schemas.microsoft.com/office/drawing/2014/main" id="{3FA04939-8C9B-4185-8293-FFC4450C3057}"/>
                </a:ext>
              </a:extLst>
            </p:cNvPr>
            <p:cNvSpPr/>
            <p:nvPr/>
          </p:nvSpPr>
          <p:spPr>
            <a:xfrm>
              <a:off x="2486190" y="398034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0" name="Hexagon 939">
              <a:extLst>
                <a:ext uri="{FF2B5EF4-FFF2-40B4-BE49-F238E27FC236}">
                  <a16:creationId xmlns:a16="http://schemas.microsoft.com/office/drawing/2014/main" id="{B3251E3A-D0EF-4CD9-B79A-2A8D384352CA}"/>
                </a:ext>
              </a:extLst>
            </p:cNvPr>
            <p:cNvSpPr/>
            <p:nvPr/>
          </p:nvSpPr>
          <p:spPr>
            <a:xfrm>
              <a:off x="2179009" y="398034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1" name="Hexagon 940">
              <a:extLst>
                <a:ext uri="{FF2B5EF4-FFF2-40B4-BE49-F238E27FC236}">
                  <a16:creationId xmlns:a16="http://schemas.microsoft.com/office/drawing/2014/main" id="{BDE9A06F-3988-40E3-9433-50D025A71CC1}"/>
                </a:ext>
              </a:extLst>
            </p:cNvPr>
            <p:cNvSpPr/>
            <p:nvPr/>
          </p:nvSpPr>
          <p:spPr>
            <a:xfrm>
              <a:off x="2943824" y="368203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2" name="Hexagon 941">
              <a:extLst>
                <a:ext uri="{FF2B5EF4-FFF2-40B4-BE49-F238E27FC236}">
                  <a16:creationId xmlns:a16="http://schemas.microsoft.com/office/drawing/2014/main" id="{A6B2FB4B-2594-4BF7-9C20-9A90BA3DDF1A}"/>
                </a:ext>
              </a:extLst>
            </p:cNvPr>
            <p:cNvSpPr/>
            <p:nvPr/>
          </p:nvSpPr>
          <p:spPr>
            <a:xfrm>
              <a:off x="2946205" y="380271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3" name="Hexagon 942">
              <a:extLst>
                <a:ext uri="{FF2B5EF4-FFF2-40B4-BE49-F238E27FC236}">
                  <a16:creationId xmlns:a16="http://schemas.microsoft.com/office/drawing/2014/main" id="{E2CF4629-D395-438F-9BD3-2EE353F41C58}"/>
                </a:ext>
              </a:extLst>
            </p:cNvPr>
            <p:cNvSpPr/>
            <p:nvPr/>
          </p:nvSpPr>
          <p:spPr>
            <a:xfrm>
              <a:off x="3098605" y="374237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4" name="Hexagon 943">
              <a:extLst>
                <a:ext uri="{FF2B5EF4-FFF2-40B4-BE49-F238E27FC236}">
                  <a16:creationId xmlns:a16="http://schemas.microsoft.com/office/drawing/2014/main" id="{4BED9A21-C726-4424-A77F-F261BD5CF8DC}"/>
                </a:ext>
              </a:extLst>
            </p:cNvPr>
            <p:cNvSpPr/>
            <p:nvPr/>
          </p:nvSpPr>
          <p:spPr>
            <a:xfrm>
              <a:off x="3096440" y="362216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5" name="Hexagon 944">
              <a:extLst>
                <a:ext uri="{FF2B5EF4-FFF2-40B4-BE49-F238E27FC236}">
                  <a16:creationId xmlns:a16="http://schemas.microsoft.com/office/drawing/2014/main" id="{A68F10E2-DA45-42C9-B5C2-FAD73927D649}"/>
                </a:ext>
              </a:extLst>
            </p:cNvPr>
            <p:cNvSpPr/>
            <p:nvPr/>
          </p:nvSpPr>
          <p:spPr>
            <a:xfrm>
              <a:off x="2792258" y="385745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6" name="Hexagon 945">
              <a:extLst>
                <a:ext uri="{FF2B5EF4-FFF2-40B4-BE49-F238E27FC236}">
                  <a16:creationId xmlns:a16="http://schemas.microsoft.com/office/drawing/2014/main" id="{7FD38B50-7C9A-4610-8FFD-C89C489D4A92}"/>
                </a:ext>
              </a:extLst>
            </p:cNvPr>
            <p:cNvSpPr/>
            <p:nvPr/>
          </p:nvSpPr>
          <p:spPr>
            <a:xfrm>
              <a:off x="2947039" y="391779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7" name="Hexagon 946">
              <a:extLst>
                <a:ext uri="{FF2B5EF4-FFF2-40B4-BE49-F238E27FC236}">
                  <a16:creationId xmlns:a16="http://schemas.microsoft.com/office/drawing/2014/main" id="{48104957-D148-4908-9BC4-105162836441}"/>
                </a:ext>
              </a:extLst>
            </p:cNvPr>
            <p:cNvSpPr/>
            <p:nvPr/>
          </p:nvSpPr>
          <p:spPr>
            <a:xfrm>
              <a:off x="2332718" y="356533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8" name="Hexagon 947">
              <a:extLst>
                <a:ext uri="{FF2B5EF4-FFF2-40B4-BE49-F238E27FC236}">
                  <a16:creationId xmlns:a16="http://schemas.microsoft.com/office/drawing/2014/main" id="{0CFBA4FC-419E-4769-8BE2-03FDB3F47C8B}"/>
                </a:ext>
              </a:extLst>
            </p:cNvPr>
            <p:cNvSpPr/>
            <p:nvPr/>
          </p:nvSpPr>
          <p:spPr>
            <a:xfrm>
              <a:off x="2332934" y="368601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9" name="Hexagon 948">
              <a:extLst>
                <a:ext uri="{FF2B5EF4-FFF2-40B4-BE49-F238E27FC236}">
                  <a16:creationId xmlns:a16="http://schemas.microsoft.com/office/drawing/2014/main" id="{4A6DD07D-61C4-4070-B89D-300DF82D4E4C}"/>
                </a:ext>
              </a:extLst>
            </p:cNvPr>
            <p:cNvSpPr/>
            <p:nvPr/>
          </p:nvSpPr>
          <p:spPr>
            <a:xfrm>
              <a:off x="2487715" y="362567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0" name="Hexagon 949">
              <a:extLst>
                <a:ext uri="{FF2B5EF4-FFF2-40B4-BE49-F238E27FC236}">
                  <a16:creationId xmlns:a16="http://schemas.microsoft.com/office/drawing/2014/main" id="{4030CA43-9717-45A6-A604-1C7CF9E45DA5}"/>
                </a:ext>
              </a:extLst>
            </p:cNvPr>
            <p:cNvSpPr/>
            <p:nvPr/>
          </p:nvSpPr>
          <p:spPr>
            <a:xfrm>
              <a:off x="2178153" y="362567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1" name="Hexagon 950">
              <a:extLst>
                <a:ext uri="{FF2B5EF4-FFF2-40B4-BE49-F238E27FC236}">
                  <a16:creationId xmlns:a16="http://schemas.microsoft.com/office/drawing/2014/main" id="{4C07CDEF-EC2D-4788-B6E5-FF0E2302511C}"/>
                </a:ext>
              </a:extLst>
            </p:cNvPr>
            <p:cNvSpPr/>
            <p:nvPr/>
          </p:nvSpPr>
          <p:spPr>
            <a:xfrm>
              <a:off x="3247513" y="356497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2" name="Hexagon 951">
              <a:extLst>
                <a:ext uri="{FF2B5EF4-FFF2-40B4-BE49-F238E27FC236}">
                  <a16:creationId xmlns:a16="http://schemas.microsoft.com/office/drawing/2014/main" id="{A5DFE071-464E-407D-96E4-078FE19356C9}"/>
                </a:ext>
              </a:extLst>
            </p:cNvPr>
            <p:cNvSpPr/>
            <p:nvPr/>
          </p:nvSpPr>
          <p:spPr>
            <a:xfrm>
              <a:off x="3249894" y="344238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3" name="Hexagon 952">
              <a:extLst>
                <a:ext uri="{FF2B5EF4-FFF2-40B4-BE49-F238E27FC236}">
                  <a16:creationId xmlns:a16="http://schemas.microsoft.com/office/drawing/2014/main" id="{6641DA9C-5851-4692-B170-F23290AB1593}"/>
                </a:ext>
              </a:extLst>
            </p:cNvPr>
            <p:cNvSpPr/>
            <p:nvPr/>
          </p:nvSpPr>
          <p:spPr>
            <a:xfrm>
              <a:off x="2940332" y="356259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4" name="Hexagon 953">
              <a:extLst>
                <a:ext uri="{FF2B5EF4-FFF2-40B4-BE49-F238E27FC236}">
                  <a16:creationId xmlns:a16="http://schemas.microsoft.com/office/drawing/2014/main" id="{F3E86055-C834-494B-A994-BBDDCC010E9C}"/>
                </a:ext>
              </a:extLst>
            </p:cNvPr>
            <p:cNvSpPr/>
            <p:nvPr/>
          </p:nvSpPr>
          <p:spPr>
            <a:xfrm>
              <a:off x="2942691" y="344367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5" name="Hexagon 954">
              <a:extLst>
                <a:ext uri="{FF2B5EF4-FFF2-40B4-BE49-F238E27FC236}">
                  <a16:creationId xmlns:a16="http://schemas.microsoft.com/office/drawing/2014/main" id="{3E268E66-C658-4C6D-AEC5-CFBD48869C30}"/>
                </a:ext>
              </a:extLst>
            </p:cNvPr>
            <p:cNvSpPr/>
            <p:nvPr/>
          </p:nvSpPr>
          <p:spPr>
            <a:xfrm>
              <a:off x="3095091" y="338333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6" name="Hexagon 955">
              <a:extLst>
                <a:ext uri="{FF2B5EF4-FFF2-40B4-BE49-F238E27FC236}">
                  <a16:creationId xmlns:a16="http://schemas.microsoft.com/office/drawing/2014/main" id="{EB82422D-AC6B-41E3-811A-EF95DF043FB1}"/>
                </a:ext>
              </a:extLst>
            </p:cNvPr>
            <p:cNvSpPr/>
            <p:nvPr/>
          </p:nvSpPr>
          <p:spPr>
            <a:xfrm>
              <a:off x="3100997" y="32684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7" name="Hexagon 956">
              <a:extLst>
                <a:ext uri="{FF2B5EF4-FFF2-40B4-BE49-F238E27FC236}">
                  <a16:creationId xmlns:a16="http://schemas.microsoft.com/office/drawing/2014/main" id="{67CF2E8E-C2E6-44B0-9DE3-7B5741AF7C9E}"/>
                </a:ext>
              </a:extLst>
            </p:cNvPr>
            <p:cNvSpPr/>
            <p:nvPr/>
          </p:nvSpPr>
          <p:spPr>
            <a:xfrm>
              <a:off x="3253397" y="320810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8" name="Hexagon 957">
              <a:extLst>
                <a:ext uri="{FF2B5EF4-FFF2-40B4-BE49-F238E27FC236}">
                  <a16:creationId xmlns:a16="http://schemas.microsoft.com/office/drawing/2014/main" id="{F4FE9FEC-714E-46E0-B88C-1261339CFB60}"/>
                </a:ext>
              </a:extLst>
            </p:cNvPr>
            <p:cNvSpPr/>
            <p:nvPr/>
          </p:nvSpPr>
          <p:spPr>
            <a:xfrm>
              <a:off x="3253118" y="332551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9" name="Hexagon 958">
              <a:extLst>
                <a:ext uri="{FF2B5EF4-FFF2-40B4-BE49-F238E27FC236}">
                  <a16:creationId xmlns:a16="http://schemas.microsoft.com/office/drawing/2014/main" id="{63C20428-A019-426F-B275-8DD3A11C71B0}"/>
                </a:ext>
              </a:extLst>
            </p:cNvPr>
            <p:cNvSpPr/>
            <p:nvPr/>
          </p:nvSpPr>
          <p:spPr>
            <a:xfrm>
              <a:off x="3407899" y="338606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0" name="Hexagon 959">
              <a:extLst>
                <a:ext uri="{FF2B5EF4-FFF2-40B4-BE49-F238E27FC236}">
                  <a16:creationId xmlns:a16="http://schemas.microsoft.com/office/drawing/2014/main" id="{8B125D10-2859-4CDB-90A9-68AE84A8A11F}"/>
                </a:ext>
              </a:extLst>
            </p:cNvPr>
            <p:cNvSpPr/>
            <p:nvPr/>
          </p:nvSpPr>
          <p:spPr>
            <a:xfrm>
              <a:off x="1869719" y="338819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1" name="Hexagon 960">
              <a:extLst>
                <a:ext uri="{FF2B5EF4-FFF2-40B4-BE49-F238E27FC236}">
                  <a16:creationId xmlns:a16="http://schemas.microsoft.com/office/drawing/2014/main" id="{6BA96BE2-1E1D-46B8-A9A6-2F75098AD500}"/>
                </a:ext>
              </a:extLst>
            </p:cNvPr>
            <p:cNvSpPr/>
            <p:nvPr/>
          </p:nvSpPr>
          <p:spPr>
            <a:xfrm>
              <a:off x="969351" y="362611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2" name="Hexagon 961">
              <a:extLst>
                <a:ext uri="{FF2B5EF4-FFF2-40B4-BE49-F238E27FC236}">
                  <a16:creationId xmlns:a16="http://schemas.microsoft.com/office/drawing/2014/main" id="{6AD4428C-2A07-4C47-9DAE-A18C91AD0822}"/>
                </a:ext>
              </a:extLst>
            </p:cNvPr>
            <p:cNvSpPr/>
            <p:nvPr/>
          </p:nvSpPr>
          <p:spPr>
            <a:xfrm>
              <a:off x="969567" y="374679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3" name="Hexagon 962">
              <a:extLst>
                <a:ext uri="{FF2B5EF4-FFF2-40B4-BE49-F238E27FC236}">
                  <a16:creationId xmlns:a16="http://schemas.microsoft.com/office/drawing/2014/main" id="{E7BCCF2C-52DA-45F4-B12A-1B7BA44E4D07}"/>
                </a:ext>
              </a:extLst>
            </p:cNvPr>
            <p:cNvSpPr/>
            <p:nvPr/>
          </p:nvSpPr>
          <p:spPr>
            <a:xfrm>
              <a:off x="1121967" y="368559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64" name="Hexagon 963">
              <a:extLst>
                <a:ext uri="{FF2B5EF4-FFF2-40B4-BE49-F238E27FC236}">
                  <a16:creationId xmlns:a16="http://schemas.microsoft.com/office/drawing/2014/main" id="{CB0A9B6C-954C-4B2D-8A89-66ED78A51D55}"/>
                </a:ext>
              </a:extLst>
            </p:cNvPr>
            <p:cNvSpPr/>
            <p:nvPr/>
          </p:nvSpPr>
          <p:spPr>
            <a:xfrm>
              <a:off x="1121967" y="356386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5" name="Hexagon 964">
              <a:extLst>
                <a:ext uri="{FF2B5EF4-FFF2-40B4-BE49-F238E27FC236}">
                  <a16:creationId xmlns:a16="http://schemas.microsoft.com/office/drawing/2014/main" id="{A1381B9A-CDE1-4151-AD7E-3C9C86DCC236}"/>
                </a:ext>
              </a:extLst>
            </p:cNvPr>
            <p:cNvSpPr/>
            <p:nvPr/>
          </p:nvSpPr>
          <p:spPr>
            <a:xfrm>
              <a:off x="814786" y="368645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6" name="Hexagon 965">
              <a:extLst>
                <a:ext uri="{FF2B5EF4-FFF2-40B4-BE49-F238E27FC236}">
                  <a16:creationId xmlns:a16="http://schemas.microsoft.com/office/drawing/2014/main" id="{EDAE5F02-DC20-4F7C-B29C-5BD036B121A2}"/>
                </a:ext>
              </a:extLst>
            </p:cNvPr>
            <p:cNvSpPr/>
            <p:nvPr/>
          </p:nvSpPr>
          <p:spPr>
            <a:xfrm>
              <a:off x="506872" y="356528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7" name="Hexagon 966">
              <a:extLst>
                <a:ext uri="{FF2B5EF4-FFF2-40B4-BE49-F238E27FC236}">
                  <a16:creationId xmlns:a16="http://schemas.microsoft.com/office/drawing/2014/main" id="{1D386E77-5891-4B4F-896F-BFCE53745EF6}"/>
                </a:ext>
              </a:extLst>
            </p:cNvPr>
            <p:cNvSpPr/>
            <p:nvPr/>
          </p:nvSpPr>
          <p:spPr>
            <a:xfrm>
              <a:off x="509253" y="368596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8" name="Hexagon 967">
              <a:extLst>
                <a:ext uri="{FF2B5EF4-FFF2-40B4-BE49-F238E27FC236}">
                  <a16:creationId xmlns:a16="http://schemas.microsoft.com/office/drawing/2014/main" id="{A3F3319E-ED63-4259-86AA-0FAD5321E6FA}"/>
                </a:ext>
              </a:extLst>
            </p:cNvPr>
            <p:cNvSpPr/>
            <p:nvPr/>
          </p:nvSpPr>
          <p:spPr>
            <a:xfrm>
              <a:off x="661653" y="362562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9" name="Hexagon 968">
              <a:extLst>
                <a:ext uri="{FF2B5EF4-FFF2-40B4-BE49-F238E27FC236}">
                  <a16:creationId xmlns:a16="http://schemas.microsoft.com/office/drawing/2014/main" id="{A34F1EAB-B76B-4712-B390-ECD1573F1F64}"/>
                </a:ext>
              </a:extLst>
            </p:cNvPr>
            <p:cNvSpPr/>
            <p:nvPr/>
          </p:nvSpPr>
          <p:spPr>
            <a:xfrm>
              <a:off x="659488" y="350065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0" name="Hexagon 969">
              <a:extLst>
                <a:ext uri="{FF2B5EF4-FFF2-40B4-BE49-F238E27FC236}">
                  <a16:creationId xmlns:a16="http://schemas.microsoft.com/office/drawing/2014/main" id="{456A4D64-B86A-4AD7-B88A-952B43BA415C}"/>
                </a:ext>
              </a:extLst>
            </p:cNvPr>
            <p:cNvSpPr/>
            <p:nvPr/>
          </p:nvSpPr>
          <p:spPr>
            <a:xfrm>
              <a:off x="354472" y="362562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1" name="Hexagon 970">
              <a:extLst>
                <a:ext uri="{FF2B5EF4-FFF2-40B4-BE49-F238E27FC236}">
                  <a16:creationId xmlns:a16="http://schemas.microsoft.com/office/drawing/2014/main" id="{ADED7BA6-BB0F-4C47-92A6-27581836396F}"/>
                </a:ext>
              </a:extLst>
            </p:cNvPr>
            <p:cNvSpPr/>
            <p:nvPr/>
          </p:nvSpPr>
          <p:spPr>
            <a:xfrm>
              <a:off x="960841" y="338641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2" name="Hexagon 971">
              <a:extLst>
                <a:ext uri="{FF2B5EF4-FFF2-40B4-BE49-F238E27FC236}">
                  <a16:creationId xmlns:a16="http://schemas.microsoft.com/office/drawing/2014/main" id="{DA2E86AF-A4D6-4E16-92AB-F7E304B7DDDD}"/>
                </a:ext>
              </a:extLst>
            </p:cNvPr>
            <p:cNvSpPr/>
            <p:nvPr/>
          </p:nvSpPr>
          <p:spPr>
            <a:xfrm>
              <a:off x="962141" y="350871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3" name="Hexagon 972">
              <a:extLst>
                <a:ext uri="{FF2B5EF4-FFF2-40B4-BE49-F238E27FC236}">
                  <a16:creationId xmlns:a16="http://schemas.microsoft.com/office/drawing/2014/main" id="{8CA2E3DB-F10E-43F8-B547-4AC64FF1F7E9}"/>
                </a:ext>
              </a:extLst>
            </p:cNvPr>
            <p:cNvSpPr/>
            <p:nvPr/>
          </p:nvSpPr>
          <p:spPr>
            <a:xfrm>
              <a:off x="1113299" y="3445996"/>
              <a:ext cx="196251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4" name="Hexagon 973">
              <a:extLst>
                <a:ext uri="{FF2B5EF4-FFF2-40B4-BE49-F238E27FC236}">
                  <a16:creationId xmlns:a16="http://schemas.microsoft.com/office/drawing/2014/main" id="{F58B1484-6311-456A-91A6-9FF39E2FF13C}"/>
                </a:ext>
              </a:extLst>
            </p:cNvPr>
            <p:cNvSpPr/>
            <p:nvPr/>
          </p:nvSpPr>
          <p:spPr>
            <a:xfrm>
              <a:off x="1269538" y="338349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5" name="Hexagon 974">
              <a:extLst>
                <a:ext uri="{FF2B5EF4-FFF2-40B4-BE49-F238E27FC236}">
                  <a16:creationId xmlns:a16="http://schemas.microsoft.com/office/drawing/2014/main" id="{1AB0E414-CB91-4ED0-A90E-1380B7C020EC}"/>
                </a:ext>
              </a:extLst>
            </p:cNvPr>
            <p:cNvSpPr/>
            <p:nvPr/>
          </p:nvSpPr>
          <p:spPr>
            <a:xfrm>
              <a:off x="1114001" y="332557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6" name="Hexagon 975">
              <a:extLst>
                <a:ext uri="{FF2B5EF4-FFF2-40B4-BE49-F238E27FC236}">
                  <a16:creationId xmlns:a16="http://schemas.microsoft.com/office/drawing/2014/main" id="{16BAA9BB-1DFF-4298-813D-F67EC1C4D578}"/>
                </a:ext>
              </a:extLst>
            </p:cNvPr>
            <p:cNvSpPr/>
            <p:nvPr/>
          </p:nvSpPr>
          <p:spPr>
            <a:xfrm>
              <a:off x="808441" y="344837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7" name="Hexagon 976">
              <a:extLst>
                <a:ext uri="{FF2B5EF4-FFF2-40B4-BE49-F238E27FC236}">
                  <a16:creationId xmlns:a16="http://schemas.microsoft.com/office/drawing/2014/main" id="{CE5A01E1-D7A8-41BA-B290-4EC7714410F6}"/>
                </a:ext>
              </a:extLst>
            </p:cNvPr>
            <p:cNvSpPr/>
            <p:nvPr/>
          </p:nvSpPr>
          <p:spPr>
            <a:xfrm>
              <a:off x="356012" y="338429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8" name="Hexagon 977">
              <a:extLst>
                <a:ext uri="{FF2B5EF4-FFF2-40B4-BE49-F238E27FC236}">
                  <a16:creationId xmlns:a16="http://schemas.microsoft.com/office/drawing/2014/main" id="{8ED1B7BD-0B93-47F8-AC23-84A4619F4192}"/>
                </a:ext>
              </a:extLst>
            </p:cNvPr>
            <p:cNvSpPr/>
            <p:nvPr/>
          </p:nvSpPr>
          <p:spPr>
            <a:xfrm>
              <a:off x="356012" y="350497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9" name="Hexagon 978">
              <a:extLst>
                <a:ext uri="{FF2B5EF4-FFF2-40B4-BE49-F238E27FC236}">
                  <a16:creationId xmlns:a16="http://schemas.microsoft.com/office/drawing/2014/main" id="{E8D455BF-4B81-45A6-9109-E715B055A4F4}"/>
                </a:ext>
              </a:extLst>
            </p:cNvPr>
            <p:cNvSpPr/>
            <p:nvPr/>
          </p:nvSpPr>
          <p:spPr>
            <a:xfrm>
              <a:off x="508412" y="344463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0" name="Hexagon 979">
              <a:extLst>
                <a:ext uri="{FF2B5EF4-FFF2-40B4-BE49-F238E27FC236}">
                  <a16:creationId xmlns:a16="http://schemas.microsoft.com/office/drawing/2014/main" id="{F3C6D340-53AB-4B99-8D60-AF0F2A62C022}"/>
                </a:ext>
              </a:extLst>
            </p:cNvPr>
            <p:cNvSpPr/>
            <p:nvPr/>
          </p:nvSpPr>
          <p:spPr>
            <a:xfrm>
              <a:off x="660812" y="33842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1" name="Hexagon 980">
              <a:extLst>
                <a:ext uri="{FF2B5EF4-FFF2-40B4-BE49-F238E27FC236}">
                  <a16:creationId xmlns:a16="http://schemas.microsoft.com/office/drawing/2014/main" id="{2FB8AE6A-16E5-4046-8E6C-34B96938D5F7}"/>
                </a:ext>
              </a:extLst>
            </p:cNvPr>
            <p:cNvSpPr/>
            <p:nvPr/>
          </p:nvSpPr>
          <p:spPr>
            <a:xfrm>
              <a:off x="508736" y="33234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2" name="Hexagon 981">
              <a:extLst>
                <a:ext uri="{FF2B5EF4-FFF2-40B4-BE49-F238E27FC236}">
                  <a16:creationId xmlns:a16="http://schemas.microsoft.com/office/drawing/2014/main" id="{8E2AB6E3-1C9D-4660-8CDB-37EEB1BD754B}"/>
                </a:ext>
              </a:extLst>
            </p:cNvPr>
            <p:cNvSpPr/>
            <p:nvPr/>
          </p:nvSpPr>
          <p:spPr>
            <a:xfrm>
              <a:off x="353415" y="314809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3" name="Hexagon 982">
              <a:extLst>
                <a:ext uri="{FF2B5EF4-FFF2-40B4-BE49-F238E27FC236}">
                  <a16:creationId xmlns:a16="http://schemas.microsoft.com/office/drawing/2014/main" id="{262B9DAF-C4F2-4EC7-B899-C30B68CE42E1}"/>
                </a:ext>
              </a:extLst>
            </p:cNvPr>
            <p:cNvSpPr/>
            <p:nvPr/>
          </p:nvSpPr>
          <p:spPr>
            <a:xfrm>
              <a:off x="353631" y="326660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4" name="Hexagon 983">
              <a:extLst>
                <a:ext uri="{FF2B5EF4-FFF2-40B4-BE49-F238E27FC236}">
                  <a16:creationId xmlns:a16="http://schemas.microsoft.com/office/drawing/2014/main" id="{A790A1FD-2CA7-4421-B440-86BDDBA25CEE}"/>
                </a:ext>
              </a:extLst>
            </p:cNvPr>
            <p:cNvSpPr/>
            <p:nvPr/>
          </p:nvSpPr>
          <p:spPr>
            <a:xfrm>
              <a:off x="508412" y="320865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5" name="Hexagon 984">
              <a:extLst>
                <a:ext uri="{FF2B5EF4-FFF2-40B4-BE49-F238E27FC236}">
                  <a16:creationId xmlns:a16="http://schemas.microsoft.com/office/drawing/2014/main" id="{6AFFB327-94AA-4AB1-AABC-E5AB3E57D465}"/>
                </a:ext>
              </a:extLst>
            </p:cNvPr>
            <p:cNvSpPr/>
            <p:nvPr/>
          </p:nvSpPr>
          <p:spPr>
            <a:xfrm>
              <a:off x="660812" y="314593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6" name="Hexagon 985">
              <a:extLst>
                <a:ext uri="{FF2B5EF4-FFF2-40B4-BE49-F238E27FC236}">
                  <a16:creationId xmlns:a16="http://schemas.microsoft.com/office/drawing/2014/main" id="{250ED962-2281-4310-A48C-AD4C982F0398}"/>
                </a:ext>
              </a:extLst>
            </p:cNvPr>
            <p:cNvSpPr/>
            <p:nvPr/>
          </p:nvSpPr>
          <p:spPr>
            <a:xfrm>
              <a:off x="198850" y="320626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7" name="Hexagon 986">
              <a:extLst>
                <a:ext uri="{FF2B5EF4-FFF2-40B4-BE49-F238E27FC236}">
                  <a16:creationId xmlns:a16="http://schemas.microsoft.com/office/drawing/2014/main" id="{8CE2CBFB-794A-4D84-99BF-82F5EB6559EE}"/>
                </a:ext>
              </a:extLst>
            </p:cNvPr>
            <p:cNvSpPr/>
            <p:nvPr/>
          </p:nvSpPr>
          <p:spPr>
            <a:xfrm>
              <a:off x="957595" y="314009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8" name="Hexagon 987">
              <a:extLst>
                <a:ext uri="{FF2B5EF4-FFF2-40B4-BE49-F238E27FC236}">
                  <a16:creationId xmlns:a16="http://schemas.microsoft.com/office/drawing/2014/main" id="{41894CAB-2D7A-4D43-A7BE-F8496EEA1322}"/>
                </a:ext>
              </a:extLst>
            </p:cNvPr>
            <p:cNvSpPr/>
            <p:nvPr/>
          </p:nvSpPr>
          <p:spPr>
            <a:xfrm>
              <a:off x="956188" y="3263482"/>
              <a:ext cx="199325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9" name="Hexagon 988">
              <a:extLst>
                <a:ext uri="{FF2B5EF4-FFF2-40B4-BE49-F238E27FC236}">
                  <a16:creationId xmlns:a16="http://schemas.microsoft.com/office/drawing/2014/main" id="{CDBCD0BA-34ED-4DA7-BBC2-6F66507C228F}"/>
                </a:ext>
              </a:extLst>
            </p:cNvPr>
            <p:cNvSpPr/>
            <p:nvPr/>
          </p:nvSpPr>
          <p:spPr>
            <a:xfrm>
              <a:off x="1110211" y="320260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90" name="Hexagon 989">
              <a:extLst>
                <a:ext uri="{FF2B5EF4-FFF2-40B4-BE49-F238E27FC236}">
                  <a16:creationId xmlns:a16="http://schemas.microsoft.com/office/drawing/2014/main" id="{875FC431-9531-44D5-9E2D-F3B5736FABFD}"/>
                </a:ext>
              </a:extLst>
            </p:cNvPr>
            <p:cNvSpPr/>
            <p:nvPr/>
          </p:nvSpPr>
          <p:spPr>
            <a:xfrm>
              <a:off x="1265533" y="314247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91" name="Hexagon 990">
              <a:extLst>
                <a:ext uri="{FF2B5EF4-FFF2-40B4-BE49-F238E27FC236}">
                  <a16:creationId xmlns:a16="http://schemas.microsoft.com/office/drawing/2014/main" id="{57B84333-DDBA-47AB-A7CF-05B483C494FF}"/>
                </a:ext>
              </a:extLst>
            </p:cNvPr>
            <p:cNvSpPr/>
            <p:nvPr/>
          </p:nvSpPr>
          <p:spPr>
            <a:xfrm>
              <a:off x="1112376" y="308195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92" name="Hexagon 991">
              <a:extLst>
                <a:ext uri="{FF2B5EF4-FFF2-40B4-BE49-F238E27FC236}">
                  <a16:creationId xmlns:a16="http://schemas.microsoft.com/office/drawing/2014/main" id="{2738A962-CE60-4237-88C4-B67371CE2C96}"/>
                </a:ext>
              </a:extLst>
            </p:cNvPr>
            <p:cNvSpPr/>
            <p:nvPr/>
          </p:nvSpPr>
          <p:spPr>
            <a:xfrm>
              <a:off x="805195" y="320043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93" name="Hexagon 992">
              <a:extLst>
                <a:ext uri="{FF2B5EF4-FFF2-40B4-BE49-F238E27FC236}">
                  <a16:creationId xmlns:a16="http://schemas.microsoft.com/office/drawing/2014/main" id="{D6F390B1-2C58-4465-89B9-73AEF8FE696E}"/>
                </a:ext>
              </a:extLst>
            </p:cNvPr>
            <p:cNvSpPr/>
            <p:nvPr/>
          </p:nvSpPr>
          <p:spPr>
            <a:xfrm>
              <a:off x="661653" y="302242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94" name="Hexagon 993">
              <a:extLst>
                <a:ext uri="{FF2B5EF4-FFF2-40B4-BE49-F238E27FC236}">
                  <a16:creationId xmlns:a16="http://schemas.microsoft.com/office/drawing/2014/main" id="{F75AE93D-3A01-4A80-B1E6-DE0649B03B79}"/>
                </a:ext>
              </a:extLst>
            </p:cNvPr>
            <p:cNvSpPr/>
            <p:nvPr/>
          </p:nvSpPr>
          <p:spPr>
            <a:xfrm>
              <a:off x="814053" y="296208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95" name="Hexagon 994">
              <a:extLst>
                <a:ext uri="{FF2B5EF4-FFF2-40B4-BE49-F238E27FC236}">
                  <a16:creationId xmlns:a16="http://schemas.microsoft.com/office/drawing/2014/main" id="{A315EA03-F1F3-4559-94C5-4F25DDF473B1}"/>
                </a:ext>
              </a:extLst>
            </p:cNvPr>
            <p:cNvSpPr/>
            <p:nvPr/>
          </p:nvSpPr>
          <p:spPr>
            <a:xfrm>
              <a:off x="506872" y="296208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96" name="Hexagon 995">
              <a:extLst>
                <a:ext uri="{FF2B5EF4-FFF2-40B4-BE49-F238E27FC236}">
                  <a16:creationId xmlns:a16="http://schemas.microsoft.com/office/drawing/2014/main" id="{7F02592A-F72C-4DEF-8C82-08269F0BF982}"/>
                </a:ext>
              </a:extLst>
            </p:cNvPr>
            <p:cNvSpPr/>
            <p:nvPr/>
          </p:nvSpPr>
          <p:spPr>
            <a:xfrm>
              <a:off x="965048" y="302601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97" name="Hexagon 996">
              <a:extLst>
                <a:ext uri="{FF2B5EF4-FFF2-40B4-BE49-F238E27FC236}">
                  <a16:creationId xmlns:a16="http://schemas.microsoft.com/office/drawing/2014/main" id="{7E1C61F1-4BEA-4387-B1A0-95BEE0C92F64}"/>
                </a:ext>
              </a:extLst>
            </p:cNvPr>
            <p:cNvSpPr/>
            <p:nvPr/>
          </p:nvSpPr>
          <p:spPr>
            <a:xfrm>
              <a:off x="1272445" y="302839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98" name="Hexagon 997">
              <a:extLst>
                <a:ext uri="{FF2B5EF4-FFF2-40B4-BE49-F238E27FC236}">
                  <a16:creationId xmlns:a16="http://schemas.microsoft.com/office/drawing/2014/main" id="{4229DF5C-16C3-47CF-A8E9-74E9305E416A}"/>
                </a:ext>
              </a:extLst>
            </p:cNvPr>
            <p:cNvSpPr/>
            <p:nvPr/>
          </p:nvSpPr>
          <p:spPr>
            <a:xfrm>
              <a:off x="1120045" y="296787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99" name="Hexagon 998">
              <a:extLst>
                <a:ext uri="{FF2B5EF4-FFF2-40B4-BE49-F238E27FC236}">
                  <a16:creationId xmlns:a16="http://schemas.microsoft.com/office/drawing/2014/main" id="{7C32E910-0507-4006-B510-1D9CFC68EAD1}"/>
                </a:ext>
              </a:extLst>
            </p:cNvPr>
            <p:cNvSpPr/>
            <p:nvPr/>
          </p:nvSpPr>
          <p:spPr>
            <a:xfrm>
              <a:off x="660812" y="326564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0" name="Hexagon 999">
              <a:extLst>
                <a:ext uri="{FF2B5EF4-FFF2-40B4-BE49-F238E27FC236}">
                  <a16:creationId xmlns:a16="http://schemas.microsoft.com/office/drawing/2014/main" id="{8E244082-930D-47F5-9451-05CA2778BAD6}"/>
                </a:ext>
              </a:extLst>
            </p:cNvPr>
            <p:cNvSpPr/>
            <p:nvPr/>
          </p:nvSpPr>
          <p:spPr>
            <a:xfrm>
              <a:off x="206351" y="332504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1" name="Hexagon 1000">
              <a:extLst>
                <a:ext uri="{FF2B5EF4-FFF2-40B4-BE49-F238E27FC236}">
                  <a16:creationId xmlns:a16="http://schemas.microsoft.com/office/drawing/2014/main" id="{1472E09D-A441-4D7F-BACA-9C2BC62D03ED}"/>
                </a:ext>
              </a:extLst>
            </p:cNvPr>
            <p:cNvSpPr/>
            <p:nvPr/>
          </p:nvSpPr>
          <p:spPr>
            <a:xfrm>
              <a:off x="660812" y="374661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2" name="Hexagon 1001">
              <a:extLst>
                <a:ext uri="{FF2B5EF4-FFF2-40B4-BE49-F238E27FC236}">
                  <a16:creationId xmlns:a16="http://schemas.microsoft.com/office/drawing/2014/main" id="{4617002F-F137-452A-9F2B-2798D02E1223}"/>
                </a:ext>
              </a:extLst>
            </p:cNvPr>
            <p:cNvSpPr/>
            <p:nvPr/>
          </p:nvSpPr>
          <p:spPr>
            <a:xfrm>
              <a:off x="1274715" y="350178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3" name="Hexagon 1002">
              <a:extLst>
                <a:ext uri="{FF2B5EF4-FFF2-40B4-BE49-F238E27FC236}">
                  <a16:creationId xmlns:a16="http://schemas.microsoft.com/office/drawing/2014/main" id="{9B8D4CC1-85B6-41AF-A268-E646B6988111}"/>
                </a:ext>
              </a:extLst>
            </p:cNvPr>
            <p:cNvSpPr/>
            <p:nvPr/>
          </p:nvSpPr>
          <p:spPr>
            <a:xfrm>
              <a:off x="1423327" y="344437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4" name="Hexagon 1003">
              <a:extLst>
                <a:ext uri="{FF2B5EF4-FFF2-40B4-BE49-F238E27FC236}">
                  <a16:creationId xmlns:a16="http://schemas.microsoft.com/office/drawing/2014/main" id="{8866E2B3-0273-43E8-A85D-49C8A47B4714}"/>
                </a:ext>
              </a:extLst>
            </p:cNvPr>
            <p:cNvSpPr/>
            <p:nvPr/>
          </p:nvSpPr>
          <p:spPr>
            <a:xfrm>
              <a:off x="1421162" y="332340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5" name="Hexagon 1004">
              <a:extLst>
                <a:ext uri="{FF2B5EF4-FFF2-40B4-BE49-F238E27FC236}">
                  <a16:creationId xmlns:a16="http://schemas.microsoft.com/office/drawing/2014/main" id="{C71405A8-A473-43B9-904E-4064E8606236}"/>
                </a:ext>
              </a:extLst>
            </p:cNvPr>
            <p:cNvSpPr/>
            <p:nvPr/>
          </p:nvSpPr>
          <p:spPr>
            <a:xfrm>
              <a:off x="1418497" y="320391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6" name="Hexagon 1005">
              <a:extLst>
                <a:ext uri="{FF2B5EF4-FFF2-40B4-BE49-F238E27FC236}">
                  <a16:creationId xmlns:a16="http://schemas.microsoft.com/office/drawing/2014/main" id="{2A4778CB-E996-4F62-8AEC-87BB43A4F872}"/>
                </a:ext>
              </a:extLst>
            </p:cNvPr>
            <p:cNvSpPr/>
            <p:nvPr/>
          </p:nvSpPr>
          <p:spPr>
            <a:xfrm>
              <a:off x="355536" y="302364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7" name="Hexagon 1006">
              <a:extLst>
                <a:ext uri="{FF2B5EF4-FFF2-40B4-BE49-F238E27FC236}">
                  <a16:creationId xmlns:a16="http://schemas.microsoft.com/office/drawing/2014/main" id="{256CDA5E-F32B-49DA-BD18-CC0DFC54832D}"/>
                </a:ext>
              </a:extLst>
            </p:cNvPr>
            <p:cNvSpPr/>
            <p:nvPr/>
          </p:nvSpPr>
          <p:spPr>
            <a:xfrm>
              <a:off x="2181880" y="314609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8" name="Hexagon 1007">
              <a:extLst>
                <a:ext uri="{FF2B5EF4-FFF2-40B4-BE49-F238E27FC236}">
                  <a16:creationId xmlns:a16="http://schemas.microsoft.com/office/drawing/2014/main" id="{34AFE47B-30DB-419C-81F0-ABDBB528FEDF}"/>
                </a:ext>
              </a:extLst>
            </p:cNvPr>
            <p:cNvSpPr/>
            <p:nvPr/>
          </p:nvSpPr>
          <p:spPr>
            <a:xfrm>
              <a:off x="2177334" y="3266774"/>
              <a:ext cx="199110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9" name="Hexagon 1008">
              <a:extLst>
                <a:ext uri="{FF2B5EF4-FFF2-40B4-BE49-F238E27FC236}">
                  <a16:creationId xmlns:a16="http://schemas.microsoft.com/office/drawing/2014/main" id="{130A14BD-D8A4-416E-844F-B1B5636A7188}"/>
                </a:ext>
              </a:extLst>
            </p:cNvPr>
            <p:cNvSpPr/>
            <p:nvPr/>
          </p:nvSpPr>
          <p:spPr>
            <a:xfrm>
              <a:off x="2334496" y="320643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10" name="Hexagon 1009">
              <a:extLst>
                <a:ext uri="{FF2B5EF4-FFF2-40B4-BE49-F238E27FC236}">
                  <a16:creationId xmlns:a16="http://schemas.microsoft.com/office/drawing/2014/main" id="{9699DBB0-07F7-4D9A-B455-E062A4523A5B}"/>
                </a:ext>
              </a:extLst>
            </p:cNvPr>
            <p:cNvSpPr/>
            <p:nvPr/>
          </p:nvSpPr>
          <p:spPr>
            <a:xfrm>
              <a:off x="2486896" y="315042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11" name="Hexagon 1010">
              <a:extLst>
                <a:ext uri="{FF2B5EF4-FFF2-40B4-BE49-F238E27FC236}">
                  <a16:creationId xmlns:a16="http://schemas.microsoft.com/office/drawing/2014/main" id="{8A7F90CC-51E4-4AF0-8626-CA1B44D3BBF2}"/>
                </a:ext>
              </a:extLst>
            </p:cNvPr>
            <p:cNvSpPr/>
            <p:nvPr/>
          </p:nvSpPr>
          <p:spPr>
            <a:xfrm>
              <a:off x="2336661" y="308362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12" name="Hexagon 1011">
              <a:extLst>
                <a:ext uri="{FF2B5EF4-FFF2-40B4-BE49-F238E27FC236}">
                  <a16:creationId xmlns:a16="http://schemas.microsoft.com/office/drawing/2014/main" id="{790563ED-FF62-4958-B4E6-F869A931C5CF}"/>
                </a:ext>
              </a:extLst>
            </p:cNvPr>
            <p:cNvSpPr/>
            <p:nvPr/>
          </p:nvSpPr>
          <p:spPr>
            <a:xfrm>
              <a:off x="2027315" y="320643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13" name="Hexagon 1012">
              <a:extLst>
                <a:ext uri="{FF2B5EF4-FFF2-40B4-BE49-F238E27FC236}">
                  <a16:creationId xmlns:a16="http://schemas.microsoft.com/office/drawing/2014/main" id="{5665EA6B-3AE8-4E93-B870-C8AEACA9CA22}"/>
                </a:ext>
              </a:extLst>
            </p:cNvPr>
            <p:cNvSpPr/>
            <p:nvPr/>
          </p:nvSpPr>
          <p:spPr>
            <a:xfrm>
              <a:off x="2641605" y="296920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14" name="Hexagon 1013">
              <a:extLst>
                <a:ext uri="{FF2B5EF4-FFF2-40B4-BE49-F238E27FC236}">
                  <a16:creationId xmlns:a16="http://schemas.microsoft.com/office/drawing/2014/main" id="{FA30C746-E8F1-4CF8-98C6-99F91D151B84}"/>
                </a:ext>
              </a:extLst>
            </p:cNvPr>
            <p:cNvSpPr/>
            <p:nvPr/>
          </p:nvSpPr>
          <p:spPr>
            <a:xfrm>
              <a:off x="2641281" y="308826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15" name="Hexagon 1014">
              <a:extLst>
                <a:ext uri="{FF2B5EF4-FFF2-40B4-BE49-F238E27FC236}">
                  <a16:creationId xmlns:a16="http://schemas.microsoft.com/office/drawing/2014/main" id="{65952AAA-6D60-4947-93B9-05AFE636EBC1}"/>
                </a:ext>
              </a:extLst>
            </p:cNvPr>
            <p:cNvSpPr/>
            <p:nvPr/>
          </p:nvSpPr>
          <p:spPr>
            <a:xfrm>
              <a:off x="2795304" y="302575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16" name="Hexagon 1015">
              <a:extLst>
                <a:ext uri="{FF2B5EF4-FFF2-40B4-BE49-F238E27FC236}">
                  <a16:creationId xmlns:a16="http://schemas.microsoft.com/office/drawing/2014/main" id="{171A0477-EB51-47FD-8ECB-B794901D2835}"/>
                </a:ext>
              </a:extLst>
            </p:cNvPr>
            <p:cNvSpPr/>
            <p:nvPr/>
          </p:nvSpPr>
          <p:spPr>
            <a:xfrm>
              <a:off x="2950085" y="296541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17" name="Hexagon 1016">
              <a:extLst>
                <a:ext uri="{FF2B5EF4-FFF2-40B4-BE49-F238E27FC236}">
                  <a16:creationId xmlns:a16="http://schemas.microsoft.com/office/drawing/2014/main" id="{4E735856-FD4F-4648-9F67-8FC305C56BFD}"/>
                </a:ext>
              </a:extLst>
            </p:cNvPr>
            <p:cNvSpPr/>
            <p:nvPr/>
          </p:nvSpPr>
          <p:spPr>
            <a:xfrm>
              <a:off x="2792057" y="2904033"/>
              <a:ext cx="199724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18" name="Hexagon 1017">
              <a:extLst>
                <a:ext uri="{FF2B5EF4-FFF2-40B4-BE49-F238E27FC236}">
                  <a16:creationId xmlns:a16="http://schemas.microsoft.com/office/drawing/2014/main" id="{2E633311-B1C4-4B97-A5A8-B09D1F81CF20}"/>
                </a:ext>
              </a:extLst>
            </p:cNvPr>
            <p:cNvSpPr/>
            <p:nvPr/>
          </p:nvSpPr>
          <p:spPr>
            <a:xfrm>
              <a:off x="2488123" y="303008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19" name="Hexagon 1018">
              <a:extLst>
                <a:ext uri="{FF2B5EF4-FFF2-40B4-BE49-F238E27FC236}">
                  <a16:creationId xmlns:a16="http://schemas.microsoft.com/office/drawing/2014/main" id="{FC286104-011B-4F18-A9F7-8734BB24ABD3}"/>
                </a:ext>
              </a:extLst>
            </p:cNvPr>
            <p:cNvSpPr/>
            <p:nvPr/>
          </p:nvSpPr>
          <p:spPr>
            <a:xfrm>
              <a:off x="2033263" y="261141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0" name="Hexagon 1019">
              <a:extLst>
                <a:ext uri="{FF2B5EF4-FFF2-40B4-BE49-F238E27FC236}">
                  <a16:creationId xmlns:a16="http://schemas.microsoft.com/office/drawing/2014/main" id="{BA4554EF-5BA5-40A4-B1C9-8D7C2137BD66}"/>
                </a:ext>
              </a:extLst>
            </p:cNvPr>
            <p:cNvSpPr/>
            <p:nvPr/>
          </p:nvSpPr>
          <p:spPr>
            <a:xfrm>
              <a:off x="2033263" y="273522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1" name="Hexagon 1020">
              <a:extLst>
                <a:ext uri="{FF2B5EF4-FFF2-40B4-BE49-F238E27FC236}">
                  <a16:creationId xmlns:a16="http://schemas.microsoft.com/office/drawing/2014/main" id="{4D8D5BBB-095A-4BC5-A5C3-A0130F0F331D}"/>
                </a:ext>
              </a:extLst>
            </p:cNvPr>
            <p:cNvSpPr/>
            <p:nvPr/>
          </p:nvSpPr>
          <p:spPr>
            <a:xfrm>
              <a:off x="2184039" y="267099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2" name="Hexagon 1021">
              <a:extLst>
                <a:ext uri="{FF2B5EF4-FFF2-40B4-BE49-F238E27FC236}">
                  <a16:creationId xmlns:a16="http://schemas.microsoft.com/office/drawing/2014/main" id="{45775247-58B2-41DB-8E6E-784D86560C5D}"/>
                </a:ext>
              </a:extLst>
            </p:cNvPr>
            <p:cNvSpPr/>
            <p:nvPr/>
          </p:nvSpPr>
          <p:spPr>
            <a:xfrm>
              <a:off x="2336115" y="260664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3" name="Hexagon 1022">
              <a:extLst>
                <a:ext uri="{FF2B5EF4-FFF2-40B4-BE49-F238E27FC236}">
                  <a16:creationId xmlns:a16="http://schemas.microsoft.com/office/drawing/2014/main" id="{F8413677-6079-43EB-AAE9-F72DD9BD2A26}"/>
                </a:ext>
              </a:extLst>
            </p:cNvPr>
            <p:cNvSpPr/>
            <p:nvPr/>
          </p:nvSpPr>
          <p:spPr>
            <a:xfrm>
              <a:off x="2183282" y="254764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4" name="Hexagon 1023">
              <a:extLst>
                <a:ext uri="{FF2B5EF4-FFF2-40B4-BE49-F238E27FC236}">
                  <a16:creationId xmlns:a16="http://schemas.microsoft.com/office/drawing/2014/main" id="{314C5F55-43AD-46B6-BE10-51D02C38DD4A}"/>
                </a:ext>
              </a:extLst>
            </p:cNvPr>
            <p:cNvSpPr/>
            <p:nvPr/>
          </p:nvSpPr>
          <p:spPr>
            <a:xfrm>
              <a:off x="1880863" y="267413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5" name="Hexagon 1024">
              <a:extLst>
                <a:ext uri="{FF2B5EF4-FFF2-40B4-BE49-F238E27FC236}">
                  <a16:creationId xmlns:a16="http://schemas.microsoft.com/office/drawing/2014/main" id="{9A7987F4-DE89-4547-9C22-932E1584849E}"/>
                </a:ext>
              </a:extLst>
            </p:cNvPr>
            <p:cNvSpPr/>
            <p:nvPr/>
          </p:nvSpPr>
          <p:spPr>
            <a:xfrm>
              <a:off x="2490258" y="266855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6" name="Hexagon 1025">
              <a:extLst>
                <a:ext uri="{FF2B5EF4-FFF2-40B4-BE49-F238E27FC236}">
                  <a16:creationId xmlns:a16="http://schemas.microsoft.com/office/drawing/2014/main" id="{8E241227-7D1D-429B-8670-14940E996BB2}"/>
                </a:ext>
              </a:extLst>
            </p:cNvPr>
            <p:cNvSpPr/>
            <p:nvPr/>
          </p:nvSpPr>
          <p:spPr>
            <a:xfrm>
              <a:off x="2492639" y="279085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7" name="Hexagon 1026">
              <a:extLst>
                <a:ext uri="{FF2B5EF4-FFF2-40B4-BE49-F238E27FC236}">
                  <a16:creationId xmlns:a16="http://schemas.microsoft.com/office/drawing/2014/main" id="{700ABF4D-F028-4B14-89BD-6EEA8EEA3329}"/>
                </a:ext>
              </a:extLst>
            </p:cNvPr>
            <p:cNvSpPr/>
            <p:nvPr/>
          </p:nvSpPr>
          <p:spPr>
            <a:xfrm>
              <a:off x="2645039" y="273051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8" name="Hexagon 1027">
              <a:extLst>
                <a:ext uri="{FF2B5EF4-FFF2-40B4-BE49-F238E27FC236}">
                  <a16:creationId xmlns:a16="http://schemas.microsoft.com/office/drawing/2014/main" id="{B2DA724C-57D6-45A4-AD45-4CE4E57AFB2E}"/>
                </a:ext>
              </a:extLst>
            </p:cNvPr>
            <p:cNvSpPr/>
            <p:nvPr/>
          </p:nvSpPr>
          <p:spPr>
            <a:xfrm>
              <a:off x="2797439" y="267017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9" name="Hexagon 1028">
              <a:extLst>
                <a:ext uri="{FF2B5EF4-FFF2-40B4-BE49-F238E27FC236}">
                  <a16:creationId xmlns:a16="http://schemas.microsoft.com/office/drawing/2014/main" id="{1A2D1345-70A3-4116-8264-030AEB66E29B}"/>
                </a:ext>
              </a:extLst>
            </p:cNvPr>
            <p:cNvSpPr/>
            <p:nvPr/>
          </p:nvSpPr>
          <p:spPr>
            <a:xfrm>
              <a:off x="2644498" y="260716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30" name="Hexagon 1029">
              <a:extLst>
                <a:ext uri="{FF2B5EF4-FFF2-40B4-BE49-F238E27FC236}">
                  <a16:creationId xmlns:a16="http://schemas.microsoft.com/office/drawing/2014/main" id="{BF6359AD-5184-4495-B843-FD9009A7945E}"/>
                </a:ext>
              </a:extLst>
            </p:cNvPr>
            <p:cNvSpPr/>
            <p:nvPr/>
          </p:nvSpPr>
          <p:spPr>
            <a:xfrm>
              <a:off x="2337858" y="273051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31" name="Hexagon 1030">
              <a:extLst>
                <a:ext uri="{FF2B5EF4-FFF2-40B4-BE49-F238E27FC236}">
                  <a16:creationId xmlns:a16="http://schemas.microsoft.com/office/drawing/2014/main" id="{D40AA18A-F355-4EBB-AC1A-60ECFE10B49F}"/>
                </a:ext>
              </a:extLst>
            </p:cNvPr>
            <p:cNvSpPr/>
            <p:nvPr/>
          </p:nvSpPr>
          <p:spPr>
            <a:xfrm>
              <a:off x="1726163" y="249337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32" name="Hexagon 1031">
              <a:extLst>
                <a:ext uri="{FF2B5EF4-FFF2-40B4-BE49-F238E27FC236}">
                  <a16:creationId xmlns:a16="http://schemas.microsoft.com/office/drawing/2014/main" id="{48D5539C-4619-4169-B117-40C4D55B30AA}"/>
                </a:ext>
              </a:extLst>
            </p:cNvPr>
            <p:cNvSpPr/>
            <p:nvPr/>
          </p:nvSpPr>
          <p:spPr>
            <a:xfrm>
              <a:off x="1727786" y="26155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33" name="Hexagon 1032">
              <a:extLst>
                <a:ext uri="{FF2B5EF4-FFF2-40B4-BE49-F238E27FC236}">
                  <a16:creationId xmlns:a16="http://schemas.microsoft.com/office/drawing/2014/main" id="{C835FD51-ECE4-40C1-9DD1-404A81EC14A8}"/>
                </a:ext>
              </a:extLst>
            </p:cNvPr>
            <p:cNvSpPr/>
            <p:nvPr/>
          </p:nvSpPr>
          <p:spPr>
            <a:xfrm>
              <a:off x="1880186" y="255046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34" name="Hexagon 1033">
              <a:extLst>
                <a:ext uri="{FF2B5EF4-FFF2-40B4-BE49-F238E27FC236}">
                  <a16:creationId xmlns:a16="http://schemas.microsoft.com/office/drawing/2014/main" id="{7227D4F1-CCCE-47BD-B104-993FF05597CD}"/>
                </a:ext>
              </a:extLst>
            </p:cNvPr>
            <p:cNvSpPr/>
            <p:nvPr/>
          </p:nvSpPr>
          <p:spPr>
            <a:xfrm>
              <a:off x="2034967" y="249250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35" name="Hexagon 1034">
              <a:extLst>
                <a:ext uri="{FF2B5EF4-FFF2-40B4-BE49-F238E27FC236}">
                  <a16:creationId xmlns:a16="http://schemas.microsoft.com/office/drawing/2014/main" id="{39377DD4-62FA-4BB0-AF58-C7C5FC5195F3}"/>
                </a:ext>
              </a:extLst>
            </p:cNvPr>
            <p:cNvSpPr/>
            <p:nvPr/>
          </p:nvSpPr>
          <p:spPr>
            <a:xfrm>
              <a:off x="1878563" y="243339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36" name="Hexagon 1035">
              <a:extLst>
                <a:ext uri="{FF2B5EF4-FFF2-40B4-BE49-F238E27FC236}">
                  <a16:creationId xmlns:a16="http://schemas.microsoft.com/office/drawing/2014/main" id="{07D7BC11-CCD4-4905-9E8B-AB2AB47C7E71}"/>
                </a:ext>
              </a:extLst>
            </p:cNvPr>
            <p:cNvSpPr/>
            <p:nvPr/>
          </p:nvSpPr>
          <p:spPr>
            <a:xfrm>
              <a:off x="1575170" y="25528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37" name="Hexagon 1036">
              <a:extLst>
                <a:ext uri="{FF2B5EF4-FFF2-40B4-BE49-F238E27FC236}">
                  <a16:creationId xmlns:a16="http://schemas.microsoft.com/office/drawing/2014/main" id="{D49B534E-7B5E-43C8-99D3-F7AD1A192138}"/>
                </a:ext>
              </a:extLst>
            </p:cNvPr>
            <p:cNvSpPr/>
            <p:nvPr/>
          </p:nvSpPr>
          <p:spPr>
            <a:xfrm>
              <a:off x="2638156" y="236968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38" name="Hexagon 1037">
              <a:extLst>
                <a:ext uri="{FF2B5EF4-FFF2-40B4-BE49-F238E27FC236}">
                  <a16:creationId xmlns:a16="http://schemas.microsoft.com/office/drawing/2014/main" id="{0FA05B1D-EAEB-4553-A946-B3ACD1D7E819}"/>
                </a:ext>
              </a:extLst>
            </p:cNvPr>
            <p:cNvSpPr/>
            <p:nvPr/>
          </p:nvSpPr>
          <p:spPr>
            <a:xfrm>
              <a:off x="2640537" y="249036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39" name="Hexagon 1038">
              <a:extLst>
                <a:ext uri="{FF2B5EF4-FFF2-40B4-BE49-F238E27FC236}">
                  <a16:creationId xmlns:a16="http://schemas.microsoft.com/office/drawing/2014/main" id="{5454F13A-D7D4-4936-8832-0B517855A2A3}"/>
                </a:ext>
              </a:extLst>
            </p:cNvPr>
            <p:cNvSpPr/>
            <p:nvPr/>
          </p:nvSpPr>
          <p:spPr>
            <a:xfrm>
              <a:off x="2792937" y="243002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40" name="Hexagon 1039">
              <a:extLst>
                <a:ext uri="{FF2B5EF4-FFF2-40B4-BE49-F238E27FC236}">
                  <a16:creationId xmlns:a16="http://schemas.microsoft.com/office/drawing/2014/main" id="{66F85C01-CCAB-4A83-A786-787DD0060D36}"/>
                </a:ext>
              </a:extLst>
            </p:cNvPr>
            <p:cNvSpPr/>
            <p:nvPr/>
          </p:nvSpPr>
          <p:spPr>
            <a:xfrm>
              <a:off x="2945337" y="236968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41" name="Hexagon 1040">
              <a:extLst>
                <a:ext uri="{FF2B5EF4-FFF2-40B4-BE49-F238E27FC236}">
                  <a16:creationId xmlns:a16="http://schemas.microsoft.com/office/drawing/2014/main" id="{B2B927E1-DACE-49F7-A946-D94B1E97ACA2}"/>
                </a:ext>
              </a:extLst>
            </p:cNvPr>
            <p:cNvSpPr/>
            <p:nvPr/>
          </p:nvSpPr>
          <p:spPr>
            <a:xfrm>
              <a:off x="2790772" y="230721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42" name="Hexagon 1041">
              <a:extLst>
                <a:ext uri="{FF2B5EF4-FFF2-40B4-BE49-F238E27FC236}">
                  <a16:creationId xmlns:a16="http://schemas.microsoft.com/office/drawing/2014/main" id="{3DA47C2B-7DB0-450A-AD8F-70AE74A2E287}"/>
                </a:ext>
              </a:extLst>
            </p:cNvPr>
            <p:cNvSpPr/>
            <p:nvPr/>
          </p:nvSpPr>
          <p:spPr>
            <a:xfrm>
              <a:off x="2485756" y="243002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43" name="Hexagon 1042">
              <a:extLst>
                <a:ext uri="{FF2B5EF4-FFF2-40B4-BE49-F238E27FC236}">
                  <a16:creationId xmlns:a16="http://schemas.microsoft.com/office/drawing/2014/main" id="{3357D998-786A-4334-A943-BC34C2DD5838}"/>
                </a:ext>
              </a:extLst>
            </p:cNvPr>
            <p:cNvSpPr/>
            <p:nvPr/>
          </p:nvSpPr>
          <p:spPr>
            <a:xfrm>
              <a:off x="2945131" y="248748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44" name="Hexagon 1043">
              <a:extLst>
                <a:ext uri="{FF2B5EF4-FFF2-40B4-BE49-F238E27FC236}">
                  <a16:creationId xmlns:a16="http://schemas.microsoft.com/office/drawing/2014/main" id="{0DC92CD9-811A-41E7-9DEA-A31580354208}"/>
                </a:ext>
              </a:extLst>
            </p:cNvPr>
            <p:cNvSpPr/>
            <p:nvPr/>
          </p:nvSpPr>
          <p:spPr>
            <a:xfrm>
              <a:off x="2947512" y="260816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45" name="Hexagon 1044">
              <a:extLst>
                <a:ext uri="{FF2B5EF4-FFF2-40B4-BE49-F238E27FC236}">
                  <a16:creationId xmlns:a16="http://schemas.microsoft.com/office/drawing/2014/main" id="{44643608-0400-4949-8F35-A11941C66B92}"/>
                </a:ext>
              </a:extLst>
            </p:cNvPr>
            <p:cNvSpPr/>
            <p:nvPr/>
          </p:nvSpPr>
          <p:spPr>
            <a:xfrm>
              <a:off x="3099912" y="254782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46" name="Hexagon 1045">
              <a:extLst>
                <a:ext uri="{FF2B5EF4-FFF2-40B4-BE49-F238E27FC236}">
                  <a16:creationId xmlns:a16="http://schemas.microsoft.com/office/drawing/2014/main" id="{92CA7939-FA82-4659-A53B-098FBA0931CE}"/>
                </a:ext>
              </a:extLst>
            </p:cNvPr>
            <p:cNvSpPr/>
            <p:nvPr/>
          </p:nvSpPr>
          <p:spPr>
            <a:xfrm>
              <a:off x="2792731" y="254782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47" name="Hexagon 1046">
              <a:extLst>
                <a:ext uri="{FF2B5EF4-FFF2-40B4-BE49-F238E27FC236}">
                  <a16:creationId xmlns:a16="http://schemas.microsoft.com/office/drawing/2014/main" id="{730AF380-F3EE-4EEF-AA08-9AEFE781DE5C}"/>
                </a:ext>
              </a:extLst>
            </p:cNvPr>
            <p:cNvSpPr/>
            <p:nvPr/>
          </p:nvSpPr>
          <p:spPr>
            <a:xfrm>
              <a:off x="1415396" y="237286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48" name="Hexagon 1047">
              <a:extLst>
                <a:ext uri="{FF2B5EF4-FFF2-40B4-BE49-F238E27FC236}">
                  <a16:creationId xmlns:a16="http://schemas.microsoft.com/office/drawing/2014/main" id="{0F7F9574-B0F4-47DD-942C-B1809F10FA13}"/>
                </a:ext>
              </a:extLst>
            </p:cNvPr>
            <p:cNvSpPr/>
            <p:nvPr/>
          </p:nvSpPr>
          <p:spPr>
            <a:xfrm>
              <a:off x="1417019" y="249668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49" name="Hexagon 1048">
              <a:extLst>
                <a:ext uri="{FF2B5EF4-FFF2-40B4-BE49-F238E27FC236}">
                  <a16:creationId xmlns:a16="http://schemas.microsoft.com/office/drawing/2014/main" id="{3F6063B3-2B16-4CB2-A503-7F89AA87409C}"/>
                </a:ext>
              </a:extLst>
            </p:cNvPr>
            <p:cNvSpPr/>
            <p:nvPr/>
          </p:nvSpPr>
          <p:spPr>
            <a:xfrm>
              <a:off x="1569419" y="243396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50" name="Hexagon 1049">
              <a:extLst>
                <a:ext uri="{FF2B5EF4-FFF2-40B4-BE49-F238E27FC236}">
                  <a16:creationId xmlns:a16="http://schemas.microsoft.com/office/drawing/2014/main" id="{84B6CEF2-4489-4A1D-BA81-8DB48F22D3B2}"/>
                </a:ext>
              </a:extLst>
            </p:cNvPr>
            <p:cNvSpPr/>
            <p:nvPr/>
          </p:nvSpPr>
          <p:spPr>
            <a:xfrm>
              <a:off x="1724416" y="237362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51" name="Hexagon 1050">
              <a:extLst>
                <a:ext uri="{FF2B5EF4-FFF2-40B4-BE49-F238E27FC236}">
                  <a16:creationId xmlns:a16="http://schemas.microsoft.com/office/drawing/2014/main" id="{C2C231C2-7C3C-48BD-ABB6-D924B548E5E9}"/>
                </a:ext>
              </a:extLst>
            </p:cNvPr>
            <p:cNvSpPr/>
            <p:nvPr/>
          </p:nvSpPr>
          <p:spPr>
            <a:xfrm>
              <a:off x="1263860" y="243634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52" name="Hexagon 1051">
              <a:extLst>
                <a:ext uri="{FF2B5EF4-FFF2-40B4-BE49-F238E27FC236}">
                  <a16:creationId xmlns:a16="http://schemas.microsoft.com/office/drawing/2014/main" id="{058A40C3-1A70-4E65-9431-11D43D99B0AC}"/>
                </a:ext>
              </a:extLst>
            </p:cNvPr>
            <p:cNvSpPr/>
            <p:nvPr/>
          </p:nvSpPr>
          <p:spPr>
            <a:xfrm>
              <a:off x="1418303" y="202147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53" name="Hexagon 1052">
              <a:extLst>
                <a:ext uri="{FF2B5EF4-FFF2-40B4-BE49-F238E27FC236}">
                  <a16:creationId xmlns:a16="http://schemas.microsoft.com/office/drawing/2014/main" id="{755DF3AE-3EA9-4194-B1A8-BAF70CCACF20}"/>
                </a:ext>
              </a:extLst>
            </p:cNvPr>
            <p:cNvSpPr/>
            <p:nvPr/>
          </p:nvSpPr>
          <p:spPr>
            <a:xfrm>
              <a:off x="1418519" y="214215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54" name="Hexagon 1053">
              <a:extLst>
                <a:ext uri="{FF2B5EF4-FFF2-40B4-BE49-F238E27FC236}">
                  <a16:creationId xmlns:a16="http://schemas.microsoft.com/office/drawing/2014/main" id="{2A95CD96-40E3-4789-968F-6913638CB101}"/>
                </a:ext>
              </a:extLst>
            </p:cNvPr>
            <p:cNvSpPr/>
            <p:nvPr/>
          </p:nvSpPr>
          <p:spPr>
            <a:xfrm>
              <a:off x="1570919" y="207748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55" name="Hexagon 1054">
              <a:extLst>
                <a:ext uri="{FF2B5EF4-FFF2-40B4-BE49-F238E27FC236}">
                  <a16:creationId xmlns:a16="http://schemas.microsoft.com/office/drawing/2014/main" id="{46B73B76-05A0-4DFA-BB31-913B47A55630}"/>
                </a:ext>
              </a:extLst>
            </p:cNvPr>
            <p:cNvSpPr/>
            <p:nvPr/>
          </p:nvSpPr>
          <p:spPr>
            <a:xfrm>
              <a:off x="1725484" y="202147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56" name="Hexagon 1055">
              <a:extLst>
                <a:ext uri="{FF2B5EF4-FFF2-40B4-BE49-F238E27FC236}">
                  <a16:creationId xmlns:a16="http://schemas.microsoft.com/office/drawing/2014/main" id="{7E014838-12CC-4735-A300-14648473E636}"/>
                </a:ext>
              </a:extLst>
            </p:cNvPr>
            <p:cNvSpPr/>
            <p:nvPr/>
          </p:nvSpPr>
          <p:spPr>
            <a:xfrm>
              <a:off x="1573084" y="195900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57" name="Hexagon 1056">
              <a:extLst>
                <a:ext uri="{FF2B5EF4-FFF2-40B4-BE49-F238E27FC236}">
                  <a16:creationId xmlns:a16="http://schemas.microsoft.com/office/drawing/2014/main" id="{90808240-6BD0-4BB0-90E3-D50DB18C9688}"/>
                </a:ext>
              </a:extLst>
            </p:cNvPr>
            <p:cNvSpPr/>
            <p:nvPr/>
          </p:nvSpPr>
          <p:spPr>
            <a:xfrm>
              <a:off x="1265903" y="208181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58" name="Hexagon 1057">
              <a:extLst>
                <a:ext uri="{FF2B5EF4-FFF2-40B4-BE49-F238E27FC236}">
                  <a16:creationId xmlns:a16="http://schemas.microsoft.com/office/drawing/2014/main" id="{452E1424-9317-4B32-AD6C-FFDFFBE20CB9}"/>
                </a:ext>
              </a:extLst>
            </p:cNvPr>
            <p:cNvSpPr/>
            <p:nvPr/>
          </p:nvSpPr>
          <p:spPr>
            <a:xfrm>
              <a:off x="2026839" y="225317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59" name="Hexagon 1058">
              <a:extLst>
                <a:ext uri="{FF2B5EF4-FFF2-40B4-BE49-F238E27FC236}">
                  <a16:creationId xmlns:a16="http://schemas.microsoft.com/office/drawing/2014/main" id="{37C7EF63-8D0A-4E47-A75B-D2C9D566932D}"/>
                </a:ext>
              </a:extLst>
            </p:cNvPr>
            <p:cNvSpPr/>
            <p:nvPr/>
          </p:nvSpPr>
          <p:spPr>
            <a:xfrm>
              <a:off x="2029220" y="237385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60" name="Hexagon 1059">
              <a:extLst>
                <a:ext uri="{FF2B5EF4-FFF2-40B4-BE49-F238E27FC236}">
                  <a16:creationId xmlns:a16="http://schemas.microsoft.com/office/drawing/2014/main" id="{7F765B1E-5019-42CF-B85C-8CA79E7D53B6}"/>
                </a:ext>
              </a:extLst>
            </p:cNvPr>
            <p:cNvSpPr/>
            <p:nvPr/>
          </p:nvSpPr>
          <p:spPr>
            <a:xfrm>
              <a:off x="2181620" y="231351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61" name="Hexagon 1060">
              <a:extLst>
                <a:ext uri="{FF2B5EF4-FFF2-40B4-BE49-F238E27FC236}">
                  <a16:creationId xmlns:a16="http://schemas.microsoft.com/office/drawing/2014/main" id="{E8A9A670-C643-4068-A300-BB130241F28C}"/>
                </a:ext>
              </a:extLst>
            </p:cNvPr>
            <p:cNvSpPr/>
            <p:nvPr/>
          </p:nvSpPr>
          <p:spPr>
            <a:xfrm>
              <a:off x="2334020" y="225317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62" name="Hexagon 1061">
              <a:extLst>
                <a:ext uri="{FF2B5EF4-FFF2-40B4-BE49-F238E27FC236}">
                  <a16:creationId xmlns:a16="http://schemas.microsoft.com/office/drawing/2014/main" id="{71964C21-4DA2-4F55-8CE6-49A3DCD51161}"/>
                </a:ext>
              </a:extLst>
            </p:cNvPr>
            <p:cNvSpPr/>
            <p:nvPr/>
          </p:nvSpPr>
          <p:spPr>
            <a:xfrm>
              <a:off x="2181078" y="219232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63" name="Hexagon 1062">
              <a:extLst>
                <a:ext uri="{FF2B5EF4-FFF2-40B4-BE49-F238E27FC236}">
                  <a16:creationId xmlns:a16="http://schemas.microsoft.com/office/drawing/2014/main" id="{DA8AB01E-AC29-4F1A-9D46-86B5F36A913E}"/>
                </a:ext>
              </a:extLst>
            </p:cNvPr>
            <p:cNvSpPr/>
            <p:nvPr/>
          </p:nvSpPr>
          <p:spPr>
            <a:xfrm>
              <a:off x="1874439" y="231351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64" name="Hexagon 1063">
              <a:extLst>
                <a:ext uri="{FF2B5EF4-FFF2-40B4-BE49-F238E27FC236}">
                  <a16:creationId xmlns:a16="http://schemas.microsoft.com/office/drawing/2014/main" id="{8F0ACB27-E62F-41C2-86EE-49F15568CA7F}"/>
                </a:ext>
              </a:extLst>
            </p:cNvPr>
            <p:cNvSpPr/>
            <p:nvPr/>
          </p:nvSpPr>
          <p:spPr>
            <a:xfrm>
              <a:off x="2633394" y="321271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65" name="Hexagon 1064">
              <a:extLst>
                <a:ext uri="{FF2B5EF4-FFF2-40B4-BE49-F238E27FC236}">
                  <a16:creationId xmlns:a16="http://schemas.microsoft.com/office/drawing/2014/main" id="{A886F9BC-23EB-4173-8245-ACD20D426AD8}"/>
                </a:ext>
              </a:extLst>
            </p:cNvPr>
            <p:cNvSpPr/>
            <p:nvPr/>
          </p:nvSpPr>
          <p:spPr>
            <a:xfrm>
              <a:off x="2635775" y="333392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66" name="Hexagon 1065">
              <a:extLst>
                <a:ext uri="{FF2B5EF4-FFF2-40B4-BE49-F238E27FC236}">
                  <a16:creationId xmlns:a16="http://schemas.microsoft.com/office/drawing/2014/main" id="{26E9E272-BD93-4BD3-A177-A546BE07F51F}"/>
                </a:ext>
              </a:extLst>
            </p:cNvPr>
            <p:cNvSpPr/>
            <p:nvPr/>
          </p:nvSpPr>
          <p:spPr>
            <a:xfrm>
              <a:off x="2786010" y="3273048"/>
              <a:ext cx="199276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67" name="Hexagon 1066">
              <a:extLst>
                <a:ext uri="{FF2B5EF4-FFF2-40B4-BE49-F238E27FC236}">
                  <a16:creationId xmlns:a16="http://schemas.microsoft.com/office/drawing/2014/main" id="{6909B769-0F19-4051-907B-FFC3CE0C9ABE}"/>
                </a:ext>
              </a:extLst>
            </p:cNvPr>
            <p:cNvSpPr/>
            <p:nvPr/>
          </p:nvSpPr>
          <p:spPr>
            <a:xfrm>
              <a:off x="2786552" y="3150241"/>
              <a:ext cx="203605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68" name="Hexagon 1067">
              <a:extLst>
                <a:ext uri="{FF2B5EF4-FFF2-40B4-BE49-F238E27FC236}">
                  <a16:creationId xmlns:a16="http://schemas.microsoft.com/office/drawing/2014/main" id="{6695305D-D537-466C-B66F-E524DE2DCF46}"/>
                </a:ext>
              </a:extLst>
            </p:cNvPr>
            <p:cNvSpPr/>
            <p:nvPr/>
          </p:nvSpPr>
          <p:spPr>
            <a:xfrm>
              <a:off x="2484241" y="32730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69" name="Hexagon 1068">
              <a:extLst>
                <a:ext uri="{FF2B5EF4-FFF2-40B4-BE49-F238E27FC236}">
                  <a16:creationId xmlns:a16="http://schemas.microsoft.com/office/drawing/2014/main" id="{79538B05-1F8F-4E85-8C05-4A2AED18BB6C}"/>
                </a:ext>
              </a:extLst>
            </p:cNvPr>
            <p:cNvSpPr/>
            <p:nvPr/>
          </p:nvSpPr>
          <p:spPr>
            <a:xfrm>
              <a:off x="2486496" y="339233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70" name="Hexagon 1069">
              <a:extLst>
                <a:ext uri="{FF2B5EF4-FFF2-40B4-BE49-F238E27FC236}">
                  <a16:creationId xmlns:a16="http://schemas.microsoft.com/office/drawing/2014/main" id="{B113C5CA-F205-4056-908E-9347AE8CE1C0}"/>
                </a:ext>
              </a:extLst>
            </p:cNvPr>
            <p:cNvSpPr/>
            <p:nvPr/>
          </p:nvSpPr>
          <p:spPr>
            <a:xfrm>
              <a:off x="2640137" y="345159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71" name="Hexagon 1070">
              <a:extLst>
                <a:ext uri="{FF2B5EF4-FFF2-40B4-BE49-F238E27FC236}">
                  <a16:creationId xmlns:a16="http://schemas.microsoft.com/office/drawing/2014/main" id="{4A89C0B0-C09B-4580-9146-441BD32A277D}"/>
                </a:ext>
              </a:extLst>
            </p:cNvPr>
            <p:cNvSpPr/>
            <p:nvPr/>
          </p:nvSpPr>
          <p:spPr>
            <a:xfrm>
              <a:off x="2485356" y="351192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72" name="Hexagon 1071">
              <a:extLst>
                <a:ext uri="{FF2B5EF4-FFF2-40B4-BE49-F238E27FC236}">
                  <a16:creationId xmlns:a16="http://schemas.microsoft.com/office/drawing/2014/main" id="{D474F981-D293-4FF5-BA6D-DAC2CF36A15D}"/>
                </a:ext>
              </a:extLst>
            </p:cNvPr>
            <p:cNvSpPr/>
            <p:nvPr/>
          </p:nvSpPr>
          <p:spPr>
            <a:xfrm>
              <a:off x="3103059" y="278116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73" name="Hexagon 1072">
              <a:extLst>
                <a:ext uri="{FF2B5EF4-FFF2-40B4-BE49-F238E27FC236}">
                  <a16:creationId xmlns:a16="http://schemas.microsoft.com/office/drawing/2014/main" id="{EC1B83E2-E627-4C69-9CFC-30BD0046EF98}"/>
                </a:ext>
              </a:extLst>
            </p:cNvPr>
            <p:cNvSpPr/>
            <p:nvPr/>
          </p:nvSpPr>
          <p:spPr>
            <a:xfrm>
              <a:off x="3254319" y="284755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74" name="Hexagon 1073">
              <a:extLst>
                <a:ext uri="{FF2B5EF4-FFF2-40B4-BE49-F238E27FC236}">
                  <a16:creationId xmlns:a16="http://schemas.microsoft.com/office/drawing/2014/main" id="{6BED57FD-4695-4B37-9A54-7798CBC79C3D}"/>
                </a:ext>
              </a:extLst>
            </p:cNvPr>
            <p:cNvSpPr/>
            <p:nvPr/>
          </p:nvSpPr>
          <p:spPr>
            <a:xfrm>
              <a:off x="3099538" y="290551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75" name="Hexagon 1074">
              <a:extLst>
                <a:ext uri="{FF2B5EF4-FFF2-40B4-BE49-F238E27FC236}">
                  <a16:creationId xmlns:a16="http://schemas.microsoft.com/office/drawing/2014/main" id="{FA322CD5-2CF9-406B-A90B-E1E0D03FE137}"/>
                </a:ext>
              </a:extLst>
            </p:cNvPr>
            <p:cNvSpPr/>
            <p:nvPr/>
          </p:nvSpPr>
          <p:spPr>
            <a:xfrm>
              <a:off x="1877035" y="207272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76" name="Hexagon 1075">
              <a:extLst>
                <a:ext uri="{FF2B5EF4-FFF2-40B4-BE49-F238E27FC236}">
                  <a16:creationId xmlns:a16="http://schemas.microsoft.com/office/drawing/2014/main" id="{4CEEE778-491C-4CC3-9F9D-E3C94E157324}"/>
                </a:ext>
              </a:extLst>
            </p:cNvPr>
            <p:cNvSpPr/>
            <p:nvPr/>
          </p:nvSpPr>
          <p:spPr>
            <a:xfrm>
              <a:off x="2025698" y="213717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77" name="Hexagon 1076">
              <a:extLst>
                <a:ext uri="{FF2B5EF4-FFF2-40B4-BE49-F238E27FC236}">
                  <a16:creationId xmlns:a16="http://schemas.microsoft.com/office/drawing/2014/main" id="{CD5D2DD7-6045-4F8C-BEB3-0E778D35A0EA}"/>
                </a:ext>
              </a:extLst>
            </p:cNvPr>
            <p:cNvSpPr/>
            <p:nvPr/>
          </p:nvSpPr>
          <p:spPr>
            <a:xfrm>
              <a:off x="1873298" y="219274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78" name="Hexagon 1077">
              <a:extLst>
                <a:ext uri="{FF2B5EF4-FFF2-40B4-BE49-F238E27FC236}">
                  <a16:creationId xmlns:a16="http://schemas.microsoft.com/office/drawing/2014/main" id="{9EFBF956-134A-49B3-8D45-8A8589565131}"/>
                </a:ext>
              </a:extLst>
            </p:cNvPr>
            <p:cNvSpPr/>
            <p:nvPr/>
          </p:nvSpPr>
          <p:spPr>
            <a:xfrm>
              <a:off x="2184001" y="24279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79" name="Hexagon 1078">
              <a:extLst>
                <a:ext uri="{FF2B5EF4-FFF2-40B4-BE49-F238E27FC236}">
                  <a16:creationId xmlns:a16="http://schemas.microsoft.com/office/drawing/2014/main" id="{F87A249B-318F-449A-B1D6-73AAC297F89D}"/>
                </a:ext>
              </a:extLst>
            </p:cNvPr>
            <p:cNvSpPr/>
            <p:nvPr/>
          </p:nvSpPr>
          <p:spPr>
            <a:xfrm>
              <a:off x="2333035" y="236682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80" name="Hexagon 1079">
              <a:extLst>
                <a:ext uri="{FF2B5EF4-FFF2-40B4-BE49-F238E27FC236}">
                  <a16:creationId xmlns:a16="http://schemas.microsoft.com/office/drawing/2014/main" id="{D57BBB19-62A6-4DD3-B630-32D6246BC883}"/>
                </a:ext>
              </a:extLst>
            </p:cNvPr>
            <p:cNvSpPr/>
            <p:nvPr/>
          </p:nvSpPr>
          <p:spPr>
            <a:xfrm>
              <a:off x="2485435" y="230648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81" name="Hexagon 1080">
              <a:extLst>
                <a:ext uri="{FF2B5EF4-FFF2-40B4-BE49-F238E27FC236}">
                  <a16:creationId xmlns:a16="http://schemas.microsoft.com/office/drawing/2014/main" id="{97385A9C-0F93-478A-A8F5-9981BC8DBAF2}"/>
                </a:ext>
              </a:extLst>
            </p:cNvPr>
            <p:cNvSpPr/>
            <p:nvPr/>
          </p:nvSpPr>
          <p:spPr>
            <a:xfrm>
              <a:off x="2637835" y="224614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82" name="Hexagon 1081">
              <a:extLst>
                <a:ext uri="{FF2B5EF4-FFF2-40B4-BE49-F238E27FC236}">
                  <a16:creationId xmlns:a16="http://schemas.microsoft.com/office/drawing/2014/main" id="{53D508A3-6AB9-4589-82F6-7F32D9C613F9}"/>
                </a:ext>
              </a:extLst>
            </p:cNvPr>
            <p:cNvSpPr/>
            <p:nvPr/>
          </p:nvSpPr>
          <p:spPr>
            <a:xfrm>
              <a:off x="3099475" y="267018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83" name="Hexagon 1082">
              <a:extLst>
                <a:ext uri="{FF2B5EF4-FFF2-40B4-BE49-F238E27FC236}">
                  <a16:creationId xmlns:a16="http://schemas.microsoft.com/office/drawing/2014/main" id="{A3ADDD3D-46D5-4EBC-A471-3745F9A19BB4}"/>
                </a:ext>
              </a:extLst>
            </p:cNvPr>
            <p:cNvSpPr/>
            <p:nvPr/>
          </p:nvSpPr>
          <p:spPr>
            <a:xfrm>
              <a:off x="3404275" y="267494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84" name="Hexagon 1083">
              <a:extLst>
                <a:ext uri="{FF2B5EF4-FFF2-40B4-BE49-F238E27FC236}">
                  <a16:creationId xmlns:a16="http://schemas.microsoft.com/office/drawing/2014/main" id="{22958DE1-3023-41E7-8FE1-4E7080ED958B}"/>
                </a:ext>
              </a:extLst>
            </p:cNvPr>
            <p:cNvSpPr/>
            <p:nvPr/>
          </p:nvSpPr>
          <p:spPr>
            <a:xfrm>
              <a:off x="3251875" y="261031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85" name="Hexagon 1084">
              <a:extLst>
                <a:ext uri="{FF2B5EF4-FFF2-40B4-BE49-F238E27FC236}">
                  <a16:creationId xmlns:a16="http://schemas.microsoft.com/office/drawing/2014/main" id="{3BC49299-489A-4BE9-8F2A-59252BC0879A}"/>
                </a:ext>
              </a:extLst>
            </p:cNvPr>
            <p:cNvSpPr/>
            <p:nvPr/>
          </p:nvSpPr>
          <p:spPr>
            <a:xfrm>
              <a:off x="3404069" y="279274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86" name="Hexagon 1085">
              <a:extLst>
                <a:ext uri="{FF2B5EF4-FFF2-40B4-BE49-F238E27FC236}">
                  <a16:creationId xmlns:a16="http://schemas.microsoft.com/office/drawing/2014/main" id="{B01AF603-1DFE-4C6A-BAFF-1B4E46991C21}"/>
                </a:ext>
              </a:extLst>
            </p:cNvPr>
            <p:cNvSpPr/>
            <p:nvPr/>
          </p:nvSpPr>
          <p:spPr>
            <a:xfrm>
              <a:off x="2949198" y="284243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87" name="Hexagon 1086">
              <a:extLst>
                <a:ext uri="{FF2B5EF4-FFF2-40B4-BE49-F238E27FC236}">
                  <a16:creationId xmlns:a16="http://schemas.microsoft.com/office/drawing/2014/main" id="{9B6B7514-7BEF-4781-A980-B9D779ADEB8A}"/>
                </a:ext>
              </a:extLst>
            </p:cNvPr>
            <p:cNvSpPr/>
            <p:nvPr/>
          </p:nvSpPr>
          <p:spPr>
            <a:xfrm>
              <a:off x="2643744" y="284988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88" name="Hexagon 1087">
              <a:extLst>
                <a:ext uri="{FF2B5EF4-FFF2-40B4-BE49-F238E27FC236}">
                  <a16:creationId xmlns:a16="http://schemas.microsoft.com/office/drawing/2014/main" id="{FC8AE0D7-4A7D-4020-8D43-ACD8A08AA84E}"/>
                </a:ext>
              </a:extLst>
            </p:cNvPr>
            <p:cNvSpPr/>
            <p:nvPr/>
          </p:nvSpPr>
          <p:spPr>
            <a:xfrm>
              <a:off x="2945558" y="308693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89" name="Hexagon 1088">
              <a:extLst>
                <a:ext uri="{FF2B5EF4-FFF2-40B4-BE49-F238E27FC236}">
                  <a16:creationId xmlns:a16="http://schemas.microsoft.com/office/drawing/2014/main" id="{509DFD7C-02A0-455F-9DE6-411A5055DBA2}"/>
                </a:ext>
              </a:extLst>
            </p:cNvPr>
            <p:cNvSpPr/>
            <p:nvPr/>
          </p:nvSpPr>
          <p:spPr>
            <a:xfrm>
              <a:off x="3097958" y="302897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90" name="Hexagon 1089">
              <a:extLst>
                <a:ext uri="{FF2B5EF4-FFF2-40B4-BE49-F238E27FC236}">
                  <a16:creationId xmlns:a16="http://schemas.microsoft.com/office/drawing/2014/main" id="{1BE1D6DE-0E2B-468E-974F-B2F9E6ACD0FA}"/>
                </a:ext>
              </a:extLst>
            </p:cNvPr>
            <p:cNvSpPr/>
            <p:nvPr/>
          </p:nvSpPr>
          <p:spPr>
            <a:xfrm>
              <a:off x="3252173" y="296668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91" name="Hexagon 1090">
              <a:extLst>
                <a:ext uri="{FF2B5EF4-FFF2-40B4-BE49-F238E27FC236}">
                  <a16:creationId xmlns:a16="http://schemas.microsoft.com/office/drawing/2014/main" id="{D8539661-1E73-4AFB-846D-8C36CEBD4BD2}"/>
                </a:ext>
              </a:extLst>
            </p:cNvPr>
            <p:cNvSpPr/>
            <p:nvPr/>
          </p:nvSpPr>
          <p:spPr>
            <a:xfrm>
              <a:off x="2945165" y="225270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92" name="Hexagon 1091">
              <a:extLst>
                <a:ext uri="{FF2B5EF4-FFF2-40B4-BE49-F238E27FC236}">
                  <a16:creationId xmlns:a16="http://schemas.microsoft.com/office/drawing/2014/main" id="{56A9145B-A4CC-4506-953D-78BF688A2003}"/>
                </a:ext>
              </a:extLst>
            </p:cNvPr>
            <p:cNvSpPr/>
            <p:nvPr/>
          </p:nvSpPr>
          <p:spPr>
            <a:xfrm>
              <a:off x="2025069" y="332909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93" name="Hexagon 1092">
              <a:extLst>
                <a:ext uri="{FF2B5EF4-FFF2-40B4-BE49-F238E27FC236}">
                  <a16:creationId xmlns:a16="http://schemas.microsoft.com/office/drawing/2014/main" id="{36F17984-BE5A-47EF-89E5-0FBD1BAB81FA}"/>
                </a:ext>
              </a:extLst>
            </p:cNvPr>
            <p:cNvSpPr/>
            <p:nvPr/>
          </p:nvSpPr>
          <p:spPr>
            <a:xfrm>
              <a:off x="1727107" y="297919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94" name="Hexagon 1093">
              <a:extLst>
                <a:ext uri="{FF2B5EF4-FFF2-40B4-BE49-F238E27FC236}">
                  <a16:creationId xmlns:a16="http://schemas.microsoft.com/office/drawing/2014/main" id="{A0064039-7707-42FA-921A-52188B6DA605}"/>
                </a:ext>
              </a:extLst>
            </p:cNvPr>
            <p:cNvSpPr/>
            <p:nvPr/>
          </p:nvSpPr>
          <p:spPr>
            <a:xfrm>
              <a:off x="1880265" y="303953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95" name="Hexagon 1094">
              <a:extLst>
                <a:ext uri="{FF2B5EF4-FFF2-40B4-BE49-F238E27FC236}">
                  <a16:creationId xmlns:a16="http://schemas.microsoft.com/office/drawing/2014/main" id="{8174EB6D-8F1C-4533-813F-253F6E60D1CC}"/>
                </a:ext>
              </a:extLst>
            </p:cNvPr>
            <p:cNvSpPr/>
            <p:nvPr/>
          </p:nvSpPr>
          <p:spPr>
            <a:xfrm>
              <a:off x="1880265" y="291455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96" name="Hexagon 1095">
              <a:extLst>
                <a:ext uri="{FF2B5EF4-FFF2-40B4-BE49-F238E27FC236}">
                  <a16:creationId xmlns:a16="http://schemas.microsoft.com/office/drawing/2014/main" id="{EEAB3566-57D7-47DE-A3DC-55D12B06BCBF}"/>
                </a:ext>
              </a:extLst>
            </p:cNvPr>
            <p:cNvSpPr/>
            <p:nvPr/>
          </p:nvSpPr>
          <p:spPr>
            <a:xfrm>
              <a:off x="2033892" y="285723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97" name="Hexagon 1096">
              <a:extLst>
                <a:ext uri="{FF2B5EF4-FFF2-40B4-BE49-F238E27FC236}">
                  <a16:creationId xmlns:a16="http://schemas.microsoft.com/office/drawing/2014/main" id="{25FF8DC1-EACF-45F2-BC32-344110598633}"/>
                </a:ext>
              </a:extLst>
            </p:cNvPr>
            <p:cNvSpPr/>
            <p:nvPr/>
          </p:nvSpPr>
          <p:spPr>
            <a:xfrm>
              <a:off x="1731467" y="285633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98" name="Hexagon 1097">
              <a:extLst>
                <a:ext uri="{FF2B5EF4-FFF2-40B4-BE49-F238E27FC236}">
                  <a16:creationId xmlns:a16="http://schemas.microsoft.com/office/drawing/2014/main" id="{7C33BDC7-9159-486C-873F-7AE67AE02154}"/>
                </a:ext>
              </a:extLst>
            </p:cNvPr>
            <p:cNvSpPr/>
            <p:nvPr/>
          </p:nvSpPr>
          <p:spPr>
            <a:xfrm>
              <a:off x="1576009" y="267471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99" name="Hexagon 1098">
              <a:extLst>
                <a:ext uri="{FF2B5EF4-FFF2-40B4-BE49-F238E27FC236}">
                  <a16:creationId xmlns:a16="http://schemas.microsoft.com/office/drawing/2014/main" id="{283AF36A-5742-44C0-9CF8-98E1CC67A538}"/>
                </a:ext>
              </a:extLst>
            </p:cNvPr>
            <p:cNvSpPr/>
            <p:nvPr/>
          </p:nvSpPr>
          <p:spPr>
            <a:xfrm>
              <a:off x="1730790" y="273267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00" name="Hexagon 1099">
              <a:extLst>
                <a:ext uri="{FF2B5EF4-FFF2-40B4-BE49-F238E27FC236}">
                  <a16:creationId xmlns:a16="http://schemas.microsoft.com/office/drawing/2014/main" id="{B09DF1EC-6742-47A3-B08E-A8311E507133}"/>
                </a:ext>
              </a:extLst>
            </p:cNvPr>
            <p:cNvSpPr/>
            <p:nvPr/>
          </p:nvSpPr>
          <p:spPr>
            <a:xfrm>
              <a:off x="1725484" y="19013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01" name="Hexagon 1100">
              <a:extLst>
                <a:ext uri="{FF2B5EF4-FFF2-40B4-BE49-F238E27FC236}">
                  <a16:creationId xmlns:a16="http://schemas.microsoft.com/office/drawing/2014/main" id="{41C4D231-1339-420A-992F-DFC30294E24D}"/>
                </a:ext>
              </a:extLst>
            </p:cNvPr>
            <p:cNvSpPr/>
            <p:nvPr/>
          </p:nvSpPr>
          <p:spPr>
            <a:xfrm>
              <a:off x="1572742" y="184781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02" name="Hexagon 1101">
              <a:extLst>
                <a:ext uri="{FF2B5EF4-FFF2-40B4-BE49-F238E27FC236}">
                  <a16:creationId xmlns:a16="http://schemas.microsoft.com/office/drawing/2014/main" id="{6F4FBD92-993D-4D4F-BB47-A5EA485FCC82}"/>
                </a:ext>
              </a:extLst>
            </p:cNvPr>
            <p:cNvSpPr/>
            <p:nvPr/>
          </p:nvSpPr>
          <p:spPr>
            <a:xfrm>
              <a:off x="1265903" y="196168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03" name="Hexagon 1102">
              <a:extLst>
                <a:ext uri="{FF2B5EF4-FFF2-40B4-BE49-F238E27FC236}">
                  <a16:creationId xmlns:a16="http://schemas.microsoft.com/office/drawing/2014/main" id="{C72C43F9-8664-498A-97E1-8000F32E8A09}"/>
                </a:ext>
              </a:extLst>
            </p:cNvPr>
            <p:cNvSpPr/>
            <p:nvPr/>
          </p:nvSpPr>
          <p:spPr>
            <a:xfrm>
              <a:off x="1421708" y="178513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04" name="Hexagon 1103">
              <a:extLst>
                <a:ext uri="{FF2B5EF4-FFF2-40B4-BE49-F238E27FC236}">
                  <a16:creationId xmlns:a16="http://schemas.microsoft.com/office/drawing/2014/main" id="{99E76B38-210E-4D35-8E61-BBFDEB720361}"/>
                </a:ext>
              </a:extLst>
            </p:cNvPr>
            <p:cNvSpPr/>
            <p:nvPr/>
          </p:nvSpPr>
          <p:spPr>
            <a:xfrm>
              <a:off x="1264762" y="184092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05" name="Hexagon 1104">
              <a:extLst>
                <a:ext uri="{FF2B5EF4-FFF2-40B4-BE49-F238E27FC236}">
                  <a16:creationId xmlns:a16="http://schemas.microsoft.com/office/drawing/2014/main" id="{384CD614-2E78-4847-A41E-1543A4E2C484}"/>
                </a:ext>
              </a:extLst>
            </p:cNvPr>
            <p:cNvSpPr/>
            <p:nvPr/>
          </p:nvSpPr>
          <p:spPr>
            <a:xfrm>
              <a:off x="1261655" y="219496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06" name="Hexagon 1105">
              <a:extLst>
                <a:ext uri="{FF2B5EF4-FFF2-40B4-BE49-F238E27FC236}">
                  <a16:creationId xmlns:a16="http://schemas.microsoft.com/office/drawing/2014/main" id="{81F14C07-6833-4F33-A6AB-D17A8369603A}"/>
                </a:ext>
              </a:extLst>
            </p:cNvPr>
            <p:cNvSpPr/>
            <p:nvPr/>
          </p:nvSpPr>
          <p:spPr>
            <a:xfrm>
              <a:off x="1268582" y="231564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07" name="Hexagon 1106">
              <a:extLst>
                <a:ext uri="{FF2B5EF4-FFF2-40B4-BE49-F238E27FC236}">
                  <a16:creationId xmlns:a16="http://schemas.microsoft.com/office/drawing/2014/main" id="{E5FF393B-90F3-4365-B739-C0CDF1FB6984}"/>
                </a:ext>
              </a:extLst>
            </p:cNvPr>
            <p:cNvSpPr/>
            <p:nvPr/>
          </p:nvSpPr>
          <p:spPr>
            <a:xfrm>
              <a:off x="1419249" y="225054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08" name="Hexagon 1107">
              <a:extLst>
                <a:ext uri="{FF2B5EF4-FFF2-40B4-BE49-F238E27FC236}">
                  <a16:creationId xmlns:a16="http://schemas.microsoft.com/office/drawing/2014/main" id="{A8171E53-3606-4D01-835C-B32C82CF3C04}"/>
                </a:ext>
              </a:extLst>
            </p:cNvPr>
            <p:cNvSpPr/>
            <p:nvPr/>
          </p:nvSpPr>
          <p:spPr>
            <a:xfrm>
              <a:off x="965390" y="208397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09" name="Hexagon 1108">
              <a:extLst>
                <a:ext uri="{FF2B5EF4-FFF2-40B4-BE49-F238E27FC236}">
                  <a16:creationId xmlns:a16="http://schemas.microsoft.com/office/drawing/2014/main" id="{2A4EC84A-2EF4-4638-B91B-BAD334AD84F0}"/>
                </a:ext>
              </a:extLst>
            </p:cNvPr>
            <p:cNvSpPr/>
            <p:nvPr/>
          </p:nvSpPr>
          <p:spPr>
            <a:xfrm>
              <a:off x="970152" y="220389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10" name="Hexagon 1109">
              <a:extLst>
                <a:ext uri="{FF2B5EF4-FFF2-40B4-BE49-F238E27FC236}">
                  <a16:creationId xmlns:a16="http://schemas.microsoft.com/office/drawing/2014/main" id="{9ED8F083-5A26-4C93-A30B-6409BACB5E37}"/>
                </a:ext>
              </a:extLst>
            </p:cNvPr>
            <p:cNvSpPr/>
            <p:nvPr/>
          </p:nvSpPr>
          <p:spPr>
            <a:xfrm>
              <a:off x="1115409" y="213641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11" name="Hexagon 1110">
              <a:extLst>
                <a:ext uri="{FF2B5EF4-FFF2-40B4-BE49-F238E27FC236}">
                  <a16:creationId xmlns:a16="http://schemas.microsoft.com/office/drawing/2014/main" id="{E7EA73F2-BB87-4FD0-8C0D-660A67D06331}"/>
                </a:ext>
              </a:extLst>
            </p:cNvPr>
            <p:cNvSpPr/>
            <p:nvPr/>
          </p:nvSpPr>
          <p:spPr>
            <a:xfrm>
              <a:off x="1114567" y="201763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12" name="Hexagon 1111">
              <a:extLst>
                <a:ext uri="{FF2B5EF4-FFF2-40B4-BE49-F238E27FC236}">
                  <a16:creationId xmlns:a16="http://schemas.microsoft.com/office/drawing/2014/main" id="{DDE714D7-280F-41A9-919F-7CE9A8F1CB0C}"/>
                </a:ext>
              </a:extLst>
            </p:cNvPr>
            <p:cNvSpPr/>
            <p:nvPr/>
          </p:nvSpPr>
          <p:spPr>
            <a:xfrm>
              <a:off x="966929" y="196270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13" name="Hexagon 1112">
              <a:extLst>
                <a:ext uri="{FF2B5EF4-FFF2-40B4-BE49-F238E27FC236}">
                  <a16:creationId xmlns:a16="http://schemas.microsoft.com/office/drawing/2014/main" id="{911F3DE1-DF18-434E-AA2D-7161208E9C85}"/>
                </a:ext>
              </a:extLst>
            </p:cNvPr>
            <p:cNvSpPr/>
            <p:nvPr/>
          </p:nvSpPr>
          <p:spPr>
            <a:xfrm>
              <a:off x="961178" y="183981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14" name="Hexagon 1113">
              <a:extLst>
                <a:ext uri="{FF2B5EF4-FFF2-40B4-BE49-F238E27FC236}">
                  <a16:creationId xmlns:a16="http://schemas.microsoft.com/office/drawing/2014/main" id="{6D42A5AE-CCEB-459D-8EB6-B8038B168D83}"/>
                </a:ext>
              </a:extLst>
            </p:cNvPr>
            <p:cNvSpPr/>
            <p:nvPr/>
          </p:nvSpPr>
          <p:spPr>
            <a:xfrm>
              <a:off x="806910" y="308020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15" name="Hexagon 1114">
              <a:extLst>
                <a:ext uri="{FF2B5EF4-FFF2-40B4-BE49-F238E27FC236}">
                  <a16:creationId xmlns:a16="http://schemas.microsoft.com/office/drawing/2014/main" id="{D4A0BF10-850A-4376-976A-B5A54773C05A}"/>
                </a:ext>
              </a:extLst>
            </p:cNvPr>
            <p:cNvSpPr/>
            <p:nvPr/>
          </p:nvSpPr>
          <p:spPr>
            <a:xfrm>
              <a:off x="2791466" y="362058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16" name="Hexagon 1115">
              <a:extLst>
                <a:ext uri="{FF2B5EF4-FFF2-40B4-BE49-F238E27FC236}">
                  <a16:creationId xmlns:a16="http://schemas.microsoft.com/office/drawing/2014/main" id="{67CE271A-C01A-4BF7-8077-3BF42A029EAE}"/>
                </a:ext>
              </a:extLst>
            </p:cNvPr>
            <p:cNvSpPr/>
            <p:nvPr/>
          </p:nvSpPr>
          <p:spPr>
            <a:xfrm>
              <a:off x="7210034" y="558227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17" name="Hexagon 1116">
              <a:extLst>
                <a:ext uri="{FF2B5EF4-FFF2-40B4-BE49-F238E27FC236}">
                  <a16:creationId xmlns:a16="http://schemas.microsoft.com/office/drawing/2014/main" id="{86BB79F1-4D2F-4B9C-A4CB-C7398DCCCAA1}"/>
                </a:ext>
              </a:extLst>
            </p:cNvPr>
            <p:cNvSpPr/>
            <p:nvPr/>
          </p:nvSpPr>
          <p:spPr>
            <a:xfrm>
              <a:off x="7360434" y="563938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18" name="Hexagon 1117">
              <a:extLst>
                <a:ext uri="{FF2B5EF4-FFF2-40B4-BE49-F238E27FC236}">
                  <a16:creationId xmlns:a16="http://schemas.microsoft.com/office/drawing/2014/main" id="{0BEAA16B-AD9B-41BA-94E2-DC2AD93152B1}"/>
                </a:ext>
              </a:extLst>
            </p:cNvPr>
            <p:cNvSpPr/>
            <p:nvPr/>
          </p:nvSpPr>
          <p:spPr>
            <a:xfrm>
              <a:off x="7361302" y="551731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19" name="Hexagon 1118">
              <a:extLst>
                <a:ext uri="{FF2B5EF4-FFF2-40B4-BE49-F238E27FC236}">
                  <a16:creationId xmlns:a16="http://schemas.microsoft.com/office/drawing/2014/main" id="{2F87D958-8A37-4BAA-A72B-C63E05A26CB5}"/>
                </a:ext>
              </a:extLst>
            </p:cNvPr>
            <p:cNvSpPr/>
            <p:nvPr/>
          </p:nvSpPr>
          <p:spPr>
            <a:xfrm>
              <a:off x="7512682" y="546400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20" name="Hexagon 1119">
              <a:extLst>
                <a:ext uri="{FF2B5EF4-FFF2-40B4-BE49-F238E27FC236}">
                  <a16:creationId xmlns:a16="http://schemas.microsoft.com/office/drawing/2014/main" id="{53D3D60B-0535-442D-A7F4-B352C97EE204}"/>
                </a:ext>
              </a:extLst>
            </p:cNvPr>
            <p:cNvSpPr/>
            <p:nvPr/>
          </p:nvSpPr>
          <p:spPr>
            <a:xfrm>
              <a:off x="7514295" y="534552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21" name="Hexagon 1120">
              <a:extLst>
                <a:ext uri="{FF2B5EF4-FFF2-40B4-BE49-F238E27FC236}">
                  <a16:creationId xmlns:a16="http://schemas.microsoft.com/office/drawing/2014/main" id="{AE713E03-63C2-4722-965A-64224CACD1C5}"/>
                </a:ext>
              </a:extLst>
            </p:cNvPr>
            <p:cNvSpPr/>
            <p:nvPr/>
          </p:nvSpPr>
          <p:spPr>
            <a:xfrm>
              <a:off x="7210606" y="545813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22" name="Hexagon 1121">
              <a:extLst>
                <a:ext uri="{FF2B5EF4-FFF2-40B4-BE49-F238E27FC236}">
                  <a16:creationId xmlns:a16="http://schemas.microsoft.com/office/drawing/2014/main" id="{3C6A046C-918F-48CD-B218-928489DF5531}"/>
                </a:ext>
              </a:extLst>
            </p:cNvPr>
            <p:cNvSpPr/>
            <p:nvPr/>
          </p:nvSpPr>
          <p:spPr>
            <a:xfrm>
              <a:off x="7213551" y="533733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23" name="Hexagon 1122">
              <a:extLst>
                <a:ext uri="{FF2B5EF4-FFF2-40B4-BE49-F238E27FC236}">
                  <a16:creationId xmlns:a16="http://schemas.microsoft.com/office/drawing/2014/main" id="{2CFD2637-84A3-48CB-91EC-CB16ADDA4940}"/>
                </a:ext>
              </a:extLst>
            </p:cNvPr>
            <p:cNvSpPr/>
            <p:nvPr/>
          </p:nvSpPr>
          <p:spPr>
            <a:xfrm>
              <a:off x="7359035" y="528497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24" name="Hexagon 1123">
              <a:extLst>
                <a:ext uri="{FF2B5EF4-FFF2-40B4-BE49-F238E27FC236}">
                  <a16:creationId xmlns:a16="http://schemas.microsoft.com/office/drawing/2014/main" id="{8508B392-89E0-41D1-8C59-44BB55A7F941}"/>
                </a:ext>
              </a:extLst>
            </p:cNvPr>
            <p:cNvSpPr/>
            <p:nvPr/>
          </p:nvSpPr>
          <p:spPr>
            <a:xfrm>
              <a:off x="7206061" y="521821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25" name="Hexagon 1124">
              <a:extLst>
                <a:ext uri="{FF2B5EF4-FFF2-40B4-BE49-F238E27FC236}">
                  <a16:creationId xmlns:a16="http://schemas.microsoft.com/office/drawing/2014/main" id="{FDB04F57-7F4A-47E5-A54B-4C1148FF2AC3}"/>
                </a:ext>
              </a:extLst>
            </p:cNvPr>
            <p:cNvSpPr/>
            <p:nvPr/>
          </p:nvSpPr>
          <p:spPr>
            <a:xfrm>
              <a:off x="7204676" y="509957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26" name="Hexagon 1125">
              <a:extLst>
                <a:ext uri="{FF2B5EF4-FFF2-40B4-BE49-F238E27FC236}">
                  <a16:creationId xmlns:a16="http://schemas.microsoft.com/office/drawing/2014/main" id="{CB7EC2B6-511F-4A7F-B8C3-4168E53E29A8}"/>
                </a:ext>
              </a:extLst>
            </p:cNvPr>
            <p:cNvSpPr/>
            <p:nvPr/>
          </p:nvSpPr>
          <p:spPr>
            <a:xfrm>
              <a:off x="7051297" y="515858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27" name="Hexagon 1126">
              <a:extLst>
                <a:ext uri="{FF2B5EF4-FFF2-40B4-BE49-F238E27FC236}">
                  <a16:creationId xmlns:a16="http://schemas.microsoft.com/office/drawing/2014/main" id="{F82DC930-D88F-4BE4-8615-20AD19ACBF6D}"/>
                </a:ext>
              </a:extLst>
            </p:cNvPr>
            <p:cNvSpPr/>
            <p:nvPr/>
          </p:nvSpPr>
          <p:spPr>
            <a:xfrm>
              <a:off x="7052564" y="504521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28" name="Hexagon 1127">
              <a:extLst>
                <a:ext uri="{FF2B5EF4-FFF2-40B4-BE49-F238E27FC236}">
                  <a16:creationId xmlns:a16="http://schemas.microsoft.com/office/drawing/2014/main" id="{F95B921E-2549-4A1A-ACED-F51F9C4423D8}"/>
                </a:ext>
              </a:extLst>
            </p:cNvPr>
            <p:cNvSpPr/>
            <p:nvPr/>
          </p:nvSpPr>
          <p:spPr>
            <a:xfrm>
              <a:off x="6906340" y="522353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29" name="Hexagon 1128">
              <a:extLst>
                <a:ext uri="{FF2B5EF4-FFF2-40B4-BE49-F238E27FC236}">
                  <a16:creationId xmlns:a16="http://schemas.microsoft.com/office/drawing/2014/main" id="{D25A67CE-7C65-4E9B-8755-920B497B3D4E}"/>
                </a:ext>
              </a:extLst>
            </p:cNvPr>
            <p:cNvSpPr/>
            <p:nvPr/>
          </p:nvSpPr>
          <p:spPr>
            <a:xfrm>
              <a:off x="7050371" y="492967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30" name="Hexagon 1129">
              <a:extLst>
                <a:ext uri="{FF2B5EF4-FFF2-40B4-BE49-F238E27FC236}">
                  <a16:creationId xmlns:a16="http://schemas.microsoft.com/office/drawing/2014/main" id="{816BBC84-CB65-45A2-AC01-F4D45C45DF4E}"/>
                </a:ext>
              </a:extLst>
            </p:cNvPr>
            <p:cNvSpPr/>
            <p:nvPr/>
          </p:nvSpPr>
          <p:spPr>
            <a:xfrm>
              <a:off x="7051638" y="481154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31" name="Hexagon 1130">
              <a:extLst>
                <a:ext uri="{FF2B5EF4-FFF2-40B4-BE49-F238E27FC236}">
                  <a16:creationId xmlns:a16="http://schemas.microsoft.com/office/drawing/2014/main" id="{01E87282-7A3B-48F0-925B-E1937E75AABA}"/>
                </a:ext>
              </a:extLst>
            </p:cNvPr>
            <p:cNvSpPr/>
            <p:nvPr/>
          </p:nvSpPr>
          <p:spPr>
            <a:xfrm>
              <a:off x="6904393" y="499085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32" name="Hexagon 1131">
              <a:extLst>
                <a:ext uri="{FF2B5EF4-FFF2-40B4-BE49-F238E27FC236}">
                  <a16:creationId xmlns:a16="http://schemas.microsoft.com/office/drawing/2014/main" id="{D4F7EA6E-E959-4C35-BA23-DE204515C992}"/>
                </a:ext>
              </a:extLst>
            </p:cNvPr>
            <p:cNvSpPr/>
            <p:nvPr/>
          </p:nvSpPr>
          <p:spPr>
            <a:xfrm>
              <a:off x="6905660" y="487749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33" name="Hexagon 1132">
              <a:extLst>
                <a:ext uri="{FF2B5EF4-FFF2-40B4-BE49-F238E27FC236}">
                  <a16:creationId xmlns:a16="http://schemas.microsoft.com/office/drawing/2014/main" id="{FB8FAA3A-0BB1-44A6-8484-8930C8DE7626}"/>
                </a:ext>
              </a:extLst>
            </p:cNvPr>
            <p:cNvSpPr/>
            <p:nvPr/>
          </p:nvSpPr>
          <p:spPr>
            <a:xfrm>
              <a:off x="7199982" y="474745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34" name="Hexagon 1133">
              <a:extLst>
                <a:ext uri="{FF2B5EF4-FFF2-40B4-BE49-F238E27FC236}">
                  <a16:creationId xmlns:a16="http://schemas.microsoft.com/office/drawing/2014/main" id="{9D5F5413-2A10-421F-8AE5-ED7E89E5AC95}"/>
                </a:ext>
              </a:extLst>
            </p:cNvPr>
            <p:cNvSpPr/>
            <p:nvPr/>
          </p:nvSpPr>
          <p:spPr>
            <a:xfrm>
              <a:off x="7203630" y="463170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35" name="Hexagon 1134">
              <a:extLst>
                <a:ext uri="{FF2B5EF4-FFF2-40B4-BE49-F238E27FC236}">
                  <a16:creationId xmlns:a16="http://schemas.microsoft.com/office/drawing/2014/main" id="{4AEB75C8-8FD2-42C6-8E0D-F539EB2C8D8A}"/>
                </a:ext>
              </a:extLst>
            </p:cNvPr>
            <p:cNvSpPr/>
            <p:nvPr/>
          </p:nvSpPr>
          <p:spPr>
            <a:xfrm>
              <a:off x="6904950" y="475468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36" name="Hexagon 1135">
              <a:extLst>
                <a:ext uri="{FF2B5EF4-FFF2-40B4-BE49-F238E27FC236}">
                  <a16:creationId xmlns:a16="http://schemas.microsoft.com/office/drawing/2014/main" id="{BD71ED62-FA55-43B0-9B1B-D894A3EA869C}"/>
                </a:ext>
              </a:extLst>
            </p:cNvPr>
            <p:cNvSpPr/>
            <p:nvPr/>
          </p:nvSpPr>
          <p:spPr>
            <a:xfrm>
              <a:off x="6901455" y="463893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37" name="Hexagon 1136">
              <a:extLst>
                <a:ext uri="{FF2B5EF4-FFF2-40B4-BE49-F238E27FC236}">
                  <a16:creationId xmlns:a16="http://schemas.microsoft.com/office/drawing/2014/main" id="{CA3546AD-686E-4528-B4A0-EF5FB3644388}"/>
                </a:ext>
              </a:extLst>
            </p:cNvPr>
            <p:cNvSpPr/>
            <p:nvPr/>
          </p:nvSpPr>
          <p:spPr>
            <a:xfrm>
              <a:off x="7053678" y="457266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38" name="Hexagon 1137">
              <a:extLst>
                <a:ext uri="{FF2B5EF4-FFF2-40B4-BE49-F238E27FC236}">
                  <a16:creationId xmlns:a16="http://schemas.microsoft.com/office/drawing/2014/main" id="{154BA62B-80E5-4B97-B618-792524A9B5E3}"/>
                </a:ext>
              </a:extLst>
            </p:cNvPr>
            <p:cNvSpPr/>
            <p:nvPr/>
          </p:nvSpPr>
          <p:spPr>
            <a:xfrm>
              <a:off x="7049104" y="445235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39" name="Hexagon 1138">
              <a:extLst>
                <a:ext uri="{FF2B5EF4-FFF2-40B4-BE49-F238E27FC236}">
                  <a16:creationId xmlns:a16="http://schemas.microsoft.com/office/drawing/2014/main" id="{EFB5640E-ED2A-4B3F-8AB6-9E3C6D4739E2}"/>
                </a:ext>
              </a:extLst>
            </p:cNvPr>
            <p:cNvSpPr/>
            <p:nvPr/>
          </p:nvSpPr>
          <p:spPr>
            <a:xfrm>
              <a:off x="7050371" y="433899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40" name="Hexagon 1139">
              <a:extLst>
                <a:ext uri="{FF2B5EF4-FFF2-40B4-BE49-F238E27FC236}">
                  <a16:creationId xmlns:a16="http://schemas.microsoft.com/office/drawing/2014/main" id="{F2CA5426-E1EF-4681-A5C6-AE74B44595B9}"/>
                </a:ext>
              </a:extLst>
            </p:cNvPr>
            <p:cNvSpPr/>
            <p:nvPr/>
          </p:nvSpPr>
          <p:spPr>
            <a:xfrm>
              <a:off x="6900745" y="451592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41" name="Hexagon 1140">
              <a:extLst>
                <a:ext uri="{FF2B5EF4-FFF2-40B4-BE49-F238E27FC236}">
                  <a16:creationId xmlns:a16="http://schemas.microsoft.com/office/drawing/2014/main" id="{F6C4CD06-BB3B-4030-A85A-197586CDB542}"/>
                </a:ext>
              </a:extLst>
            </p:cNvPr>
            <p:cNvSpPr/>
            <p:nvPr/>
          </p:nvSpPr>
          <p:spPr>
            <a:xfrm>
              <a:off x="7349980" y="456268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42" name="Hexagon 1141">
              <a:extLst>
                <a:ext uri="{FF2B5EF4-FFF2-40B4-BE49-F238E27FC236}">
                  <a16:creationId xmlns:a16="http://schemas.microsoft.com/office/drawing/2014/main" id="{DD05383B-4C59-4ED2-9920-9C904C54A09F}"/>
                </a:ext>
              </a:extLst>
            </p:cNvPr>
            <p:cNvSpPr/>
            <p:nvPr/>
          </p:nvSpPr>
          <p:spPr>
            <a:xfrm>
              <a:off x="7351247" y="444931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43" name="Hexagon 1142">
              <a:extLst>
                <a:ext uri="{FF2B5EF4-FFF2-40B4-BE49-F238E27FC236}">
                  <a16:creationId xmlns:a16="http://schemas.microsoft.com/office/drawing/2014/main" id="{0FF869E0-2371-48A7-B90E-C2C9D65F9248}"/>
                </a:ext>
              </a:extLst>
            </p:cNvPr>
            <p:cNvSpPr/>
            <p:nvPr/>
          </p:nvSpPr>
          <p:spPr>
            <a:xfrm>
              <a:off x="7349054" y="433377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44" name="Hexagon 1143">
              <a:extLst>
                <a:ext uri="{FF2B5EF4-FFF2-40B4-BE49-F238E27FC236}">
                  <a16:creationId xmlns:a16="http://schemas.microsoft.com/office/drawing/2014/main" id="{81AEFAB1-F2FB-46CA-9F32-D13852484DE1}"/>
                </a:ext>
              </a:extLst>
            </p:cNvPr>
            <p:cNvSpPr/>
            <p:nvPr/>
          </p:nvSpPr>
          <p:spPr>
            <a:xfrm>
              <a:off x="7354651" y="422041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45" name="Hexagon 1144">
              <a:extLst>
                <a:ext uri="{FF2B5EF4-FFF2-40B4-BE49-F238E27FC236}">
                  <a16:creationId xmlns:a16="http://schemas.microsoft.com/office/drawing/2014/main" id="{C6C5A2C1-B2EC-43ED-9229-7C97359CEEB8}"/>
                </a:ext>
              </a:extLst>
            </p:cNvPr>
            <p:cNvSpPr/>
            <p:nvPr/>
          </p:nvSpPr>
          <p:spPr>
            <a:xfrm>
              <a:off x="7203076" y="439495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46" name="Hexagon 1145">
              <a:extLst>
                <a:ext uri="{FF2B5EF4-FFF2-40B4-BE49-F238E27FC236}">
                  <a16:creationId xmlns:a16="http://schemas.microsoft.com/office/drawing/2014/main" id="{F9BDE19A-FC2F-4466-861F-C57E8A7A82A3}"/>
                </a:ext>
              </a:extLst>
            </p:cNvPr>
            <p:cNvSpPr/>
            <p:nvPr/>
          </p:nvSpPr>
          <p:spPr>
            <a:xfrm>
              <a:off x="7206508" y="428159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47" name="Hexagon 1146">
              <a:extLst>
                <a:ext uri="{FF2B5EF4-FFF2-40B4-BE49-F238E27FC236}">
                  <a16:creationId xmlns:a16="http://schemas.microsoft.com/office/drawing/2014/main" id="{1A972BCF-8BAC-49BE-BB86-FF81B1C6B565}"/>
                </a:ext>
              </a:extLst>
            </p:cNvPr>
            <p:cNvSpPr/>
            <p:nvPr/>
          </p:nvSpPr>
          <p:spPr>
            <a:xfrm>
              <a:off x="7655544" y="421464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48" name="Hexagon 1147">
              <a:extLst>
                <a:ext uri="{FF2B5EF4-FFF2-40B4-BE49-F238E27FC236}">
                  <a16:creationId xmlns:a16="http://schemas.microsoft.com/office/drawing/2014/main" id="{E1E825FD-E453-4001-A422-C3A91EA6C266}"/>
                </a:ext>
              </a:extLst>
            </p:cNvPr>
            <p:cNvSpPr/>
            <p:nvPr/>
          </p:nvSpPr>
          <p:spPr>
            <a:xfrm>
              <a:off x="7505918" y="439157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49" name="Hexagon 1148">
              <a:extLst>
                <a:ext uri="{FF2B5EF4-FFF2-40B4-BE49-F238E27FC236}">
                  <a16:creationId xmlns:a16="http://schemas.microsoft.com/office/drawing/2014/main" id="{1BDF2A45-7C39-4ED8-891E-0DF83A0145CC}"/>
                </a:ext>
              </a:extLst>
            </p:cNvPr>
            <p:cNvSpPr/>
            <p:nvPr/>
          </p:nvSpPr>
          <p:spPr>
            <a:xfrm>
              <a:off x="7507185" y="427820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50" name="Hexagon 1149">
              <a:extLst>
                <a:ext uri="{FF2B5EF4-FFF2-40B4-BE49-F238E27FC236}">
                  <a16:creationId xmlns:a16="http://schemas.microsoft.com/office/drawing/2014/main" id="{FEB4DB6B-3B4B-440D-A925-0523653B3E4A}"/>
                </a:ext>
              </a:extLst>
            </p:cNvPr>
            <p:cNvSpPr/>
            <p:nvPr/>
          </p:nvSpPr>
          <p:spPr>
            <a:xfrm>
              <a:off x="7506475" y="41553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51" name="Hexagon 1150">
              <a:extLst>
                <a:ext uri="{FF2B5EF4-FFF2-40B4-BE49-F238E27FC236}">
                  <a16:creationId xmlns:a16="http://schemas.microsoft.com/office/drawing/2014/main" id="{E7FB66BC-ECB3-4FDC-9092-97B4C9CCB02F}"/>
                </a:ext>
              </a:extLst>
            </p:cNvPr>
            <p:cNvSpPr/>
            <p:nvPr/>
          </p:nvSpPr>
          <p:spPr>
            <a:xfrm>
              <a:off x="7507742" y="404203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52" name="Hexagon 1151">
              <a:extLst>
                <a:ext uri="{FF2B5EF4-FFF2-40B4-BE49-F238E27FC236}">
                  <a16:creationId xmlns:a16="http://schemas.microsoft.com/office/drawing/2014/main" id="{DA6F476C-70CC-416A-A2B4-C2EA460609A6}"/>
                </a:ext>
              </a:extLst>
            </p:cNvPr>
            <p:cNvSpPr/>
            <p:nvPr/>
          </p:nvSpPr>
          <p:spPr>
            <a:xfrm>
              <a:off x="7506816" y="391641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53" name="Hexagon 1152">
              <a:extLst>
                <a:ext uri="{FF2B5EF4-FFF2-40B4-BE49-F238E27FC236}">
                  <a16:creationId xmlns:a16="http://schemas.microsoft.com/office/drawing/2014/main" id="{F1DCD376-D9BA-45A1-A2B4-432AF51446ED}"/>
                </a:ext>
              </a:extLst>
            </p:cNvPr>
            <p:cNvSpPr/>
            <p:nvPr/>
          </p:nvSpPr>
          <p:spPr>
            <a:xfrm>
              <a:off x="7810376" y="427588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54" name="Hexagon 1153">
              <a:extLst>
                <a:ext uri="{FF2B5EF4-FFF2-40B4-BE49-F238E27FC236}">
                  <a16:creationId xmlns:a16="http://schemas.microsoft.com/office/drawing/2014/main" id="{15C80AFE-6EE6-4057-B4B5-0559595A1525}"/>
                </a:ext>
              </a:extLst>
            </p:cNvPr>
            <p:cNvSpPr/>
            <p:nvPr/>
          </p:nvSpPr>
          <p:spPr>
            <a:xfrm>
              <a:off x="7660556" y="397941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55" name="Hexagon 1154">
              <a:extLst>
                <a:ext uri="{FF2B5EF4-FFF2-40B4-BE49-F238E27FC236}">
                  <a16:creationId xmlns:a16="http://schemas.microsoft.com/office/drawing/2014/main" id="{A87DCD29-C702-402A-9F04-5B2AA0DFF7AF}"/>
                </a:ext>
              </a:extLst>
            </p:cNvPr>
            <p:cNvSpPr/>
            <p:nvPr/>
          </p:nvSpPr>
          <p:spPr>
            <a:xfrm>
              <a:off x="7658363" y="386387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56" name="Hexagon 1155">
              <a:extLst>
                <a:ext uri="{FF2B5EF4-FFF2-40B4-BE49-F238E27FC236}">
                  <a16:creationId xmlns:a16="http://schemas.microsoft.com/office/drawing/2014/main" id="{CAF0253F-2C36-4A8A-8CA8-4B9125D8F1AC}"/>
                </a:ext>
              </a:extLst>
            </p:cNvPr>
            <p:cNvSpPr/>
            <p:nvPr/>
          </p:nvSpPr>
          <p:spPr>
            <a:xfrm>
              <a:off x="7659630" y="375051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57" name="Hexagon 1156">
              <a:extLst>
                <a:ext uri="{FF2B5EF4-FFF2-40B4-BE49-F238E27FC236}">
                  <a16:creationId xmlns:a16="http://schemas.microsoft.com/office/drawing/2014/main" id="{0C9E1A50-C61B-4ECB-BB5B-522C71A721D3}"/>
                </a:ext>
              </a:extLst>
            </p:cNvPr>
            <p:cNvSpPr/>
            <p:nvPr/>
          </p:nvSpPr>
          <p:spPr>
            <a:xfrm>
              <a:off x="7816494" y="380830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58" name="Hexagon 1157">
              <a:extLst>
                <a:ext uri="{FF2B5EF4-FFF2-40B4-BE49-F238E27FC236}">
                  <a16:creationId xmlns:a16="http://schemas.microsoft.com/office/drawing/2014/main" id="{8FE4B9B8-AA48-4C63-BABF-5BE6407F050E}"/>
                </a:ext>
              </a:extLst>
            </p:cNvPr>
            <p:cNvSpPr/>
            <p:nvPr/>
          </p:nvSpPr>
          <p:spPr>
            <a:xfrm>
              <a:off x="7811454" y="368549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59" name="Hexagon 1158">
              <a:extLst>
                <a:ext uri="{FF2B5EF4-FFF2-40B4-BE49-F238E27FC236}">
                  <a16:creationId xmlns:a16="http://schemas.microsoft.com/office/drawing/2014/main" id="{69330126-3B9A-4370-B198-419F140726F2}"/>
                </a:ext>
              </a:extLst>
            </p:cNvPr>
            <p:cNvSpPr/>
            <p:nvPr/>
          </p:nvSpPr>
          <p:spPr>
            <a:xfrm>
              <a:off x="7817051" y="357213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60" name="Hexagon 1159">
              <a:extLst>
                <a:ext uri="{FF2B5EF4-FFF2-40B4-BE49-F238E27FC236}">
                  <a16:creationId xmlns:a16="http://schemas.microsoft.com/office/drawing/2014/main" id="{AE26892E-D3AA-4244-B31B-88F7DF4AEFC4}"/>
                </a:ext>
              </a:extLst>
            </p:cNvPr>
            <p:cNvSpPr/>
            <p:nvPr/>
          </p:nvSpPr>
          <p:spPr>
            <a:xfrm>
              <a:off x="7816341" y="344911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61" name="Hexagon 1160">
              <a:extLst>
                <a:ext uri="{FF2B5EF4-FFF2-40B4-BE49-F238E27FC236}">
                  <a16:creationId xmlns:a16="http://schemas.microsoft.com/office/drawing/2014/main" id="{8884E33C-0004-419D-8032-D7FF9611F270}"/>
                </a:ext>
              </a:extLst>
            </p:cNvPr>
            <p:cNvSpPr/>
            <p:nvPr/>
          </p:nvSpPr>
          <p:spPr>
            <a:xfrm>
              <a:off x="7962712" y="374565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62" name="Hexagon 1161">
              <a:extLst>
                <a:ext uri="{FF2B5EF4-FFF2-40B4-BE49-F238E27FC236}">
                  <a16:creationId xmlns:a16="http://schemas.microsoft.com/office/drawing/2014/main" id="{47D596BF-F4D5-46D2-946B-21089F33E2C4}"/>
                </a:ext>
              </a:extLst>
            </p:cNvPr>
            <p:cNvSpPr/>
            <p:nvPr/>
          </p:nvSpPr>
          <p:spPr>
            <a:xfrm>
              <a:off x="7962002" y="362284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63" name="Hexagon 1162">
              <a:extLst>
                <a:ext uri="{FF2B5EF4-FFF2-40B4-BE49-F238E27FC236}">
                  <a16:creationId xmlns:a16="http://schemas.microsoft.com/office/drawing/2014/main" id="{6B5F5BD5-D5AA-4E24-9532-E1A6F518308A}"/>
                </a:ext>
              </a:extLst>
            </p:cNvPr>
            <p:cNvSpPr/>
            <p:nvPr/>
          </p:nvSpPr>
          <p:spPr>
            <a:xfrm>
              <a:off x="7963269" y="350947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64" name="Hexagon 1163">
              <a:extLst>
                <a:ext uri="{FF2B5EF4-FFF2-40B4-BE49-F238E27FC236}">
                  <a16:creationId xmlns:a16="http://schemas.microsoft.com/office/drawing/2014/main" id="{D00216BF-E84F-416D-A47B-D59DFE674456}"/>
                </a:ext>
              </a:extLst>
            </p:cNvPr>
            <p:cNvSpPr/>
            <p:nvPr/>
          </p:nvSpPr>
          <p:spPr>
            <a:xfrm>
              <a:off x="7967183" y="326722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65" name="Hexagon 1164">
              <a:extLst>
                <a:ext uri="{FF2B5EF4-FFF2-40B4-BE49-F238E27FC236}">
                  <a16:creationId xmlns:a16="http://schemas.microsoft.com/office/drawing/2014/main" id="{07396242-E9D2-468C-A330-B3775D5BF485}"/>
                </a:ext>
              </a:extLst>
            </p:cNvPr>
            <p:cNvSpPr/>
            <p:nvPr/>
          </p:nvSpPr>
          <p:spPr>
            <a:xfrm>
              <a:off x="7968450" y="315385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66" name="Hexagon 1165">
              <a:extLst>
                <a:ext uri="{FF2B5EF4-FFF2-40B4-BE49-F238E27FC236}">
                  <a16:creationId xmlns:a16="http://schemas.microsoft.com/office/drawing/2014/main" id="{6DACD25D-7859-4CBC-B274-D5C1482F8584}"/>
                </a:ext>
              </a:extLst>
            </p:cNvPr>
            <p:cNvSpPr/>
            <p:nvPr/>
          </p:nvSpPr>
          <p:spPr>
            <a:xfrm>
              <a:off x="7967740" y="303084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67" name="Hexagon 1166">
              <a:extLst>
                <a:ext uri="{FF2B5EF4-FFF2-40B4-BE49-F238E27FC236}">
                  <a16:creationId xmlns:a16="http://schemas.microsoft.com/office/drawing/2014/main" id="{34757FF7-42FC-4B4B-91D4-9B1E25917472}"/>
                </a:ext>
              </a:extLst>
            </p:cNvPr>
            <p:cNvSpPr/>
            <p:nvPr/>
          </p:nvSpPr>
          <p:spPr>
            <a:xfrm>
              <a:off x="8114111" y="332737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68" name="Hexagon 1167">
              <a:extLst>
                <a:ext uri="{FF2B5EF4-FFF2-40B4-BE49-F238E27FC236}">
                  <a16:creationId xmlns:a16="http://schemas.microsoft.com/office/drawing/2014/main" id="{5BE0E862-0BF4-4510-9209-BADBCD4129B8}"/>
                </a:ext>
              </a:extLst>
            </p:cNvPr>
            <p:cNvSpPr/>
            <p:nvPr/>
          </p:nvSpPr>
          <p:spPr>
            <a:xfrm>
              <a:off x="8113401" y="32045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69" name="Hexagon 1168">
              <a:extLst>
                <a:ext uri="{FF2B5EF4-FFF2-40B4-BE49-F238E27FC236}">
                  <a16:creationId xmlns:a16="http://schemas.microsoft.com/office/drawing/2014/main" id="{012CC7EB-09DA-45F6-B140-F29EF1972A5A}"/>
                </a:ext>
              </a:extLst>
            </p:cNvPr>
            <p:cNvSpPr/>
            <p:nvPr/>
          </p:nvSpPr>
          <p:spPr>
            <a:xfrm>
              <a:off x="8114668" y="309120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70" name="Hexagon 1169">
              <a:extLst>
                <a:ext uri="{FF2B5EF4-FFF2-40B4-BE49-F238E27FC236}">
                  <a16:creationId xmlns:a16="http://schemas.microsoft.com/office/drawing/2014/main" id="{469BFB71-275C-487A-A274-B54DEA95EE48}"/>
                </a:ext>
              </a:extLst>
            </p:cNvPr>
            <p:cNvSpPr/>
            <p:nvPr/>
          </p:nvSpPr>
          <p:spPr>
            <a:xfrm>
              <a:off x="8118585" y="345100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71" name="Hexagon 1170">
              <a:extLst>
                <a:ext uri="{FF2B5EF4-FFF2-40B4-BE49-F238E27FC236}">
                  <a16:creationId xmlns:a16="http://schemas.microsoft.com/office/drawing/2014/main" id="{79860347-E83A-4B3C-9FD8-E22DF42C9275}"/>
                </a:ext>
              </a:extLst>
            </p:cNvPr>
            <p:cNvSpPr/>
            <p:nvPr/>
          </p:nvSpPr>
          <p:spPr>
            <a:xfrm>
              <a:off x="8264803" y="338835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72" name="Hexagon 1171">
              <a:extLst>
                <a:ext uri="{FF2B5EF4-FFF2-40B4-BE49-F238E27FC236}">
                  <a16:creationId xmlns:a16="http://schemas.microsoft.com/office/drawing/2014/main" id="{17C32E6F-1679-47DF-A01B-41813FBEEAAE}"/>
                </a:ext>
              </a:extLst>
            </p:cNvPr>
            <p:cNvSpPr/>
            <p:nvPr/>
          </p:nvSpPr>
          <p:spPr>
            <a:xfrm>
              <a:off x="8264093" y="326554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73" name="Hexagon 1172">
              <a:extLst>
                <a:ext uri="{FF2B5EF4-FFF2-40B4-BE49-F238E27FC236}">
                  <a16:creationId xmlns:a16="http://schemas.microsoft.com/office/drawing/2014/main" id="{428E7EA2-978A-4F03-9353-A263D8F5B7B0}"/>
                </a:ext>
              </a:extLst>
            </p:cNvPr>
            <p:cNvSpPr/>
            <p:nvPr/>
          </p:nvSpPr>
          <p:spPr>
            <a:xfrm>
              <a:off x="8265360" y="315217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74" name="Hexagon 1173">
              <a:extLst>
                <a:ext uri="{FF2B5EF4-FFF2-40B4-BE49-F238E27FC236}">
                  <a16:creationId xmlns:a16="http://schemas.microsoft.com/office/drawing/2014/main" id="{6C7ECB4B-F58C-44A2-BFCB-F53E63220C17}"/>
                </a:ext>
              </a:extLst>
            </p:cNvPr>
            <p:cNvSpPr/>
            <p:nvPr/>
          </p:nvSpPr>
          <p:spPr>
            <a:xfrm>
              <a:off x="7974309" y="29065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75" name="Hexagon 1174">
              <a:extLst>
                <a:ext uri="{FF2B5EF4-FFF2-40B4-BE49-F238E27FC236}">
                  <a16:creationId xmlns:a16="http://schemas.microsoft.com/office/drawing/2014/main" id="{E69F4A7F-46A5-401D-86C7-E57A01271168}"/>
                </a:ext>
              </a:extLst>
            </p:cNvPr>
            <p:cNvSpPr/>
            <p:nvPr/>
          </p:nvSpPr>
          <p:spPr>
            <a:xfrm>
              <a:off x="8121237" y="296675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76" name="Hexagon 1175">
              <a:extLst>
                <a:ext uri="{FF2B5EF4-FFF2-40B4-BE49-F238E27FC236}">
                  <a16:creationId xmlns:a16="http://schemas.microsoft.com/office/drawing/2014/main" id="{7F926B84-D112-4103-AD35-75626742A712}"/>
                </a:ext>
              </a:extLst>
            </p:cNvPr>
            <p:cNvSpPr/>
            <p:nvPr/>
          </p:nvSpPr>
          <p:spPr>
            <a:xfrm>
              <a:off x="8271929" y="302772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77" name="Hexagon 1176">
              <a:extLst>
                <a:ext uri="{FF2B5EF4-FFF2-40B4-BE49-F238E27FC236}">
                  <a16:creationId xmlns:a16="http://schemas.microsoft.com/office/drawing/2014/main" id="{9C17A944-DE34-4729-858D-E27FF695DF98}"/>
                </a:ext>
              </a:extLst>
            </p:cNvPr>
            <p:cNvSpPr/>
            <p:nvPr/>
          </p:nvSpPr>
          <p:spPr>
            <a:xfrm>
              <a:off x="7818438" y="33261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78" name="Hexagon 1177">
              <a:extLst>
                <a:ext uri="{FF2B5EF4-FFF2-40B4-BE49-F238E27FC236}">
                  <a16:creationId xmlns:a16="http://schemas.microsoft.com/office/drawing/2014/main" id="{61F3D719-5B3A-4415-808F-10D5FDF66E8C}"/>
                </a:ext>
              </a:extLst>
            </p:cNvPr>
            <p:cNvSpPr/>
            <p:nvPr/>
          </p:nvSpPr>
          <p:spPr>
            <a:xfrm>
              <a:off x="7817728" y="320333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79" name="Hexagon 1178">
              <a:extLst>
                <a:ext uri="{FF2B5EF4-FFF2-40B4-BE49-F238E27FC236}">
                  <a16:creationId xmlns:a16="http://schemas.microsoft.com/office/drawing/2014/main" id="{2A0111AB-68E8-41E9-B0DC-1C80DAD7CF9B}"/>
                </a:ext>
              </a:extLst>
            </p:cNvPr>
            <p:cNvSpPr/>
            <p:nvPr/>
          </p:nvSpPr>
          <p:spPr>
            <a:xfrm>
              <a:off x="7818995" y="308997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80" name="Hexagon 1179">
              <a:extLst>
                <a:ext uri="{FF2B5EF4-FFF2-40B4-BE49-F238E27FC236}">
                  <a16:creationId xmlns:a16="http://schemas.microsoft.com/office/drawing/2014/main" id="{438798F9-B58C-4221-BAD6-AA69733690F8}"/>
                </a:ext>
              </a:extLst>
            </p:cNvPr>
            <p:cNvSpPr/>
            <p:nvPr/>
          </p:nvSpPr>
          <p:spPr>
            <a:xfrm>
              <a:off x="7818285" y="296695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81" name="Hexagon 1180">
              <a:extLst>
                <a:ext uri="{FF2B5EF4-FFF2-40B4-BE49-F238E27FC236}">
                  <a16:creationId xmlns:a16="http://schemas.microsoft.com/office/drawing/2014/main" id="{2202F905-234D-46B1-AAA8-CC7E09D0282C}"/>
                </a:ext>
              </a:extLst>
            </p:cNvPr>
            <p:cNvSpPr/>
            <p:nvPr/>
          </p:nvSpPr>
          <p:spPr>
            <a:xfrm>
              <a:off x="7671252" y="326334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82" name="Hexagon 1181">
              <a:extLst>
                <a:ext uri="{FF2B5EF4-FFF2-40B4-BE49-F238E27FC236}">
                  <a16:creationId xmlns:a16="http://schemas.microsoft.com/office/drawing/2014/main" id="{FBCDD69D-A945-470C-A3CE-0717A30A3DCF}"/>
                </a:ext>
              </a:extLst>
            </p:cNvPr>
            <p:cNvSpPr/>
            <p:nvPr/>
          </p:nvSpPr>
          <p:spPr>
            <a:xfrm>
              <a:off x="7361690" y="255705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83" name="Hexagon 1182">
              <a:extLst>
                <a:ext uri="{FF2B5EF4-FFF2-40B4-BE49-F238E27FC236}">
                  <a16:creationId xmlns:a16="http://schemas.microsoft.com/office/drawing/2014/main" id="{7E58E157-FB38-424D-8538-A1143124928B}"/>
                </a:ext>
              </a:extLst>
            </p:cNvPr>
            <p:cNvSpPr/>
            <p:nvPr/>
          </p:nvSpPr>
          <p:spPr>
            <a:xfrm>
              <a:off x="7364287" y="267810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84" name="Hexagon 1183">
              <a:extLst>
                <a:ext uri="{FF2B5EF4-FFF2-40B4-BE49-F238E27FC236}">
                  <a16:creationId xmlns:a16="http://schemas.microsoft.com/office/drawing/2014/main" id="{85C2B9E0-81FE-4AF7-979F-4B7A0FCE5390}"/>
                </a:ext>
              </a:extLst>
            </p:cNvPr>
            <p:cNvSpPr/>
            <p:nvPr/>
          </p:nvSpPr>
          <p:spPr>
            <a:xfrm>
              <a:off x="7514306" y="261776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85" name="Hexagon 1184">
              <a:extLst>
                <a:ext uri="{FF2B5EF4-FFF2-40B4-BE49-F238E27FC236}">
                  <a16:creationId xmlns:a16="http://schemas.microsoft.com/office/drawing/2014/main" id="{509A42CA-AEB5-4C4F-ACED-60EFF853FC8B}"/>
                </a:ext>
              </a:extLst>
            </p:cNvPr>
            <p:cNvSpPr/>
            <p:nvPr/>
          </p:nvSpPr>
          <p:spPr>
            <a:xfrm>
              <a:off x="7666490" y="255959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86" name="Hexagon 1185">
              <a:extLst>
                <a:ext uri="{FF2B5EF4-FFF2-40B4-BE49-F238E27FC236}">
                  <a16:creationId xmlns:a16="http://schemas.microsoft.com/office/drawing/2014/main" id="{3DADFA2C-9039-43C2-880A-C5B675E8842E}"/>
                </a:ext>
              </a:extLst>
            </p:cNvPr>
            <p:cNvSpPr/>
            <p:nvPr/>
          </p:nvSpPr>
          <p:spPr>
            <a:xfrm>
              <a:off x="7514090" y="249496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87" name="Hexagon 1186">
              <a:extLst>
                <a:ext uri="{FF2B5EF4-FFF2-40B4-BE49-F238E27FC236}">
                  <a16:creationId xmlns:a16="http://schemas.microsoft.com/office/drawing/2014/main" id="{691682F7-D321-4A20-83FE-696168B07824}"/>
                </a:ext>
              </a:extLst>
            </p:cNvPr>
            <p:cNvSpPr/>
            <p:nvPr/>
          </p:nvSpPr>
          <p:spPr>
            <a:xfrm>
              <a:off x="7211671" y="26173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88" name="Hexagon 1187">
              <a:extLst>
                <a:ext uri="{FF2B5EF4-FFF2-40B4-BE49-F238E27FC236}">
                  <a16:creationId xmlns:a16="http://schemas.microsoft.com/office/drawing/2014/main" id="{16478C64-A89D-40FA-A19A-2924C2513B49}"/>
                </a:ext>
              </a:extLst>
            </p:cNvPr>
            <p:cNvSpPr/>
            <p:nvPr/>
          </p:nvSpPr>
          <p:spPr>
            <a:xfrm>
              <a:off x="7513258" y="273914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89" name="Hexagon 1188">
              <a:extLst>
                <a:ext uri="{FF2B5EF4-FFF2-40B4-BE49-F238E27FC236}">
                  <a16:creationId xmlns:a16="http://schemas.microsoft.com/office/drawing/2014/main" id="{CF64057D-E9A7-4C46-AC00-B5572F1A5A7F}"/>
                </a:ext>
              </a:extLst>
            </p:cNvPr>
            <p:cNvSpPr/>
            <p:nvPr/>
          </p:nvSpPr>
          <p:spPr>
            <a:xfrm>
              <a:off x="7665874" y="279948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90" name="Hexagon 1189">
              <a:extLst>
                <a:ext uri="{FF2B5EF4-FFF2-40B4-BE49-F238E27FC236}">
                  <a16:creationId xmlns:a16="http://schemas.microsoft.com/office/drawing/2014/main" id="{9CA85FC6-675C-4CBC-8738-01AF8705EDC9}"/>
                </a:ext>
              </a:extLst>
            </p:cNvPr>
            <p:cNvSpPr/>
            <p:nvPr/>
          </p:nvSpPr>
          <p:spPr>
            <a:xfrm>
              <a:off x="7816109" y="27391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91" name="Hexagon 1190">
              <a:extLst>
                <a:ext uri="{FF2B5EF4-FFF2-40B4-BE49-F238E27FC236}">
                  <a16:creationId xmlns:a16="http://schemas.microsoft.com/office/drawing/2014/main" id="{C70E313E-1022-49B9-95B2-4345DD34D34C}"/>
                </a:ext>
              </a:extLst>
            </p:cNvPr>
            <p:cNvSpPr/>
            <p:nvPr/>
          </p:nvSpPr>
          <p:spPr>
            <a:xfrm>
              <a:off x="7663709" y="267451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92" name="Hexagon 1191">
              <a:extLst>
                <a:ext uri="{FF2B5EF4-FFF2-40B4-BE49-F238E27FC236}">
                  <a16:creationId xmlns:a16="http://schemas.microsoft.com/office/drawing/2014/main" id="{075112F0-B498-4000-8C30-7B1FA2892DC7}"/>
                </a:ext>
              </a:extLst>
            </p:cNvPr>
            <p:cNvSpPr/>
            <p:nvPr/>
          </p:nvSpPr>
          <p:spPr>
            <a:xfrm>
              <a:off x="7358693" y="279948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93" name="Hexagon 1192">
              <a:extLst>
                <a:ext uri="{FF2B5EF4-FFF2-40B4-BE49-F238E27FC236}">
                  <a16:creationId xmlns:a16="http://schemas.microsoft.com/office/drawing/2014/main" id="{CC480339-9286-4108-BB69-0AE91774C0D4}"/>
                </a:ext>
              </a:extLst>
            </p:cNvPr>
            <p:cNvSpPr/>
            <p:nvPr/>
          </p:nvSpPr>
          <p:spPr>
            <a:xfrm>
              <a:off x="7659752" y="231557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94" name="Hexagon 1193">
              <a:extLst>
                <a:ext uri="{FF2B5EF4-FFF2-40B4-BE49-F238E27FC236}">
                  <a16:creationId xmlns:a16="http://schemas.microsoft.com/office/drawing/2014/main" id="{A5CD6F7F-FF54-427F-9034-F9901D0223C8}"/>
                </a:ext>
              </a:extLst>
            </p:cNvPr>
            <p:cNvSpPr/>
            <p:nvPr/>
          </p:nvSpPr>
          <p:spPr>
            <a:xfrm>
              <a:off x="7662133" y="243624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95" name="Hexagon 1194">
              <a:extLst>
                <a:ext uri="{FF2B5EF4-FFF2-40B4-BE49-F238E27FC236}">
                  <a16:creationId xmlns:a16="http://schemas.microsoft.com/office/drawing/2014/main" id="{BAFACFD9-1DC4-483E-889E-B1770ED516D0}"/>
                </a:ext>
              </a:extLst>
            </p:cNvPr>
            <p:cNvSpPr/>
            <p:nvPr/>
          </p:nvSpPr>
          <p:spPr>
            <a:xfrm>
              <a:off x="7814533" y="237590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96" name="Hexagon 1195">
              <a:extLst>
                <a:ext uri="{FF2B5EF4-FFF2-40B4-BE49-F238E27FC236}">
                  <a16:creationId xmlns:a16="http://schemas.microsoft.com/office/drawing/2014/main" id="{4E6D4761-C1A0-4A76-A2F3-8163B8A1F91F}"/>
                </a:ext>
              </a:extLst>
            </p:cNvPr>
            <p:cNvSpPr/>
            <p:nvPr/>
          </p:nvSpPr>
          <p:spPr>
            <a:xfrm>
              <a:off x="7966933" y="231556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97" name="Hexagon 1196">
              <a:extLst>
                <a:ext uri="{FF2B5EF4-FFF2-40B4-BE49-F238E27FC236}">
                  <a16:creationId xmlns:a16="http://schemas.microsoft.com/office/drawing/2014/main" id="{A096F41C-7504-4CA0-84D1-BFF7CC8A2C0D}"/>
                </a:ext>
              </a:extLst>
            </p:cNvPr>
            <p:cNvSpPr/>
            <p:nvPr/>
          </p:nvSpPr>
          <p:spPr>
            <a:xfrm>
              <a:off x="7812369" y="225526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98" name="Hexagon 1197">
              <a:extLst>
                <a:ext uri="{FF2B5EF4-FFF2-40B4-BE49-F238E27FC236}">
                  <a16:creationId xmlns:a16="http://schemas.microsoft.com/office/drawing/2014/main" id="{E8BE8E2E-568C-4CD4-9A0A-0EEBE257AB93}"/>
                </a:ext>
              </a:extLst>
            </p:cNvPr>
            <p:cNvSpPr/>
            <p:nvPr/>
          </p:nvSpPr>
          <p:spPr>
            <a:xfrm>
              <a:off x="7507352" y="237590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99" name="Hexagon 1198">
              <a:extLst>
                <a:ext uri="{FF2B5EF4-FFF2-40B4-BE49-F238E27FC236}">
                  <a16:creationId xmlns:a16="http://schemas.microsoft.com/office/drawing/2014/main" id="{AA400A89-6E0E-4C86-B8A5-CB4113FEA194}"/>
                </a:ext>
              </a:extLst>
            </p:cNvPr>
            <p:cNvSpPr/>
            <p:nvPr/>
          </p:nvSpPr>
          <p:spPr>
            <a:xfrm>
              <a:off x="7962367" y="243412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00" name="Hexagon 1199">
              <a:extLst>
                <a:ext uri="{FF2B5EF4-FFF2-40B4-BE49-F238E27FC236}">
                  <a16:creationId xmlns:a16="http://schemas.microsoft.com/office/drawing/2014/main" id="{0C753E57-E144-4120-BDC1-2902555ED00A}"/>
                </a:ext>
              </a:extLst>
            </p:cNvPr>
            <p:cNvSpPr/>
            <p:nvPr/>
          </p:nvSpPr>
          <p:spPr>
            <a:xfrm>
              <a:off x="7964748" y="255480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01" name="Hexagon 1200">
              <a:extLst>
                <a:ext uri="{FF2B5EF4-FFF2-40B4-BE49-F238E27FC236}">
                  <a16:creationId xmlns:a16="http://schemas.microsoft.com/office/drawing/2014/main" id="{0265CB06-B4FC-44A6-A3F2-AE4DF1F8BB62}"/>
                </a:ext>
              </a:extLst>
            </p:cNvPr>
            <p:cNvSpPr/>
            <p:nvPr/>
          </p:nvSpPr>
          <p:spPr>
            <a:xfrm>
              <a:off x="8119313" y="249446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02" name="Hexagon 1201">
              <a:extLst>
                <a:ext uri="{FF2B5EF4-FFF2-40B4-BE49-F238E27FC236}">
                  <a16:creationId xmlns:a16="http://schemas.microsoft.com/office/drawing/2014/main" id="{A745CAE0-7A0E-41CD-8D8D-4A82872A5262}"/>
                </a:ext>
              </a:extLst>
            </p:cNvPr>
            <p:cNvSpPr/>
            <p:nvPr/>
          </p:nvSpPr>
          <p:spPr>
            <a:xfrm>
              <a:off x="8269548" y="243412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03" name="Hexagon 1202">
              <a:extLst>
                <a:ext uri="{FF2B5EF4-FFF2-40B4-BE49-F238E27FC236}">
                  <a16:creationId xmlns:a16="http://schemas.microsoft.com/office/drawing/2014/main" id="{90BD85EE-3B8A-485C-899F-9B453E012C81}"/>
                </a:ext>
              </a:extLst>
            </p:cNvPr>
            <p:cNvSpPr/>
            <p:nvPr/>
          </p:nvSpPr>
          <p:spPr>
            <a:xfrm>
              <a:off x="8117148" y="236949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04" name="Hexagon 1203">
              <a:extLst>
                <a:ext uri="{FF2B5EF4-FFF2-40B4-BE49-F238E27FC236}">
                  <a16:creationId xmlns:a16="http://schemas.microsoft.com/office/drawing/2014/main" id="{E9B215D6-9904-432C-B6E9-965686B51DFD}"/>
                </a:ext>
              </a:extLst>
            </p:cNvPr>
            <p:cNvSpPr/>
            <p:nvPr/>
          </p:nvSpPr>
          <p:spPr>
            <a:xfrm>
              <a:off x="7809967" y="249446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05" name="Hexagon 1204">
              <a:extLst>
                <a:ext uri="{FF2B5EF4-FFF2-40B4-BE49-F238E27FC236}">
                  <a16:creationId xmlns:a16="http://schemas.microsoft.com/office/drawing/2014/main" id="{E8AF1C12-4FD0-46C3-AEB3-B1948B5C5A0C}"/>
                </a:ext>
              </a:extLst>
            </p:cNvPr>
            <p:cNvSpPr/>
            <p:nvPr/>
          </p:nvSpPr>
          <p:spPr>
            <a:xfrm>
              <a:off x="8115862" y="213424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06" name="Hexagon 1205">
              <a:extLst>
                <a:ext uri="{FF2B5EF4-FFF2-40B4-BE49-F238E27FC236}">
                  <a16:creationId xmlns:a16="http://schemas.microsoft.com/office/drawing/2014/main" id="{95226B4B-CC3D-419D-B1AC-D76E66F3DBAC}"/>
                </a:ext>
              </a:extLst>
            </p:cNvPr>
            <p:cNvSpPr/>
            <p:nvPr/>
          </p:nvSpPr>
          <p:spPr>
            <a:xfrm>
              <a:off x="8118243" y="225491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07" name="Hexagon 1206">
              <a:extLst>
                <a:ext uri="{FF2B5EF4-FFF2-40B4-BE49-F238E27FC236}">
                  <a16:creationId xmlns:a16="http://schemas.microsoft.com/office/drawing/2014/main" id="{BF707B40-9C47-4F14-AB8E-EE1B263276C2}"/>
                </a:ext>
              </a:extLst>
            </p:cNvPr>
            <p:cNvSpPr/>
            <p:nvPr/>
          </p:nvSpPr>
          <p:spPr>
            <a:xfrm>
              <a:off x="8270643" y="219458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08" name="Hexagon 1207">
              <a:extLst>
                <a:ext uri="{FF2B5EF4-FFF2-40B4-BE49-F238E27FC236}">
                  <a16:creationId xmlns:a16="http://schemas.microsoft.com/office/drawing/2014/main" id="{92B7382D-3D10-430A-93E2-7F6CFDF917FB}"/>
                </a:ext>
              </a:extLst>
            </p:cNvPr>
            <p:cNvSpPr/>
            <p:nvPr/>
          </p:nvSpPr>
          <p:spPr>
            <a:xfrm>
              <a:off x="8271018" y="207722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09" name="Hexagon 1208">
              <a:extLst>
                <a:ext uri="{FF2B5EF4-FFF2-40B4-BE49-F238E27FC236}">
                  <a16:creationId xmlns:a16="http://schemas.microsoft.com/office/drawing/2014/main" id="{CDAC6EE0-6DDA-42DF-B5AB-F2681DF633E0}"/>
                </a:ext>
              </a:extLst>
            </p:cNvPr>
            <p:cNvSpPr/>
            <p:nvPr/>
          </p:nvSpPr>
          <p:spPr>
            <a:xfrm>
              <a:off x="7963462" y="219458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10" name="Hexagon 1209">
              <a:extLst>
                <a:ext uri="{FF2B5EF4-FFF2-40B4-BE49-F238E27FC236}">
                  <a16:creationId xmlns:a16="http://schemas.microsoft.com/office/drawing/2014/main" id="{F47A929A-11DC-4B6D-8145-6F48CF41F72F}"/>
                </a:ext>
              </a:extLst>
            </p:cNvPr>
            <p:cNvSpPr/>
            <p:nvPr/>
          </p:nvSpPr>
          <p:spPr>
            <a:xfrm>
              <a:off x="8271397" y="183899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11" name="Hexagon 1210">
              <a:extLst>
                <a:ext uri="{FF2B5EF4-FFF2-40B4-BE49-F238E27FC236}">
                  <a16:creationId xmlns:a16="http://schemas.microsoft.com/office/drawing/2014/main" id="{7874042C-FB73-418D-BFD9-F805E328E36C}"/>
                </a:ext>
              </a:extLst>
            </p:cNvPr>
            <p:cNvSpPr/>
            <p:nvPr/>
          </p:nvSpPr>
          <p:spPr>
            <a:xfrm>
              <a:off x="8271613" y="195967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12" name="Hexagon 1211">
              <a:extLst>
                <a:ext uri="{FF2B5EF4-FFF2-40B4-BE49-F238E27FC236}">
                  <a16:creationId xmlns:a16="http://schemas.microsoft.com/office/drawing/2014/main" id="{E546883A-C50C-4B9E-A5D0-AA31CC17D5FB}"/>
                </a:ext>
              </a:extLst>
            </p:cNvPr>
            <p:cNvSpPr/>
            <p:nvPr/>
          </p:nvSpPr>
          <p:spPr>
            <a:xfrm>
              <a:off x="8426178" y="189933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13" name="Hexagon 1212">
              <a:extLst>
                <a:ext uri="{FF2B5EF4-FFF2-40B4-BE49-F238E27FC236}">
                  <a16:creationId xmlns:a16="http://schemas.microsoft.com/office/drawing/2014/main" id="{C2A26D92-BE02-4B30-90E5-B2A753CFA69C}"/>
                </a:ext>
              </a:extLst>
            </p:cNvPr>
            <p:cNvSpPr/>
            <p:nvPr/>
          </p:nvSpPr>
          <p:spPr>
            <a:xfrm>
              <a:off x="8423043" y="202363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14" name="Hexagon 1213">
              <a:extLst>
                <a:ext uri="{FF2B5EF4-FFF2-40B4-BE49-F238E27FC236}">
                  <a16:creationId xmlns:a16="http://schemas.microsoft.com/office/drawing/2014/main" id="{D2AC31BF-9256-4A1B-B97B-CCFDD88257A8}"/>
                </a:ext>
              </a:extLst>
            </p:cNvPr>
            <p:cNvSpPr/>
            <p:nvPr/>
          </p:nvSpPr>
          <p:spPr>
            <a:xfrm>
              <a:off x="8118744" y="201289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15" name="Hexagon 1214">
              <a:extLst>
                <a:ext uri="{FF2B5EF4-FFF2-40B4-BE49-F238E27FC236}">
                  <a16:creationId xmlns:a16="http://schemas.microsoft.com/office/drawing/2014/main" id="{6F2DB6BD-D896-4D02-8699-496A6F14A53E}"/>
                </a:ext>
              </a:extLst>
            </p:cNvPr>
            <p:cNvSpPr/>
            <p:nvPr/>
          </p:nvSpPr>
          <p:spPr>
            <a:xfrm>
              <a:off x="8118997" y="189933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16" name="Hexagon 1215">
              <a:extLst>
                <a:ext uri="{FF2B5EF4-FFF2-40B4-BE49-F238E27FC236}">
                  <a16:creationId xmlns:a16="http://schemas.microsoft.com/office/drawing/2014/main" id="{3A81112A-1D11-456F-AB8C-339E0063E7D0}"/>
                </a:ext>
              </a:extLst>
            </p:cNvPr>
            <p:cNvSpPr/>
            <p:nvPr/>
          </p:nvSpPr>
          <p:spPr>
            <a:xfrm>
              <a:off x="8271962" y="231282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17" name="Hexagon 1216">
              <a:extLst>
                <a:ext uri="{FF2B5EF4-FFF2-40B4-BE49-F238E27FC236}">
                  <a16:creationId xmlns:a16="http://schemas.microsoft.com/office/drawing/2014/main" id="{97039EA6-FE16-4DE8-8891-169637C7BBF4}"/>
                </a:ext>
              </a:extLst>
            </p:cNvPr>
            <p:cNvSpPr/>
            <p:nvPr/>
          </p:nvSpPr>
          <p:spPr>
            <a:xfrm>
              <a:off x="8119863" y="261122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18" name="Hexagon 1217">
              <a:extLst>
                <a:ext uri="{FF2B5EF4-FFF2-40B4-BE49-F238E27FC236}">
                  <a16:creationId xmlns:a16="http://schemas.microsoft.com/office/drawing/2014/main" id="{E173BEA7-1F76-4E76-9760-62166C4CB934}"/>
                </a:ext>
              </a:extLst>
            </p:cNvPr>
            <p:cNvSpPr/>
            <p:nvPr/>
          </p:nvSpPr>
          <p:spPr>
            <a:xfrm>
              <a:off x="7210373" y="273302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19" name="Hexagon 1218">
              <a:extLst>
                <a:ext uri="{FF2B5EF4-FFF2-40B4-BE49-F238E27FC236}">
                  <a16:creationId xmlns:a16="http://schemas.microsoft.com/office/drawing/2014/main" id="{910ADAF2-AC77-4AA6-9CC7-75437DD03759}"/>
                </a:ext>
              </a:extLst>
            </p:cNvPr>
            <p:cNvSpPr/>
            <p:nvPr/>
          </p:nvSpPr>
          <p:spPr>
            <a:xfrm>
              <a:off x="7814950" y="285042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20" name="Hexagon 1219">
              <a:extLst>
                <a:ext uri="{FF2B5EF4-FFF2-40B4-BE49-F238E27FC236}">
                  <a16:creationId xmlns:a16="http://schemas.microsoft.com/office/drawing/2014/main" id="{71FB874A-5156-44D3-BBEF-C1A406F6673F}"/>
                </a:ext>
              </a:extLst>
            </p:cNvPr>
            <p:cNvSpPr/>
            <p:nvPr/>
          </p:nvSpPr>
          <p:spPr>
            <a:xfrm>
              <a:off x="7668871" y="291438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21" name="Hexagon 1220">
              <a:extLst>
                <a:ext uri="{FF2B5EF4-FFF2-40B4-BE49-F238E27FC236}">
                  <a16:creationId xmlns:a16="http://schemas.microsoft.com/office/drawing/2014/main" id="{27C89F15-F5F4-4D49-94AE-2B3CAB1F1761}"/>
                </a:ext>
              </a:extLst>
            </p:cNvPr>
            <p:cNvSpPr/>
            <p:nvPr/>
          </p:nvSpPr>
          <p:spPr>
            <a:xfrm>
              <a:off x="7668553" y="302999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22" name="Hexagon 1221">
              <a:extLst>
                <a:ext uri="{FF2B5EF4-FFF2-40B4-BE49-F238E27FC236}">
                  <a16:creationId xmlns:a16="http://schemas.microsoft.com/office/drawing/2014/main" id="{8F456DF5-4C30-41B6-BBF3-26D5FCD3BF03}"/>
                </a:ext>
              </a:extLst>
            </p:cNvPr>
            <p:cNvSpPr/>
            <p:nvPr/>
          </p:nvSpPr>
          <p:spPr>
            <a:xfrm>
              <a:off x="7515592" y="296864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23" name="Hexagon 1222">
              <a:extLst>
                <a:ext uri="{FF2B5EF4-FFF2-40B4-BE49-F238E27FC236}">
                  <a16:creationId xmlns:a16="http://schemas.microsoft.com/office/drawing/2014/main" id="{128D65C2-83D2-4074-96C7-FBF27F967E38}"/>
                </a:ext>
              </a:extLst>
            </p:cNvPr>
            <p:cNvSpPr/>
            <p:nvPr/>
          </p:nvSpPr>
          <p:spPr>
            <a:xfrm>
              <a:off x="7514281" y="308289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24" name="Hexagon 1223">
              <a:extLst>
                <a:ext uri="{FF2B5EF4-FFF2-40B4-BE49-F238E27FC236}">
                  <a16:creationId xmlns:a16="http://schemas.microsoft.com/office/drawing/2014/main" id="{B99C92AE-158E-46A5-BB38-437E411E8E5A}"/>
                </a:ext>
              </a:extLst>
            </p:cNvPr>
            <p:cNvSpPr/>
            <p:nvPr/>
          </p:nvSpPr>
          <p:spPr>
            <a:xfrm>
              <a:off x="6898950" y="403970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25" name="Hexagon 1224">
              <a:extLst>
                <a:ext uri="{FF2B5EF4-FFF2-40B4-BE49-F238E27FC236}">
                  <a16:creationId xmlns:a16="http://schemas.microsoft.com/office/drawing/2014/main" id="{F9AAFAFD-38B6-4013-B110-1A1C9A9CEBE5}"/>
                </a:ext>
              </a:extLst>
            </p:cNvPr>
            <p:cNvSpPr/>
            <p:nvPr/>
          </p:nvSpPr>
          <p:spPr>
            <a:xfrm>
              <a:off x="6594138" y="403956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26" name="Hexagon 1225">
              <a:extLst>
                <a:ext uri="{FF2B5EF4-FFF2-40B4-BE49-F238E27FC236}">
                  <a16:creationId xmlns:a16="http://schemas.microsoft.com/office/drawing/2014/main" id="{C56F7485-8F84-42F0-8CB3-3FF87BC7CFF6}"/>
                </a:ext>
              </a:extLst>
            </p:cNvPr>
            <p:cNvSpPr/>
            <p:nvPr/>
          </p:nvSpPr>
          <p:spPr>
            <a:xfrm>
              <a:off x="7053731" y="410004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27" name="Hexagon 1226">
              <a:extLst>
                <a:ext uri="{FF2B5EF4-FFF2-40B4-BE49-F238E27FC236}">
                  <a16:creationId xmlns:a16="http://schemas.microsoft.com/office/drawing/2014/main" id="{B58B7237-8685-4457-8D8E-B965E5F8DA73}"/>
                </a:ext>
              </a:extLst>
            </p:cNvPr>
            <p:cNvSpPr/>
            <p:nvPr/>
          </p:nvSpPr>
          <p:spPr>
            <a:xfrm>
              <a:off x="7206131" y="403970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28" name="Hexagon 1227">
              <a:extLst>
                <a:ext uri="{FF2B5EF4-FFF2-40B4-BE49-F238E27FC236}">
                  <a16:creationId xmlns:a16="http://schemas.microsoft.com/office/drawing/2014/main" id="{A603C321-CEB1-41EC-A09F-534DE88BC5A9}"/>
                </a:ext>
              </a:extLst>
            </p:cNvPr>
            <p:cNvSpPr/>
            <p:nvPr/>
          </p:nvSpPr>
          <p:spPr>
            <a:xfrm>
              <a:off x="7053731" y="397507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29" name="Hexagon 1228">
              <a:extLst>
                <a:ext uri="{FF2B5EF4-FFF2-40B4-BE49-F238E27FC236}">
                  <a16:creationId xmlns:a16="http://schemas.microsoft.com/office/drawing/2014/main" id="{0C80758A-83A4-489A-8796-ECF2433C1F03}"/>
                </a:ext>
              </a:extLst>
            </p:cNvPr>
            <p:cNvSpPr/>
            <p:nvPr/>
          </p:nvSpPr>
          <p:spPr>
            <a:xfrm>
              <a:off x="6746550" y="410004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30" name="Hexagon 1229">
              <a:extLst>
                <a:ext uri="{FF2B5EF4-FFF2-40B4-BE49-F238E27FC236}">
                  <a16:creationId xmlns:a16="http://schemas.microsoft.com/office/drawing/2014/main" id="{766AEAB2-8432-478E-99A7-3FF20668FF01}"/>
                </a:ext>
              </a:extLst>
            </p:cNvPr>
            <p:cNvSpPr/>
            <p:nvPr/>
          </p:nvSpPr>
          <p:spPr>
            <a:xfrm>
              <a:off x="6752397" y="374429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31" name="Hexagon 1230">
              <a:extLst>
                <a:ext uri="{FF2B5EF4-FFF2-40B4-BE49-F238E27FC236}">
                  <a16:creationId xmlns:a16="http://schemas.microsoft.com/office/drawing/2014/main" id="{D857BFCE-A8F1-4888-91D8-43339908C72F}"/>
                </a:ext>
              </a:extLst>
            </p:cNvPr>
            <p:cNvSpPr/>
            <p:nvPr/>
          </p:nvSpPr>
          <p:spPr>
            <a:xfrm>
              <a:off x="6749698" y="386676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32" name="Hexagon 1231">
              <a:extLst>
                <a:ext uri="{FF2B5EF4-FFF2-40B4-BE49-F238E27FC236}">
                  <a16:creationId xmlns:a16="http://schemas.microsoft.com/office/drawing/2014/main" id="{55847818-5DB2-47B5-A2EC-744FEC8812A3}"/>
                </a:ext>
              </a:extLst>
            </p:cNvPr>
            <p:cNvSpPr/>
            <p:nvPr/>
          </p:nvSpPr>
          <p:spPr>
            <a:xfrm>
              <a:off x="6901939" y="380626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33" name="Hexagon 1232">
              <a:extLst>
                <a:ext uri="{FF2B5EF4-FFF2-40B4-BE49-F238E27FC236}">
                  <a16:creationId xmlns:a16="http://schemas.microsoft.com/office/drawing/2014/main" id="{EDA10082-225D-4904-B938-7C99CCD15447}"/>
                </a:ext>
              </a:extLst>
            </p:cNvPr>
            <p:cNvSpPr/>
            <p:nvPr/>
          </p:nvSpPr>
          <p:spPr>
            <a:xfrm>
              <a:off x="7057254" y="374592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34" name="Hexagon 1233">
              <a:extLst>
                <a:ext uri="{FF2B5EF4-FFF2-40B4-BE49-F238E27FC236}">
                  <a16:creationId xmlns:a16="http://schemas.microsoft.com/office/drawing/2014/main" id="{190E5943-D9E6-4309-82EE-78F13DB7BC48}"/>
                </a:ext>
              </a:extLst>
            </p:cNvPr>
            <p:cNvSpPr/>
            <p:nvPr/>
          </p:nvSpPr>
          <p:spPr>
            <a:xfrm>
              <a:off x="6906860" y="36839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35" name="Hexagon 1234">
              <a:extLst>
                <a:ext uri="{FF2B5EF4-FFF2-40B4-BE49-F238E27FC236}">
                  <a16:creationId xmlns:a16="http://schemas.microsoft.com/office/drawing/2014/main" id="{410FF6CF-E9B3-4CDB-8C36-5F784649B834}"/>
                </a:ext>
              </a:extLst>
            </p:cNvPr>
            <p:cNvSpPr/>
            <p:nvPr/>
          </p:nvSpPr>
          <p:spPr>
            <a:xfrm>
              <a:off x="6597298" y="380642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36" name="Hexagon 1235">
              <a:extLst>
                <a:ext uri="{FF2B5EF4-FFF2-40B4-BE49-F238E27FC236}">
                  <a16:creationId xmlns:a16="http://schemas.microsoft.com/office/drawing/2014/main" id="{A45EEB8F-8D3D-4D0F-B641-3593AF38F23F}"/>
                </a:ext>
              </a:extLst>
            </p:cNvPr>
            <p:cNvSpPr/>
            <p:nvPr/>
          </p:nvSpPr>
          <p:spPr>
            <a:xfrm>
              <a:off x="6602863" y="356082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37" name="Hexagon 1236">
              <a:extLst>
                <a:ext uri="{FF2B5EF4-FFF2-40B4-BE49-F238E27FC236}">
                  <a16:creationId xmlns:a16="http://schemas.microsoft.com/office/drawing/2014/main" id="{B2078B6A-A02D-4A6E-9037-19A860E50F4E}"/>
                </a:ext>
              </a:extLst>
            </p:cNvPr>
            <p:cNvSpPr/>
            <p:nvPr/>
          </p:nvSpPr>
          <p:spPr>
            <a:xfrm>
              <a:off x="6600914" y="368150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38" name="Hexagon 1237">
              <a:extLst>
                <a:ext uri="{FF2B5EF4-FFF2-40B4-BE49-F238E27FC236}">
                  <a16:creationId xmlns:a16="http://schemas.microsoft.com/office/drawing/2014/main" id="{E395C1C9-288A-400B-BAC6-5304121B058C}"/>
                </a:ext>
              </a:extLst>
            </p:cNvPr>
            <p:cNvSpPr/>
            <p:nvPr/>
          </p:nvSpPr>
          <p:spPr>
            <a:xfrm>
              <a:off x="6757644" y="362116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39" name="Hexagon 1238">
              <a:extLst>
                <a:ext uri="{FF2B5EF4-FFF2-40B4-BE49-F238E27FC236}">
                  <a16:creationId xmlns:a16="http://schemas.microsoft.com/office/drawing/2014/main" id="{CAF91B5B-5736-4B66-A61A-367B78B21315}"/>
                </a:ext>
              </a:extLst>
            </p:cNvPr>
            <p:cNvSpPr/>
            <p:nvPr/>
          </p:nvSpPr>
          <p:spPr>
            <a:xfrm>
              <a:off x="6907504" y="356082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0" name="Hexagon 1239">
              <a:extLst>
                <a:ext uri="{FF2B5EF4-FFF2-40B4-BE49-F238E27FC236}">
                  <a16:creationId xmlns:a16="http://schemas.microsoft.com/office/drawing/2014/main" id="{75C7FF25-F55E-4885-B7F2-108357F8F482}"/>
                </a:ext>
              </a:extLst>
            </p:cNvPr>
            <p:cNvSpPr/>
            <p:nvPr/>
          </p:nvSpPr>
          <p:spPr>
            <a:xfrm>
              <a:off x="6757644" y="349619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1" name="Hexagon 1240">
              <a:extLst>
                <a:ext uri="{FF2B5EF4-FFF2-40B4-BE49-F238E27FC236}">
                  <a16:creationId xmlns:a16="http://schemas.microsoft.com/office/drawing/2014/main" id="{7FE91613-8206-43B6-9308-9234924E73D2}"/>
                </a:ext>
              </a:extLst>
            </p:cNvPr>
            <p:cNvSpPr/>
            <p:nvPr/>
          </p:nvSpPr>
          <p:spPr>
            <a:xfrm>
              <a:off x="6447923" y="361862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2" name="Hexagon 1241">
              <a:extLst>
                <a:ext uri="{FF2B5EF4-FFF2-40B4-BE49-F238E27FC236}">
                  <a16:creationId xmlns:a16="http://schemas.microsoft.com/office/drawing/2014/main" id="{603EE80E-B1DF-4606-A459-8DF0BE5E7FBD}"/>
                </a:ext>
              </a:extLst>
            </p:cNvPr>
            <p:cNvSpPr/>
            <p:nvPr/>
          </p:nvSpPr>
          <p:spPr>
            <a:xfrm>
              <a:off x="6596668" y="3325973"/>
              <a:ext cx="196162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3" name="Hexagon 1242">
              <a:extLst>
                <a:ext uri="{FF2B5EF4-FFF2-40B4-BE49-F238E27FC236}">
                  <a16:creationId xmlns:a16="http://schemas.microsoft.com/office/drawing/2014/main" id="{013400A8-5856-4F89-8616-641687D8F847}"/>
                </a:ext>
              </a:extLst>
            </p:cNvPr>
            <p:cNvSpPr/>
            <p:nvPr/>
          </p:nvSpPr>
          <p:spPr>
            <a:xfrm>
              <a:off x="6602584" y="344157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4" name="Hexagon 1243">
              <a:extLst>
                <a:ext uri="{FF2B5EF4-FFF2-40B4-BE49-F238E27FC236}">
                  <a16:creationId xmlns:a16="http://schemas.microsoft.com/office/drawing/2014/main" id="{EE5F95F7-4EE0-4228-BA9D-35813168B761}"/>
                </a:ext>
              </a:extLst>
            </p:cNvPr>
            <p:cNvSpPr/>
            <p:nvPr/>
          </p:nvSpPr>
          <p:spPr>
            <a:xfrm>
              <a:off x="6754984" y="338123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5" name="Hexagon 1244">
              <a:extLst>
                <a:ext uri="{FF2B5EF4-FFF2-40B4-BE49-F238E27FC236}">
                  <a16:creationId xmlns:a16="http://schemas.microsoft.com/office/drawing/2014/main" id="{F27940BC-9CDA-4D16-9D70-505C0F63103C}"/>
                </a:ext>
              </a:extLst>
            </p:cNvPr>
            <p:cNvSpPr/>
            <p:nvPr/>
          </p:nvSpPr>
          <p:spPr>
            <a:xfrm>
              <a:off x="6901895" y="3315662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6" name="Hexagon 1245">
              <a:extLst>
                <a:ext uri="{FF2B5EF4-FFF2-40B4-BE49-F238E27FC236}">
                  <a16:creationId xmlns:a16="http://schemas.microsoft.com/office/drawing/2014/main" id="{11DA9317-F7AE-4C9C-93C5-F71BA5DF2244}"/>
                </a:ext>
              </a:extLst>
            </p:cNvPr>
            <p:cNvSpPr/>
            <p:nvPr/>
          </p:nvSpPr>
          <p:spPr>
            <a:xfrm>
              <a:off x="6749495" y="3251029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7" name="Hexagon 1246">
              <a:extLst>
                <a:ext uri="{FF2B5EF4-FFF2-40B4-BE49-F238E27FC236}">
                  <a16:creationId xmlns:a16="http://schemas.microsoft.com/office/drawing/2014/main" id="{65C75906-0397-49F5-89BA-F43ADAA67A09}"/>
                </a:ext>
              </a:extLst>
            </p:cNvPr>
            <p:cNvSpPr/>
            <p:nvPr/>
          </p:nvSpPr>
          <p:spPr>
            <a:xfrm>
              <a:off x="6445263" y="33833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8" name="Hexagon 1247">
              <a:extLst>
                <a:ext uri="{FF2B5EF4-FFF2-40B4-BE49-F238E27FC236}">
                  <a16:creationId xmlns:a16="http://schemas.microsoft.com/office/drawing/2014/main" id="{6C3A98F7-B25E-463E-8E9D-F8884612FED2}"/>
                </a:ext>
              </a:extLst>
            </p:cNvPr>
            <p:cNvSpPr/>
            <p:nvPr/>
          </p:nvSpPr>
          <p:spPr>
            <a:xfrm>
              <a:off x="7210985" y="35615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9" name="Hexagon 1248">
              <a:extLst>
                <a:ext uri="{FF2B5EF4-FFF2-40B4-BE49-F238E27FC236}">
                  <a16:creationId xmlns:a16="http://schemas.microsoft.com/office/drawing/2014/main" id="{0207654D-20D2-4E30-87A7-D378E1C36236}"/>
                </a:ext>
              </a:extLst>
            </p:cNvPr>
            <p:cNvSpPr/>
            <p:nvPr/>
          </p:nvSpPr>
          <p:spPr>
            <a:xfrm>
              <a:off x="7210610" y="368227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0" name="Hexagon 1249">
              <a:extLst>
                <a:ext uri="{FF2B5EF4-FFF2-40B4-BE49-F238E27FC236}">
                  <a16:creationId xmlns:a16="http://schemas.microsoft.com/office/drawing/2014/main" id="{215E9823-F548-4B09-944A-94633E1815E2}"/>
                </a:ext>
              </a:extLst>
            </p:cNvPr>
            <p:cNvSpPr/>
            <p:nvPr/>
          </p:nvSpPr>
          <p:spPr>
            <a:xfrm>
              <a:off x="7367715" y="362193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1" name="Hexagon 1250">
              <a:extLst>
                <a:ext uri="{FF2B5EF4-FFF2-40B4-BE49-F238E27FC236}">
                  <a16:creationId xmlns:a16="http://schemas.microsoft.com/office/drawing/2014/main" id="{A58F4D35-75B4-41A8-B045-BE4CCF27981A}"/>
                </a:ext>
              </a:extLst>
            </p:cNvPr>
            <p:cNvSpPr/>
            <p:nvPr/>
          </p:nvSpPr>
          <p:spPr>
            <a:xfrm>
              <a:off x="7520115" y="356159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2" name="Hexagon 1251">
              <a:extLst>
                <a:ext uri="{FF2B5EF4-FFF2-40B4-BE49-F238E27FC236}">
                  <a16:creationId xmlns:a16="http://schemas.microsoft.com/office/drawing/2014/main" id="{58B0A6FC-2DFE-4EE8-BFAD-E8DC42D9BFD8}"/>
                </a:ext>
              </a:extLst>
            </p:cNvPr>
            <p:cNvSpPr/>
            <p:nvPr/>
          </p:nvSpPr>
          <p:spPr>
            <a:xfrm>
              <a:off x="6447923" y="374060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3" name="Hexagon 1252">
              <a:extLst>
                <a:ext uri="{FF2B5EF4-FFF2-40B4-BE49-F238E27FC236}">
                  <a16:creationId xmlns:a16="http://schemas.microsoft.com/office/drawing/2014/main" id="{04A90F24-D876-4CD6-ABE4-D24CA4D58EE2}"/>
                </a:ext>
              </a:extLst>
            </p:cNvPr>
            <p:cNvSpPr/>
            <p:nvPr/>
          </p:nvSpPr>
          <p:spPr>
            <a:xfrm>
              <a:off x="7057835" y="362193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4" name="Hexagon 1253">
              <a:extLst>
                <a:ext uri="{FF2B5EF4-FFF2-40B4-BE49-F238E27FC236}">
                  <a16:creationId xmlns:a16="http://schemas.microsoft.com/office/drawing/2014/main" id="{2522CEAA-6B02-4B9A-A973-28226EB954EE}"/>
                </a:ext>
              </a:extLst>
            </p:cNvPr>
            <p:cNvSpPr/>
            <p:nvPr/>
          </p:nvSpPr>
          <p:spPr>
            <a:xfrm>
              <a:off x="6593409" y="392226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5" name="Hexagon 1254">
              <a:extLst>
                <a:ext uri="{FF2B5EF4-FFF2-40B4-BE49-F238E27FC236}">
                  <a16:creationId xmlns:a16="http://schemas.microsoft.com/office/drawing/2014/main" id="{4E24A56B-C5B6-4AFE-9E79-53BC6D822474}"/>
                </a:ext>
              </a:extLst>
            </p:cNvPr>
            <p:cNvSpPr/>
            <p:nvPr/>
          </p:nvSpPr>
          <p:spPr>
            <a:xfrm>
              <a:off x="7207242" y="391628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6" name="Hexagon 1255">
              <a:extLst>
                <a:ext uri="{FF2B5EF4-FFF2-40B4-BE49-F238E27FC236}">
                  <a16:creationId xmlns:a16="http://schemas.microsoft.com/office/drawing/2014/main" id="{ADE3CF18-1697-4D81-96C5-C28C66CD7321}"/>
                </a:ext>
              </a:extLst>
            </p:cNvPr>
            <p:cNvSpPr/>
            <p:nvPr/>
          </p:nvSpPr>
          <p:spPr>
            <a:xfrm>
              <a:off x="6898297" y="391779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7" name="Hexagon 1256">
              <a:extLst>
                <a:ext uri="{FF2B5EF4-FFF2-40B4-BE49-F238E27FC236}">
                  <a16:creationId xmlns:a16="http://schemas.microsoft.com/office/drawing/2014/main" id="{2BB08E57-8986-43D9-9D1F-42472148F23E}"/>
                </a:ext>
              </a:extLst>
            </p:cNvPr>
            <p:cNvSpPr/>
            <p:nvPr/>
          </p:nvSpPr>
          <p:spPr>
            <a:xfrm>
              <a:off x="7210834" y="38019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8" name="Hexagon 1257">
              <a:extLst>
                <a:ext uri="{FF2B5EF4-FFF2-40B4-BE49-F238E27FC236}">
                  <a16:creationId xmlns:a16="http://schemas.microsoft.com/office/drawing/2014/main" id="{207E9A5A-E46D-4989-9F91-7BEF6FD019A4}"/>
                </a:ext>
              </a:extLst>
            </p:cNvPr>
            <p:cNvSpPr/>
            <p:nvPr/>
          </p:nvSpPr>
          <p:spPr>
            <a:xfrm>
              <a:off x="7367564" y="374165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9" name="Hexagon 1258">
              <a:extLst>
                <a:ext uri="{FF2B5EF4-FFF2-40B4-BE49-F238E27FC236}">
                  <a16:creationId xmlns:a16="http://schemas.microsoft.com/office/drawing/2014/main" id="{9535BA62-1ADB-4586-AE38-EF44C280A594}"/>
                </a:ext>
              </a:extLst>
            </p:cNvPr>
            <p:cNvSpPr/>
            <p:nvPr/>
          </p:nvSpPr>
          <p:spPr>
            <a:xfrm>
              <a:off x="6289239" y="332215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0" name="Hexagon 1259">
              <a:extLst>
                <a:ext uri="{FF2B5EF4-FFF2-40B4-BE49-F238E27FC236}">
                  <a16:creationId xmlns:a16="http://schemas.microsoft.com/office/drawing/2014/main" id="{400B825E-AC44-444E-B1A2-18A462CFE93A}"/>
                </a:ext>
              </a:extLst>
            </p:cNvPr>
            <p:cNvSpPr/>
            <p:nvPr/>
          </p:nvSpPr>
          <p:spPr>
            <a:xfrm>
              <a:off x="6286540" y="344028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1" name="Hexagon 1260">
              <a:extLst>
                <a:ext uri="{FF2B5EF4-FFF2-40B4-BE49-F238E27FC236}">
                  <a16:creationId xmlns:a16="http://schemas.microsoft.com/office/drawing/2014/main" id="{F9FB7C24-9055-4A3E-9786-6CB2F86E2D72}"/>
                </a:ext>
              </a:extLst>
            </p:cNvPr>
            <p:cNvSpPr/>
            <p:nvPr/>
          </p:nvSpPr>
          <p:spPr>
            <a:xfrm>
              <a:off x="6131759" y="337995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2" name="Hexagon 1261">
              <a:extLst>
                <a:ext uri="{FF2B5EF4-FFF2-40B4-BE49-F238E27FC236}">
                  <a16:creationId xmlns:a16="http://schemas.microsoft.com/office/drawing/2014/main" id="{B0C3595C-C583-45C9-94BE-4CD00A00E3B9}"/>
                </a:ext>
              </a:extLst>
            </p:cNvPr>
            <p:cNvSpPr/>
            <p:nvPr/>
          </p:nvSpPr>
          <p:spPr>
            <a:xfrm>
              <a:off x="6137324" y="325502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3" name="Hexagon 1262">
              <a:extLst>
                <a:ext uri="{FF2B5EF4-FFF2-40B4-BE49-F238E27FC236}">
                  <a16:creationId xmlns:a16="http://schemas.microsoft.com/office/drawing/2014/main" id="{5308F25E-F4A9-4ECE-898C-17BAAAD646C3}"/>
                </a:ext>
              </a:extLst>
            </p:cNvPr>
            <p:cNvSpPr/>
            <p:nvPr/>
          </p:nvSpPr>
          <p:spPr>
            <a:xfrm>
              <a:off x="6751699" y="302219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4" name="Hexagon 1263">
              <a:extLst>
                <a:ext uri="{FF2B5EF4-FFF2-40B4-BE49-F238E27FC236}">
                  <a16:creationId xmlns:a16="http://schemas.microsoft.com/office/drawing/2014/main" id="{C4C8C07F-29B3-4BF4-8C5E-217749ED699A}"/>
                </a:ext>
              </a:extLst>
            </p:cNvPr>
            <p:cNvSpPr/>
            <p:nvPr/>
          </p:nvSpPr>
          <p:spPr>
            <a:xfrm>
              <a:off x="6745892" y="3135098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5" name="Hexagon 1264">
              <a:extLst>
                <a:ext uri="{FF2B5EF4-FFF2-40B4-BE49-F238E27FC236}">
                  <a16:creationId xmlns:a16="http://schemas.microsoft.com/office/drawing/2014/main" id="{C14D5791-CB50-4B25-B962-35A37A6A043F}"/>
                </a:ext>
              </a:extLst>
            </p:cNvPr>
            <p:cNvSpPr/>
            <p:nvPr/>
          </p:nvSpPr>
          <p:spPr>
            <a:xfrm>
              <a:off x="6591111" y="3074759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6" name="Hexagon 1265">
              <a:extLst>
                <a:ext uri="{FF2B5EF4-FFF2-40B4-BE49-F238E27FC236}">
                  <a16:creationId xmlns:a16="http://schemas.microsoft.com/office/drawing/2014/main" id="{255C30B4-B5C7-4CF4-B81B-1C2A11425279}"/>
                </a:ext>
              </a:extLst>
            </p:cNvPr>
            <p:cNvSpPr/>
            <p:nvPr/>
          </p:nvSpPr>
          <p:spPr>
            <a:xfrm>
              <a:off x="6599625" y="296014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7" name="Hexagon 1266">
              <a:extLst>
                <a:ext uri="{FF2B5EF4-FFF2-40B4-BE49-F238E27FC236}">
                  <a16:creationId xmlns:a16="http://schemas.microsoft.com/office/drawing/2014/main" id="{CA7F8DCB-F2D5-4C95-A7B2-C6253289C500}"/>
                </a:ext>
              </a:extLst>
            </p:cNvPr>
            <p:cNvSpPr/>
            <p:nvPr/>
          </p:nvSpPr>
          <p:spPr>
            <a:xfrm>
              <a:off x="7211519" y="320248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8" name="Hexagon 1267">
              <a:extLst>
                <a:ext uri="{FF2B5EF4-FFF2-40B4-BE49-F238E27FC236}">
                  <a16:creationId xmlns:a16="http://schemas.microsoft.com/office/drawing/2014/main" id="{DA2A0144-D098-49FE-B87C-EAB1A11A7997}"/>
                </a:ext>
              </a:extLst>
            </p:cNvPr>
            <p:cNvSpPr/>
            <p:nvPr/>
          </p:nvSpPr>
          <p:spPr>
            <a:xfrm>
              <a:off x="7210985" y="332061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9" name="Hexagon 1268">
              <a:extLst>
                <a:ext uri="{FF2B5EF4-FFF2-40B4-BE49-F238E27FC236}">
                  <a16:creationId xmlns:a16="http://schemas.microsoft.com/office/drawing/2014/main" id="{ECDD9A1B-447A-4932-9094-27780E95301B}"/>
                </a:ext>
              </a:extLst>
            </p:cNvPr>
            <p:cNvSpPr/>
            <p:nvPr/>
          </p:nvSpPr>
          <p:spPr>
            <a:xfrm>
              <a:off x="7060534" y="325811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0" name="Hexagon 1269">
              <a:extLst>
                <a:ext uri="{FF2B5EF4-FFF2-40B4-BE49-F238E27FC236}">
                  <a16:creationId xmlns:a16="http://schemas.microsoft.com/office/drawing/2014/main" id="{5E30956C-C352-483C-BA0F-E25C0E38751E}"/>
                </a:ext>
              </a:extLst>
            </p:cNvPr>
            <p:cNvSpPr/>
            <p:nvPr/>
          </p:nvSpPr>
          <p:spPr>
            <a:xfrm>
              <a:off x="7059604" y="313535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1" name="Hexagon 1270">
              <a:extLst>
                <a:ext uri="{FF2B5EF4-FFF2-40B4-BE49-F238E27FC236}">
                  <a16:creationId xmlns:a16="http://schemas.microsoft.com/office/drawing/2014/main" id="{C27066DF-C07C-4993-B789-2AEED0CAD6F0}"/>
                </a:ext>
              </a:extLst>
            </p:cNvPr>
            <p:cNvSpPr/>
            <p:nvPr/>
          </p:nvSpPr>
          <p:spPr>
            <a:xfrm>
              <a:off x="6590301" y="3196138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2" name="Hexagon 1271">
              <a:extLst>
                <a:ext uri="{FF2B5EF4-FFF2-40B4-BE49-F238E27FC236}">
                  <a16:creationId xmlns:a16="http://schemas.microsoft.com/office/drawing/2014/main" id="{7C85833A-108C-4FAE-AB2F-5C6064B2CF9F}"/>
                </a:ext>
              </a:extLst>
            </p:cNvPr>
            <p:cNvSpPr/>
            <p:nvPr/>
          </p:nvSpPr>
          <p:spPr>
            <a:xfrm>
              <a:off x="6907714" y="319616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3" name="Hexagon 1272">
              <a:extLst>
                <a:ext uri="{FF2B5EF4-FFF2-40B4-BE49-F238E27FC236}">
                  <a16:creationId xmlns:a16="http://schemas.microsoft.com/office/drawing/2014/main" id="{36378346-BCFC-4E3E-A90F-7C078BF43584}"/>
                </a:ext>
              </a:extLst>
            </p:cNvPr>
            <p:cNvSpPr/>
            <p:nvPr/>
          </p:nvSpPr>
          <p:spPr>
            <a:xfrm>
              <a:off x="7061715" y="349696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4" name="Hexagon 1273">
              <a:extLst>
                <a:ext uri="{FF2B5EF4-FFF2-40B4-BE49-F238E27FC236}">
                  <a16:creationId xmlns:a16="http://schemas.microsoft.com/office/drawing/2014/main" id="{466F77B5-10F1-4656-A059-E0C520B9E100}"/>
                </a:ext>
              </a:extLst>
            </p:cNvPr>
            <p:cNvSpPr/>
            <p:nvPr/>
          </p:nvSpPr>
          <p:spPr>
            <a:xfrm>
              <a:off x="7057750" y="337535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5" name="Hexagon 1274">
              <a:extLst>
                <a:ext uri="{FF2B5EF4-FFF2-40B4-BE49-F238E27FC236}">
                  <a16:creationId xmlns:a16="http://schemas.microsoft.com/office/drawing/2014/main" id="{9F29C45F-1311-4701-80AC-DBEE83FB3EF8}"/>
                </a:ext>
              </a:extLst>
            </p:cNvPr>
            <p:cNvSpPr/>
            <p:nvPr/>
          </p:nvSpPr>
          <p:spPr>
            <a:xfrm>
              <a:off x="7363203" y="337953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6" name="Hexagon 1275">
              <a:extLst>
                <a:ext uri="{FF2B5EF4-FFF2-40B4-BE49-F238E27FC236}">
                  <a16:creationId xmlns:a16="http://schemas.microsoft.com/office/drawing/2014/main" id="{5921BAA7-AE8B-4F19-8EF6-48D2EAF49F25}"/>
                </a:ext>
              </a:extLst>
            </p:cNvPr>
            <p:cNvSpPr/>
            <p:nvPr/>
          </p:nvSpPr>
          <p:spPr>
            <a:xfrm>
              <a:off x="7361619" y="326268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7" name="Hexagon 1276">
              <a:extLst>
                <a:ext uri="{FF2B5EF4-FFF2-40B4-BE49-F238E27FC236}">
                  <a16:creationId xmlns:a16="http://schemas.microsoft.com/office/drawing/2014/main" id="{DA60F2C8-DA0C-41F9-8176-CB6CDF817C04}"/>
                </a:ext>
              </a:extLst>
            </p:cNvPr>
            <p:cNvSpPr/>
            <p:nvPr/>
          </p:nvSpPr>
          <p:spPr>
            <a:xfrm>
              <a:off x="7515501" y="344208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8" name="Hexagon 1277">
              <a:extLst>
                <a:ext uri="{FF2B5EF4-FFF2-40B4-BE49-F238E27FC236}">
                  <a16:creationId xmlns:a16="http://schemas.microsoft.com/office/drawing/2014/main" id="{0C6CE1CB-2EB0-41CF-87D7-ED76C3E4D6F7}"/>
                </a:ext>
              </a:extLst>
            </p:cNvPr>
            <p:cNvSpPr/>
            <p:nvPr/>
          </p:nvSpPr>
          <p:spPr>
            <a:xfrm>
              <a:off x="6747781" y="279131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9" name="Hexagon 1278">
              <a:extLst>
                <a:ext uri="{FF2B5EF4-FFF2-40B4-BE49-F238E27FC236}">
                  <a16:creationId xmlns:a16="http://schemas.microsoft.com/office/drawing/2014/main" id="{712F7391-3B19-4A97-943A-1205AAD89D09}"/>
                </a:ext>
              </a:extLst>
            </p:cNvPr>
            <p:cNvSpPr/>
            <p:nvPr/>
          </p:nvSpPr>
          <p:spPr>
            <a:xfrm>
              <a:off x="6750162" y="290437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0" name="Hexagon 1279">
              <a:extLst>
                <a:ext uri="{FF2B5EF4-FFF2-40B4-BE49-F238E27FC236}">
                  <a16:creationId xmlns:a16="http://schemas.microsoft.com/office/drawing/2014/main" id="{C3EE8D53-343B-4A38-AAF2-78FB40672421}"/>
                </a:ext>
              </a:extLst>
            </p:cNvPr>
            <p:cNvSpPr/>
            <p:nvPr/>
          </p:nvSpPr>
          <p:spPr>
            <a:xfrm>
              <a:off x="6597444" y="284403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1" name="Hexagon 1280">
              <a:extLst>
                <a:ext uri="{FF2B5EF4-FFF2-40B4-BE49-F238E27FC236}">
                  <a16:creationId xmlns:a16="http://schemas.microsoft.com/office/drawing/2014/main" id="{14F8FBF7-7760-4DED-8950-29D2D9B0C34E}"/>
                </a:ext>
              </a:extLst>
            </p:cNvPr>
            <p:cNvSpPr/>
            <p:nvPr/>
          </p:nvSpPr>
          <p:spPr>
            <a:xfrm>
              <a:off x="7207067" y="308466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2" name="Hexagon 1281">
              <a:extLst>
                <a:ext uri="{FF2B5EF4-FFF2-40B4-BE49-F238E27FC236}">
                  <a16:creationId xmlns:a16="http://schemas.microsoft.com/office/drawing/2014/main" id="{054A6AC0-36B3-442B-B252-5423FE0E8C4F}"/>
                </a:ext>
              </a:extLst>
            </p:cNvPr>
            <p:cNvSpPr/>
            <p:nvPr/>
          </p:nvSpPr>
          <p:spPr>
            <a:xfrm>
              <a:off x="7052286" y="302215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3" name="Hexagon 1282">
              <a:extLst>
                <a:ext uri="{FF2B5EF4-FFF2-40B4-BE49-F238E27FC236}">
                  <a16:creationId xmlns:a16="http://schemas.microsoft.com/office/drawing/2014/main" id="{D1D42959-BA3D-4E3B-8B3B-D275C527F0AB}"/>
                </a:ext>
              </a:extLst>
            </p:cNvPr>
            <p:cNvSpPr/>
            <p:nvPr/>
          </p:nvSpPr>
          <p:spPr>
            <a:xfrm>
              <a:off x="7055311" y="290448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4" name="Hexagon 1283">
              <a:extLst>
                <a:ext uri="{FF2B5EF4-FFF2-40B4-BE49-F238E27FC236}">
                  <a16:creationId xmlns:a16="http://schemas.microsoft.com/office/drawing/2014/main" id="{4CD29862-4F30-4B26-8BBB-98051FC3910E}"/>
                </a:ext>
              </a:extLst>
            </p:cNvPr>
            <p:cNvSpPr/>
            <p:nvPr/>
          </p:nvSpPr>
          <p:spPr>
            <a:xfrm>
              <a:off x="6901847" y="296020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5" name="Hexagon 1284">
              <a:extLst>
                <a:ext uri="{FF2B5EF4-FFF2-40B4-BE49-F238E27FC236}">
                  <a16:creationId xmlns:a16="http://schemas.microsoft.com/office/drawing/2014/main" id="{E83583A2-4F69-4C92-88EE-0CE1386A6E71}"/>
                </a:ext>
              </a:extLst>
            </p:cNvPr>
            <p:cNvSpPr/>
            <p:nvPr/>
          </p:nvSpPr>
          <p:spPr>
            <a:xfrm>
              <a:off x="7048922" y="2779994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6" name="Hexagon 1285">
              <a:extLst>
                <a:ext uri="{FF2B5EF4-FFF2-40B4-BE49-F238E27FC236}">
                  <a16:creationId xmlns:a16="http://schemas.microsoft.com/office/drawing/2014/main" id="{F3E20B5E-CF54-4E17-809C-3E54C4313AD7}"/>
                </a:ext>
              </a:extLst>
            </p:cNvPr>
            <p:cNvSpPr/>
            <p:nvPr/>
          </p:nvSpPr>
          <p:spPr>
            <a:xfrm>
              <a:off x="6896363" y="2717901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7" name="Hexagon 1286">
              <a:extLst>
                <a:ext uri="{FF2B5EF4-FFF2-40B4-BE49-F238E27FC236}">
                  <a16:creationId xmlns:a16="http://schemas.microsoft.com/office/drawing/2014/main" id="{39C929AB-2318-4B10-B1FC-86B1DF57D6B5}"/>
                </a:ext>
              </a:extLst>
            </p:cNvPr>
            <p:cNvSpPr/>
            <p:nvPr/>
          </p:nvSpPr>
          <p:spPr>
            <a:xfrm>
              <a:off x="6897681" y="2599430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8" name="Hexagon 1287">
              <a:extLst>
                <a:ext uri="{FF2B5EF4-FFF2-40B4-BE49-F238E27FC236}">
                  <a16:creationId xmlns:a16="http://schemas.microsoft.com/office/drawing/2014/main" id="{4DD32782-7B2F-485A-A570-A7FF37ED2EA3}"/>
                </a:ext>
              </a:extLst>
            </p:cNvPr>
            <p:cNvSpPr/>
            <p:nvPr/>
          </p:nvSpPr>
          <p:spPr>
            <a:xfrm>
              <a:off x="6735598" y="2546711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9" name="Hexagon 1288">
              <a:extLst>
                <a:ext uri="{FF2B5EF4-FFF2-40B4-BE49-F238E27FC236}">
                  <a16:creationId xmlns:a16="http://schemas.microsoft.com/office/drawing/2014/main" id="{007DF08D-AB5A-48C0-AC71-310F35710AEA}"/>
                </a:ext>
              </a:extLst>
            </p:cNvPr>
            <p:cNvSpPr/>
            <p:nvPr/>
          </p:nvSpPr>
          <p:spPr>
            <a:xfrm>
              <a:off x="6739709" y="2665550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0" name="Hexagon 1289">
              <a:extLst>
                <a:ext uri="{FF2B5EF4-FFF2-40B4-BE49-F238E27FC236}">
                  <a16:creationId xmlns:a16="http://schemas.microsoft.com/office/drawing/2014/main" id="{87B2186B-2D4A-4A96-9D80-D108F669066B}"/>
                </a:ext>
              </a:extLst>
            </p:cNvPr>
            <p:cNvSpPr/>
            <p:nvPr/>
          </p:nvSpPr>
          <p:spPr>
            <a:xfrm>
              <a:off x="7052185" y="2547950"/>
              <a:ext cx="203606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1" name="Hexagon 1290">
              <a:extLst>
                <a:ext uri="{FF2B5EF4-FFF2-40B4-BE49-F238E27FC236}">
                  <a16:creationId xmlns:a16="http://schemas.microsoft.com/office/drawing/2014/main" id="{55201D35-39D1-496C-ADE1-86409A00F1DC}"/>
                </a:ext>
              </a:extLst>
            </p:cNvPr>
            <p:cNvSpPr/>
            <p:nvPr/>
          </p:nvSpPr>
          <p:spPr>
            <a:xfrm>
              <a:off x="6897245" y="2485857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2" name="Hexagon 1291">
              <a:extLst>
                <a:ext uri="{FF2B5EF4-FFF2-40B4-BE49-F238E27FC236}">
                  <a16:creationId xmlns:a16="http://schemas.microsoft.com/office/drawing/2014/main" id="{B121972B-4F5E-47AC-A708-38AF28F7A96B}"/>
                </a:ext>
              </a:extLst>
            </p:cNvPr>
            <p:cNvSpPr/>
            <p:nvPr/>
          </p:nvSpPr>
          <p:spPr>
            <a:xfrm>
              <a:off x="6898722" y="2367823"/>
              <a:ext cx="203606" cy="12339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3" name="Hexagon 1292">
              <a:extLst>
                <a:ext uri="{FF2B5EF4-FFF2-40B4-BE49-F238E27FC236}">
                  <a16:creationId xmlns:a16="http://schemas.microsoft.com/office/drawing/2014/main" id="{2842BE57-A4D4-47A1-8AEC-F2516FC17263}"/>
                </a:ext>
              </a:extLst>
            </p:cNvPr>
            <p:cNvSpPr/>
            <p:nvPr/>
          </p:nvSpPr>
          <p:spPr>
            <a:xfrm>
              <a:off x="6740591" y="2430966"/>
              <a:ext cx="203606" cy="12493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4" name="Hexagon 1293">
              <a:extLst>
                <a:ext uri="{FF2B5EF4-FFF2-40B4-BE49-F238E27FC236}">
                  <a16:creationId xmlns:a16="http://schemas.microsoft.com/office/drawing/2014/main" id="{164F5C40-3B44-48B8-BC2D-15699FA947F0}"/>
                </a:ext>
              </a:extLst>
            </p:cNvPr>
            <p:cNvSpPr/>
            <p:nvPr/>
          </p:nvSpPr>
          <p:spPr>
            <a:xfrm>
              <a:off x="7056214" y="242590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5" name="Hexagon 1294">
              <a:extLst>
                <a:ext uri="{FF2B5EF4-FFF2-40B4-BE49-F238E27FC236}">
                  <a16:creationId xmlns:a16="http://schemas.microsoft.com/office/drawing/2014/main" id="{DE8E6BBF-80A1-43FB-860C-5BC55327F86B}"/>
                </a:ext>
              </a:extLst>
            </p:cNvPr>
            <p:cNvSpPr/>
            <p:nvPr/>
          </p:nvSpPr>
          <p:spPr>
            <a:xfrm>
              <a:off x="6897860" y="225362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6" name="Hexagon 1295">
              <a:extLst>
                <a:ext uri="{FF2B5EF4-FFF2-40B4-BE49-F238E27FC236}">
                  <a16:creationId xmlns:a16="http://schemas.microsoft.com/office/drawing/2014/main" id="{92E53570-1582-46C1-8AF4-D4EE4D7BBE0B}"/>
                </a:ext>
              </a:extLst>
            </p:cNvPr>
            <p:cNvSpPr/>
            <p:nvPr/>
          </p:nvSpPr>
          <p:spPr>
            <a:xfrm>
              <a:off x="7045083" y="2195343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7" name="Hexagon 1296">
              <a:extLst>
                <a:ext uri="{FF2B5EF4-FFF2-40B4-BE49-F238E27FC236}">
                  <a16:creationId xmlns:a16="http://schemas.microsoft.com/office/drawing/2014/main" id="{E360FF8B-A7F2-498A-AAAC-628DF884E3C8}"/>
                </a:ext>
              </a:extLst>
            </p:cNvPr>
            <p:cNvSpPr/>
            <p:nvPr/>
          </p:nvSpPr>
          <p:spPr>
            <a:xfrm>
              <a:off x="7046560" y="2079690"/>
              <a:ext cx="203606" cy="12339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8" name="Hexagon 1297">
              <a:extLst>
                <a:ext uri="{FF2B5EF4-FFF2-40B4-BE49-F238E27FC236}">
                  <a16:creationId xmlns:a16="http://schemas.microsoft.com/office/drawing/2014/main" id="{CF9488F8-E46E-48BD-9D83-F36C63793218}"/>
                </a:ext>
              </a:extLst>
            </p:cNvPr>
            <p:cNvSpPr/>
            <p:nvPr/>
          </p:nvSpPr>
          <p:spPr>
            <a:xfrm>
              <a:off x="7048079" y="196116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9" name="Hexagon 1298">
              <a:extLst>
                <a:ext uri="{FF2B5EF4-FFF2-40B4-BE49-F238E27FC236}">
                  <a16:creationId xmlns:a16="http://schemas.microsoft.com/office/drawing/2014/main" id="{6BF1AD31-BC66-4994-925D-A1C23056CE1C}"/>
                </a:ext>
              </a:extLst>
            </p:cNvPr>
            <p:cNvSpPr/>
            <p:nvPr/>
          </p:nvSpPr>
          <p:spPr>
            <a:xfrm>
              <a:off x="7199523" y="2375891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0" name="Hexagon 1299">
              <a:extLst>
                <a:ext uri="{FF2B5EF4-FFF2-40B4-BE49-F238E27FC236}">
                  <a16:creationId xmlns:a16="http://schemas.microsoft.com/office/drawing/2014/main" id="{65006585-282F-40DC-AE6E-008FA7463474}"/>
                </a:ext>
              </a:extLst>
            </p:cNvPr>
            <p:cNvSpPr/>
            <p:nvPr/>
          </p:nvSpPr>
          <p:spPr>
            <a:xfrm>
              <a:off x="7201000" y="2257857"/>
              <a:ext cx="203606" cy="12339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1" name="Hexagon 1300">
              <a:extLst>
                <a:ext uri="{FF2B5EF4-FFF2-40B4-BE49-F238E27FC236}">
                  <a16:creationId xmlns:a16="http://schemas.microsoft.com/office/drawing/2014/main" id="{3F14E051-6FAC-43A7-A1E5-D699952DC4FB}"/>
                </a:ext>
              </a:extLst>
            </p:cNvPr>
            <p:cNvSpPr/>
            <p:nvPr/>
          </p:nvSpPr>
          <p:spPr>
            <a:xfrm>
              <a:off x="7202519" y="214365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2" name="Hexagon 1301">
              <a:extLst>
                <a:ext uri="{FF2B5EF4-FFF2-40B4-BE49-F238E27FC236}">
                  <a16:creationId xmlns:a16="http://schemas.microsoft.com/office/drawing/2014/main" id="{685DFCC7-8E6E-4EF8-8368-852129F4F1FE}"/>
                </a:ext>
              </a:extLst>
            </p:cNvPr>
            <p:cNvSpPr/>
            <p:nvPr/>
          </p:nvSpPr>
          <p:spPr>
            <a:xfrm>
              <a:off x="7352766" y="2072698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3" name="Hexagon 1302">
              <a:extLst>
                <a:ext uri="{FF2B5EF4-FFF2-40B4-BE49-F238E27FC236}">
                  <a16:creationId xmlns:a16="http://schemas.microsoft.com/office/drawing/2014/main" id="{1B1060A7-124C-4DD2-A0B2-6A58102A23EA}"/>
                </a:ext>
              </a:extLst>
            </p:cNvPr>
            <p:cNvSpPr/>
            <p:nvPr/>
          </p:nvSpPr>
          <p:spPr>
            <a:xfrm>
              <a:off x="7351703" y="1954227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4" name="Hexagon 1303">
              <a:extLst>
                <a:ext uri="{FF2B5EF4-FFF2-40B4-BE49-F238E27FC236}">
                  <a16:creationId xmlns:a16="http://schemas.microsoft.com/office/drawing/2014/main" id="{00A02746-C265-4843-BD33-09A7194ECF04}"/>
                </a:ext>
              </a:extLst>
            </p:cNvPr>
            <p:cNvSpPr/>
            <p:nvPr/>
          </p:nvSpPr>
          <p:spPr>
            <a:xfrm>
              <a:off x="7196112" y="2020347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5" name="Hexagon 1304">
              <a:extLst>
                <a:ext uri="{FF2B5EF4-FFF2-40B4-BE49-F238E27FC236}">
                  <a16:creationId xmlns:a16="http://schemas.microsoft.com/office/drawing/2014/main" id="{D3C13DE2-33CA-47BA-9915-F866D57E8D9B}"/>
                </a:ext>
              </a:extLst>
            </p:cNvPr>
            <p:cNvSpPr/>
            <p:nvPr/>
          </p:nvSpPr>
          <p:spPr>
            <a:xfrm>
              <a:off x="7356029" y="1840654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6" name="Hexagon 1305">
              <a:extLst>
                <a:ext uri="{FF2B5EF4-FFF2-40B4-BE49-F238E27FC236}">
                  <a16:creationId xmlns:a16="http://schemas.microsoft.com/office/drawing/2014/main" id="{AABAA876-4AB5-4B28-9329-1BFE0C048558}"/>
                </a:ext>
              </a:extLst>
            </p:cNvPr>
            <p:cNvSpPr/>
            <p:nvPr/>
          </p:nvSpPr>
          <p:spPr>
            <a:xfrm>
              <a:off x="7357506" y="1722620"/>
              <a:ext cx="203606" cy="12339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7" name="Hexagon 1306">
              <a:extLst>
                <a:ext uri="{FF2B5EF4-FFF2-40B4-BE49-F238E27FC236}">
                  <a16:creationId xmlns:a16="http://schemas.microsoft.com/office/drawing/2014/main" id="{4BF42768-802F-4F31-A8D0-F9DF1CE18B74}"/>
                </a:ext>
              </a:extLst>
            </p:cNvPr>
            <p:cNvSpPr/>
            <p:nvPr/>
          </p:nvSpPr>
          <p:spPr>
            <a:xfrm>
              <a:off x="7512325" y="202531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8" name="Hexagon 1307">
              <a:extLst>
                <a:ext uri="{FF2B5EF4-FFF2-40B4-BE49-F238E27FC236}">
                  <a16:creationId xmlns:a16="http://schemas.microsoft.com/office/drawing/2014/main" id="{108E7FE4-9DAC-4C11-8CD1-6FCD7D03C99C}"/>
                </a:ext>
              </a:extLst>
            </p:cNvPr>
            <p:cNvSpPr/>
            <p:nvPr/>
          </p:nvSpPr>
          <p:spPr>
            <a:xfrm>
              <a:off x="7660907" y="1954277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9" name="Hexagon 1308">
              <a:extLst>
                <a:ext uri="{FF2B5EF4-FFF2-40B4-BE49-F238E27FC236}">
                  <a16:creationId xmlns:a16="http://schemas.microsoft.com/office/drawing/2014/main" id="{9A3FCE74-9264-450B-B370-965417800237}"/>
                </a:ext>
              </a:extLst>
            </p:cNvPr>
            <p:cNvSpPr/>
            <p:nvPr/>
          </p:nvSpPr>
          <p:spPr>
            <a:xfrm>
              <a:off x="7662225" y="1835806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10" name="Hexagon 1309">
              <a:extLst>
                <a:ext uri="{FF2B5EF4-FFF2-40B4-BE49-F238E27FC236}">
                  <a16:creationId xmlns:a16="http://schemas.microsoft.com/office/drawing/2014/main" id="{1B7547F0-BCB8-4878-83BA-34D525B6A3A6}"/>
                </a:ext>
              </a:extLst>
            </p:cNvPr>
            <p:cNvSpPr/>
            <p:nvPr/>
          </p:nvSpPr>
          <p:spPr>
            <a:xfrm>
              <a:off x="7504904" y="1783087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11" name="Hexagon 1310">
              <a:extLst>
                <a:ext uri="{FF2B5EF4-FFF2-40B4-BE49-F238E27FC236}">
                  <a16:creationId xmlns:a16="http://schemas.microsoft.com/office/drawing/2014/main" id="{68E76F86-F13D-4109-A240-5286E7D45628}"/>
                </a:ext>
              </a:extLst>
            </p:cNvPr>
            <p:cNvSpPr/>
            <p:nvPr/>
          </p:nvSpPr>
          <p:spPr>
            <a:xfrm>
              <a:off x="7506634" y="1901926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12" name="Hexagon 1311">
              <a:extLst>
                <a:ext uri="{FF2B5EF4-FFF2-40B4-BE49-F238E27FC236}">
                  <a16:creationId xmlns:a16="http://schemas.microsoft.com/office/drawing/2014/main" id="{7E4329B0-E452-4254-A607-DEA39B424E4E}"/>
                </a:ext>
              </a:extLst>
            </p:cNvPr>
            <p:cNvSpPr/>
            <p:nvPr/>
          </p:nvSpPr>
          <p:spPr>
            <a:xfrm>
              <a:off x="7659408" y="1717471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13" name="Hexagon 1312">
              <a:extLst>
                <a:ext uri="{FF2B5EF4-FFF2-40B4-BE49-F238E27FC236}">
                  <a16:creationId xmlns:a16="http://schemas.microsoft.com/office/drawing/2014/main" id="{A1DE62E3-AAB4-4DFC-B90D-32592DE2FE3B}"/>
                </a:ext>
              </a:extLst>
            </p:cNvPr>
            <p:cNvSpPr/>
            <p:nvPr/>
          </p:nvSpPr>
          <p:spPr>
            <a:xfrm>
              <a:off x="7660446" y="1601381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14" name="Hexagon 1313">
              <a:extLst>
                <a:ext uri="{FF2B5EF4-FFF2-40B4-BE49-F238E27FC236}">
                  <a16:creationId xmlns:a16="http://schemas.microsoft.com/office/drawing/2014/main" id="{151D1C43-5C2E-4669-BC24-0A27CE3158AB}"/>
                </a:ext>
              </a:extLst>
            </p:cNvPr>
            <p:cNvSpPr/>
            <p:nvPr/>
          </p:nvSpPr>
          <p:spPr>
            <a:xfrm>
              <a:off x="7814950" y="1554663"/>
              <a:ext cx="203606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15" name="Hexagon 1314">
              <a:extLst>
                <a:ext uri="{FF2B5EF4-FFF2-40B4-BE49-F238E27FC236}">
                  <a16:creationId xmlns:a16="http://schemas.microsoft.com/office/drawing/2014/main" id="{E4CFC26D-9151-4BC5-990A-A96400A06D82}"/>
                </a:ext>
              </a:extLst>
            </p:cNvPr>
            <p:cNvSpPr/>
            <p:nvPr/>
          </p:nvSpPr>
          <p:spPr>
            <a:xfrm>
              <a:off x="7657629" y="1485427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16" name="Hexagon 1315">
              <a:extLst>
                <a:ext uri="{FF2B5EF4-FFF2-40B4-BE49-F238E27FC236}">
                  <a16:creationId xmlns:a16="http://schemas.microsoft.com/office/drawing/2014/main" id="{B14FB9CF-9DB6-42E5-A53B-5443E232F509}"/>
                </a:ext>
              </a:extLst>
            </p:cNvPr>
            <p:cNvSpPr/>
            <p:nvPr/>
          </p:nvSpPr>
          <p:spPr>
            <a:xfrm>
              <a:off x="7818979" y="143262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17" name="Hexagon 1316">
              <a:extLst>
                <a:ext uri="{FF2B5EF4-FFF2-40B4-BE49-F238E27FC236}">
                  <a16:creationId xmlns:a16="http://schemas.microsoft.com/office/drawing/2014/main" id="{B4992DB4-D902-4A43-BBE6-FDB599354450}"/>
                </a:ext>
              </a:extLst>
            </p:cNvPr>
            <p:cNvSpPr/>
            <p:nvPr/>
          </p:nvSpPr>
          <p:spPr>
            <a:xfrm>
              <a:off x="7817839" y="1898341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18" name="Hexagon 1317">
              <a:extLst>
                <a:ext uri="{FF2B5EF4-FFF2-40B4-BE49-F238E27FC236}">
                  <a16:creationId xmlns:a16="http://schemas.microsoft.com/office/drawing/2014/main" id="{B05699E5-902C-4C1A-8B76-09EE93009CBB}"/>
                </a:ext>
              </a:extLst>
            </p:cNvPr>
            <p:cNvSpPr/>
            <p:nvPr/>
          </p:nvSpPr>
          <p:spPr>
            <a:xfrm>
              <a:off x="7969962" y="1846861"/>
              <a:ext cx="203606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19" name="Hexagon 1318">
              <a:extLst>
                <a:ext uri="{FF2B5EF4-FFF2-40B4-BE49-F238E27FC236}">
                  <a16:creationId xmlns:a16="http://schemas.microsoft.com/office/drawing/2014/main" id="{0DD2F578-1600-4B69-B71C-960DADA03C7F}"/>
                </a:ext>
              </a:extLst>
            </p:cNvPr>
            <p:cNvSpPr/>
            <p:nvPr/>
          </p:nvSpPr>
          <p:spPr>
            <a:xfrm>
              <a:off x="7815022" y="1780006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20" name="Hexagon 1319">
              <a:extLst>
                <a:ext uri="{FF2B5EF4-FFF2-40B4-BE49-F238E27FC236}">
                  <a16:creationId xmlns:a16="http://schemas.microsoft.com/office/drawing/2014/main" id="{1D577859-0ACA-45FD-91F5-8BA34C30C5C6}"/>
                </a:ext>
              </a:extLst>
            </p:cNvPr>
            <p:cNvSpPr/>
            <p:nvPr/>
          </p:nvSpPr>
          <p:spPr>
            <a:xfrm>
              <a:off x="7973991" y="172720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21" name="Hexagon 1320">
              <a:extLst>
                <a:ext uri="{FF2B5EF4-FFF2-40B4-BE49-F238E27FC236}">
                  <a16:creationId xmlns:a16="http://schemas.microsoft.com/office/drawing/2014/main" id="{50395722-B75B-467C-AF43-2799154D8872}"/>
                </a:ext>
              </a:extLst>
            </p:cNvPr>
            <p:cNvSpPr/>
            <p:nvPr/>
          </p:nvSpPr>
          <p:spPr>
            <a:xfrm>
              <a:off x="7973463" y="161369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22" name="Hexagon 1321">
              <a:extLst>
                <a:ext uri="{FF2B5EF4-FFF2-40B4-BE49-F238E27FC236}">
                  <a16:creationId xmlns:a16="http://schemas.microsoft.com/office/drawing/2014/main" id="{53C5B65D-5AF1-4B56-B62D-93EC64575F6F}"/>
                </a:ext>
              </a:extLst>
            </p:cNvPr>
            <p:cNvSpPr/>
            <p:nvPr/>
          </p:nvSpPr>
          <p:spPr>
            <a:xfrm>
              <a:off x="7967772" y="1490304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23" name="Hexagon 1322">
              <a:extLst>
                <a:ext uri="{FF2B5EF4-FFF2-40B4-BE49-F238E27FC236}">
                  <a16:creationId xmlns:a16="http://schemas.microsoft.com/office/drawing/2014/main" id="{086A7A2D-D742-4A1C-9A29-F802A0982625}"/>
                </a:ext>
              </a:extLst>
            </p:cNvPr>
            <p:cNvSpPr/>
            <p:nvPr/>
          </p:nvSpPr>
          <p:spPr>
            <a:xfrm>
              <a:off x="8122850" y="178494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24" name="Hexagon 1323">
              <a:extLst>
                <a:ext uri="{FF2B5EF4-FFF2-40B4-BE49-F238E27FC236}">
                  <a16:creationId xmlns:a16="http://schemas.microsoft.com/office/drawing/2014/main" id="{7733D55C-CE9A-4D76-A85E-65BD77AD4C39}"/>
                </a:ext>
              </a:extLst>
            </p:cNvPr>
            <p:cNvSpPr/>
            <p:nvPr/>
          </p:nvSpPr>
          <p:spPr>
            <a:xfrm>
              <a:off x="8117159" y="1661557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25" name="Hexagon 1324">
              <a:extLst>
                <a:ext uri="{FF2B5EF4-FFF2-40B4-BE49-F238E27FC236}">
                  <a16:creationId xmlns:a16="http://schemas.microsoft.com/office/drawing/2014/main" id="{B7AE0EAD-3EDA-4F4E-81D0-9B9F824CFC1B}"/>
                </a:ext>
              </a:extLst>
            </p:cNvPr>
            <p:cNvSpPr/>
            <p:nvPr/>
          </p:nvSpPr>
          <p:spPr>
            <a:xfrm>
              <a:off x="8269548" y="172831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26" name="Hexagon 1325">
              <a:extLst>
                <a:ext uri="{FF2B5EF4-FFF2-40B4-BE49-F238E27FC236}">
                  <a16:creationId xmlns:a16="http://schemas.microsoft.com/office/drawing/2014/main" id="{2A65D9EF-4770-4B4D-AC38-1197717803FA}"/>
                </a:ext>
              </a:extLst>
            </p:cNvPr>
            <p:cNvSpPr/>
            <p:nvPr/>
          </p:nvSpPr>
          <p:spPr>
            <a:xfrm>
              <a:off x="7507438" y="154714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27" name="Hexagon 1326">
              <a:extLst>
                <a:ext uri="{FF2B5EF4-FFF2-40B4-BE49-F238E27FC236}">
                  <a16:creationId xmlns:a16="http://schemas.microsoft.com/office/drawing/2014/main" id="{2BEF1B31-9095-4D59-A1F0-247E9B76B777}"/>
                </a:ext>
              </a:extLst>
            </p:cNvPr>
            <p:cNvSpPr/>
            <p:nvPr/>
          </p:nvSpPr>
          <p:spPr>
            <a:xfrm>
              <a:off x="8123274" y="95063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328" name="遗迹">
            <a:extLst>
              <a:ext uri="{FF2B5EF4-FFF2-40B4-BE49-F238E27FC236}">
                <a16:creationId xmlns:a16="http://schemas.microsoft.com/office/drawing/2014/main" id="{6FFA581E-744D-4451-95EE-F381892E5EAC}"/>
              </a:ext>
            </a:extLst>
          </p:cNvPr>
          <p:cNvGrpSpPr/>
          <p:nvPr userDrawn="1"/>
        </p:nvGrpSpPr>
        <p:grpSpPr>
          <a:xfrm>
            <a:off x="278060" y="270145"/>
            <a:ext cx="12338561" cy="9224034"/>
            <a:chOff x="205348" y="184189"/>
            <a:chExt cx="8412656" cy="6289114"/>
          </a:xfrm>
        </p:grpSpPr>
        <p:sp>
          <p:nvSpPr>
            <p:cNvPr id="1329" name="Hexagon 1328">
              <a:extLst>
                <a:ext uri="{FF2B5EF4-FFF2-40B4-BE49-F238E27FC236}">
                  <a16:creationId xmlns:a16="http://schemas.microsoft.com/office/drawing/2014/main" id="{B92C6BE4-13C3-4D9E-8771-3C80551F8679}"/>
                </a:ext>
              </a:extLst>
            </p:cNvPr>
            <p:cNvSpPr/>
            <p:nvPr/>
          </p:nvSpPr>
          <p:spPr>
            <a:xfrm>
              <a:off x="8425376" y="107709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0" name="Hexagon 1329">
              <a:extLst>
                <a:ext uri="{FF2B5EF4-FFF2-40B4-BE49-F238E27FC236}">
                  <a16:creationId xmlns:a16="http://schemas.microsoft.com/office/drawing/2014/main" id="{C670F116-3C27-4B97-B596-30577C0E354D}"/>
                </a:ext>
              </a:extLst>
            </p:cNvPr>
            <p:cNvSpPr/>
            <p:nvPr/>
          </p:nvSpPr>
          <p:spPr>
            <a:xfrm>
              <a:off x="7663376" y="101437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1" name="Hexagon 1330">
              <a:extLst>
                <a:ext uri="{FF2B5EF4-FFF2-40B4-BE49-F238E27FC236}">
                  <a16:creationId xmlns:a16="http://schemas.microsoft.com/office/drawing/2014/main" id="{1EFB1696-0A23-4C6B-BD2E-93C1B3BA12FB}"/>
                </a:ext>
              </a:extLst>
            </p:cNvPr>
            <p:cNvSpPr/>
            <p:nvPr/>
          </p:nvSpPr>
          <p:spPr>
            <a:xfrm>
              <a:off x="7664954" y="30476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2" name="Hexagon 1331">
              <a:extLst>
                <a:ext uri="{FF2B5EF4-FFF2-40B4-BE49-F238E27FC236}">
                  <a16:creationId xmlns:a16="http://schemas.microsoft.com/office/drawing/2014/main" id="{516EEA95-A7E5-457B-9600-F389A8593597}"/>
                </a:ext>
              </a:extLst>
            </p:cNvPr>
            <p:cNvSpPr/>
            <p:nvPr/>
          </p:nvSpPr>
          <p:spPr>
            <a:xfrm>
              <a:off x="8425376" y="177875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3" name="Hexagon 1332">
              <a:extLst>
                <a:ext uri="{FF2B5EF4-FFF2-40B4-BE49-F238E27FC236}">
                  <a16:creationId xmlns:a16="http://schemas.microsoft.com/office/drawing/2014/main" id="{61D331AB-B076-4757-8504-A6FE117A75EE}"/>
                </a:ext>
              </a:extLst>
            </p:cNvPr>
            <p:cNvSpPr/>
            <p:nvPr/>
          </p:nvSpPr>
          <p:spPr>
            <a:xfrm>
              <a:off x="7508595" y="166284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4" name="Hexagon 1333">
              <a:extLst>
                <a:ext uri="{FF2B5EF4-FFF2-40B4-BE49-F238E27FC236}">
                  <a16:creationId xmlns:a16="http://schemas.microsoft.com/office/drawing/2014/main" id="{B1858978-A2A7-477B-833F-FF29F4B6B97C}"/>
                </a:ext>
              </a:extLst>
            </p:cNvPr>
            <p:cNvSpPr/>
            <p:nvPr/>
          </p:nvSpPr>
          <p:spPr>
            <a:xfrm>
              <a:off x="7663376" y="208352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5" name="Hexagon 1334">
              <a:extLst>
                <a:ext uri="{FF2B5EF4-FFF2-40B4-BE49-F238E27FC236}">
                  <a16:creationId xmlns:a16="http://schemas.microsoft.com/office/drawing/2014/main" id="{4EFD1585-129B-43B2-87B7-8E05970095D0}"/>
                </a:ext>
              </a:extLst>
            </p:cNvPr>
            <p:cNvSpPr/>
            <p:nvPr/>
          </p:nvSpPr>
          <p:spPr>
            <a:xfrm>
              <a:off x="7965794" y="207637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6" name="Hexagon 1335">
              <a:extLst>
                <a:ext uri="{FF2B5EF4-FFF2-40B4-BE49-F238E27FC236}">
                  <a16:creationId xmlns:a16="http://schemas.microsoft.com/office/drawing/2014/main" id="{DE30D750-334C-4C47-9DB9-249AAC117979}"/>
                </a:ext>
              </a:extLst>
            </p:cNvPr>
            <p:cNvSpPr/>
            <p:nvPr/>
          </p:nvSpPr>
          <p:spPr>
            <a:xfrm>
              <a:off x="7508595" y="225653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7" name="Hexagon 1336">
              <a:extLst>
                <a:ext uri="{FF2B5EF4-FFF2-40B4-BE49-F238E27FC236}">
                  <a16:creationId xmlns:a16="http://schemas.microsoft.com/office/drawing/2014/main" id="{977948EE-C94A-436A-BBD6-2129FE0F829F}"/>
                </a:ext>
              </a:extLst>
            </p:cNvPr>
            <p:cNvSpPr/>
            <p:nvPr/>
          </p:nvSpPr>
          <p:spPr>
            <a:xfrm>
              <a:off x="7818157" y="261610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8" name="Hexagon 1337">
              <a:extLst>
                <a:ext uri="{FF2B5EF4-FFF2-40B4-BE49-F238E27FC236}">
                  <a16:creationId xmlns:a16="http://schemas.microsoft.com/office/drawing/2014/main" id="{A2ED92D9-D5C9-45DC-936B-ABA503E65A4E}"/>
                </a:ext>
              </a:extLst>
            </p:cNvPr>
            <p:cNvSpPr/>
            <p:nvPr/>
          </p:nvSpPr>
          <p:spPr>
            <a:xfrm>
              <a:off x="8418233" y="308997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9" name="Hexagon 1338">
              <a:extLst>
                <a:ext uri="{FF2B5EF4-FFF2-40B4-BE49-F238E27FC236}">
                  <a16:creationId xmlns:a16="http://schemas.microsoft.com/office/drawing/2014/main" id="{2276F614-9F11-472E-97DC-0E84B4569EAB}"/>
                </a:ext>
              </a:extLst>
            </p:cNvPr>
            <p:cNvSpPr/>
            <p:nvPr/>
          </p:nvSpPr>
          <p:spPr>
            <a:xfrm>
              <a:off x="8280121" y="361909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0" name="Hexagon 1339">
              <a:extLst>
                <a:ext uri="{FF2B5EF4-FFF2-40B4-BE49-F238E27FC236}">
                  <a16:creationId xmlns:a16="http://schemas.microsoft.com/office/drawing/2014/main" id="{0B81472C-230A-4256-B0C7-C1D7F29750A7}"/>
                </a:ext>
              </a:extLst>
            </p:cNvPr>
            <p:cNvSpPr/>
            <p:nvPr/>
          </p:nvSpPr>
          <p:spPr>
            <a:xfrm>
              <a:off x="7663376" y="36272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1" name="Hexagon 1340">
              <a:extLst>
                <a:ext uri="{FF2B5EF4-FFF2-40B4-BE49-F238E27FC236}">
                  <a16:creationId xmlns:a16="http://schemas.microsoft.com/office/drawing/2014/main" id="{F17E6E8F-CCC7-402B-84D4-0FAA1C9DDC1B}"/>
                </a:ext>
              </a:extLst>
            </p:cNvPr>
            <p:cNvSpPr/>
            <p:nvPr/>
          </p:nvSpPr>
          <p:spPr>
            <a:xfrm>
              <a:off x="7965794" y="410192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2" name="Hexagon 1341">
              <a:extLst>
                <a:ext uri="{FF2B5EF4-FFF2-40B4-BE49-F238E27FC236}">
                  <a16:creationId xmlns:a16="http://schemas.microsoft.com/office/drawing/2014/main" id="{9C837D11-3F9D-4D82-9D3A-246C0D3FA79B}"/>
                </a:ext>
              </a:extLst>
            </p:cNvPr>
            <p:cNvSpPr/>
            <p:nvPr/>
          </p:nvSpPr>
          <p:spPr>
            <a:xfrm>
              <a:off x="7668138" y="314008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3" name="Hexagon 1342">
              <a:extLst>
                <a:ext uri="{FF2B5EF4-FFF2-40B4-BE49-F238E27FC236}">
                  <a16:creationId xmlns:a16="http://schemas.microsoft.com/office/drawing/2014/main" id="{4A7894AA-7D8C-4D4A-B62A-B934F72F5982}"/>
                </a:ext>
              </a:extLst>
            </p:cNvPr>
            <p:cNvSpPr/>
            <p:nvPr/>
          </p:nvSpPr>
          <p:spPr>
            <a:xfrm>
              <a:off x="7201414" y="296127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4" name="Hexagon 1343">
              <a:extLst>
                <a:ext uri="{FF2B5EF4-FFF2-40B4-BE49-F238E27FC236}">
                  <a16:creationId xmlns:a16="http://schemas.microsoft.com/office/drawing/2014/main" id="{E78909C1-C30B-4D81-BD5F-44EE06600850}"/>
                </a:ext>
              </a:extLst>
            </p:cNvPr>
            <p:cNvSpPr/>
            <p:nvPr/>
          </p:nvSpPr>
          <p:spPr>
            <a:xfrm>
              <a:off x="6910902" y="344250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5" name="Hexagon 1344">
              <a:extLst>
                <a:ext uri="{FF2B5EF4-FFF2-40B4-BE49-F238E27FC236}">
                  <a16:creationId xmlns:a16="http://schemas.microsoft.com/office/drawing/2014/main" id="{281DA414-62C7-4EC0-A295-1257EA283F55}"/>
                </a:ext>
              </a:extLst>
            </p:cNvPr>
            <p:cNvSpPr/>
            <p:nvPr/>
          </p:nvSpPr>
          <p:spPr>
            <a:xfrm>
              <a:off x="6901810" y="415771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6" name="Hexagon 1345">
              <a:extLst>
                <a:ext uri="{FF2B5EF4-FFF2-40B4-BE49-F238E27FC236}">
                  <a16:creationId xmlns:a16="http://schemas.microsoft.com/office/drawing/2014/main" id="{EF4BBAFC-3742-48FC-B743-B3929FD81E80}"/>
                </a:ext>
              </a:extLst>
            </p:cNvPr>
            <p:cNvSpPr/>
            <p:nvPr/>
          </p:nvSpPr>
          <p:spPr>
            <a:xfrm>
              <a:off x="7663376" y="456788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7" name="Hexagon 1346">
              <a:extLst>
                <a:ext uri="{FF2B5EF4-FFF2-40B4-BE49-F238E27FC236}">
                  <a16:creationId xmlns:a16="http://schemas.microsoft.com/office/drawing/2014/main" id="{1946BF75-E204-408E-A6B3-FA76AF3E465E}"/>
                </a:ext>
              </a:extLst>
            </p:cNvPr>
            <p:cNvSpPr/>
            <p:nvPr/>
          </p:nvSpPr>
          <p:spPr>
            <a:xfrm>
              <a:off x="8425376" y="451230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8" name="Hexagon 1347">
              <a:extLst>
                <a:ext uri="{FF2B5EF4-FFF2-40B4-BE49-F238E27FC236}">
                  <a16:creationId xmlns:a16="http://schemas.microsoft.com/office/drawing/2014/main" id="{3A1B10E1-80A7-4373-86DA-94C44002592D}"/>
                </a:ext>
              </a:extLst>
            </p:cNvPr>
            <p:cNvSpPr/>
            <p:nvPr/>
          </p:nvSpPr>
          <p:spPr>
            <a:xfrm>
              <a:off x="7668138" y="51647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9" name="Hexagon 1348">
              <a:extLst>
                <a:ext uri="{FF2B5EF4-FFF2-40B4-BE49-F238E27FC236}">
                  <a16:creationId xmlns:a16="http://schemas.microsoft.com/office/drawing/2014/main" id="{92C8001A-D00E-4D68-A1A4-291B83BAC2B4}"/>
                </a:ext>
              </a:extLst>
            </p:cNvPr>
            <p:cNvSpPr/>
            <p:nvPr/>
          </p:nvSpPr>
          <p:spPr>
            <a:xfrm>
              <a:off x="7060919" y="540254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50" name="Hexagon 1349">
              <a:extLst>
                <a:ext uri="{FF2B5EF4-FFF2-40B4-BE49-F238E27FC236}">
                  <a16:creationId xmlns:a16="http://schemas.microsoft.com/office/drawing/2014/main" id="{650207FB-4B84-4437-8690-B7F551B10BE9}"/>
                </a:ext>
              </a:extLst>
            </p:cNvPr>
            <p:cNvSpPr/>
            <p:nvPr/>
          </p:nvSpPr>
          <p:spPr>
            <a:xfrm>
              <a:off x="7968175" y="564067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51" name="Hexagon 1350">
              <a:extLst>
                <a:ext uri="{FF2B5EF4-FFF2-40B4-BE49-F238E27FC236}">
                  <a16:creationId xmlns:a16="http://schemas.microsoft.com/office/drawing/2014/main" id="{B5D04639-1B6A-436E-8C7E-09127422983D}"/>
                </a:ext>
              </a:extLst>
            </p:cNvPr>
            <p:cNvSpPr/>
            <p:nvPr/>
          </p:nvSpPr>
          <p:spPr>
            <a:xfrm>
              <a:off x="7513357" y="59335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52" name="Hexagon 1351">
              <a:extLst>
                <a:ext uri="{FF2B5EF4-FFF2-40B4-BE49-F238E27FC236}">
                  <a16:creationId xmlns:a16="http://schemas.microsoft.com/office/drawing/2014/main" id="{9F2CC411-96D2-40A9-B532-D57D96152814}"/>
                </a:ext>
              </a:extLst>
            </p:cNvPr>
            <p:cNvSpPr/>
            <p:nvPr/>
          </p:nvSpPr>
          <p:spPr>
            <a:xfrm>
              <a:off x="6905553" y="593356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53" name="Hexagon 1352">
              <a:extLst>
                <a:ext uri="{FF2B5EF4-FFF2-40B4-BE49-F238E27FC236}">
                  <a16:creationId xmlns:a16="http://schemas.microsoft.com/office/drawing/2014/main" id="{8C524042-8056-4459-8B31-B538489A72B5}"/>
                </a:ext>
              </a:extLst>
            </p:cNvPr>
            <p:cNvSpPr/>
            <p:nvPr/>
          </p:nvSpPr>
          <p:spPr>
            <a:xfrm>
              <a:off x="5992543" y="581765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54" name="Hexagon 1353">
              <a:extLst>
                <a:ext uri="{FF2B5EF4-FFF2-40B4-BE49-F238E27FC236}">
                  <a16:creationId xmlns:a16="http://schemas.microsoft.com/office/drawing/2014/main" id="{D42E27DD-BAAD-4CA8-A369-DA70041EFDC0}"/>
                </a:ext>
              </a:extLst>
            </p:cNvPr>
            <p:cNvSpPr/>
            <p:nvPr/>
          </p:nvSpPr>
          <p:spPr>
            <a:xfrm>
              <a:off x="5840143" y="516280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55" name="Hexagon 1354">
              <a:extLst>
                <a:ext uri="{FF2B5EF4-FFF2-40B4-BE49-F238E27FC236}">
                  <a16:creationId xmlns:a16="http://schemas.microsoft.com/office/drawing/2014/main" id="{2DB91172-7D14-404F-A505-8DF6EE49F1E8}"/>
                </a:ext>
              </a:extLst>
            </p:cNvPr>
            <p:cNvSpPr/>
            <p:nvPr/>
          </p:nvSpPr>
          <p:spPr>
            <a:xfrm>
              <a:off x="6604524" y="558033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56" name="Hexagon 1355">
              <a:extLst>
                <a:ext uri="{FF2B5EF4-FFF2-40B4-BE49-F238E27FC236}">
                  <a16:creationId xmlns:a16="http://schemas.microsoft.com/office/drawing/2014/main" id="{AE439CC4-014B-43BB-B1F8-BAADB9D52F5C}"/>
                </a:ext>
              </a:extLst>
            </p:cNvPr>
            <p:cNvSpPr/>
            <p:nvPr/>
          </p:nvSpPr>
          <p:spPr>
            <a:xfrm>
              <a:off x="6599762" y="475642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57" name="Hexagon 1356">
              <a:extLst>
                <a:ext uri="{FF2B5EF4-FFF2-40B4-BE49-F238E27FC236}">
                  <a16:creationId xmlns:a16="http://schemas.microsoft.com/office/drawing/2014/main" id="{822F1214-8E72-47FD-B908-1DC1C46953CE}"/>
                </a:ext>
              </a:extLst>
            </p:cNvPr>
            <p:cNvSpPr/>
            <p:nvPr/>
          </p:nvSpPr>
          <p:spPr>
            <a:xfrm>
              <a:off x="6749781" y="45787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58" name="Hexagon 1357">
              <a:extLst>
                <a:ext uri="{FF2B5EF4-FFF2-40B4-BE49-F238E27FC236}">
                  <a16:creationId xmlns:a16="http://schemas.microsoft.com/office/drawing/2014/main" id="{80BA7F66-B2D0-4810-AFB7-1116AEB21271}"/>
                </a:ext>
              </a:extLst>
            </p:cNvPr>
            <p:cNvSpPr/>
            <p:nvPr/>
          </p:nvSpPr>
          <p:spPr>
            <a:xfrm>
              <a:off x="6444177" y="385746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59" name="Hexagon 1358">
              <a:extLst>
                <a:ext uri="{FF2B5EF4-FFF2-40B4-BE49-F238E27FC236}">
                  <a16:creationId xmlns:a16="http://schemas.microsoft.com/office/drawing/2014/main" id="{570E7942-35A2-43CB-9802-217745617C94}"/>
                </a:ext>
              </a:extLst>
            </p:cNvPr>
            <p:cNvSpPr/>
            <p:nvPr/>
          </p:nvSpPr>
          <p:spPr>
            <a:xfrm>
              <a:off x="7815776" y="392097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60" name="Hexagon 1359">
              <a:extLst>
                <a:ext uri="{FF2B5EF4-FFF2-40B4-BE49-F238E27FC236}">
                  <a16:creationId xmlns:a16="http://schemas.microsoft.com/office/drawing/2014/main" id="{B9553768-089D-4D10-83EF-AFFB2189176F}"/>
                </a:ext>
              </a:extLst>
            </p:cNvPr>
            <p:cNvSpPr/>
            <p:nvPr/>
          </p:nvSpPr>
          <p:spPr>
            <a:xfrm>
              <a:off x="6444177" y="314008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361" name="Hexagon 1360">
              <a:extLst>
                <a:ext uri="{FF2B5EF4-FFF2-40B4-BE49-F238E27FC236}">
                  <a16:creationId xmlns:a16="http://schemas.microsoft.com/office/drawing/2014/main" id="{FADE58C4-F156-4E2C-A88D-073ADEC9AB47}"/>
                </a:ext>
              </a:extLst>
            </p:cNvPr>
            <p:cNvSpPr/>
            <p:nvPr/>
          </p:nvSpPr>
          <p:spPr>
            <a:xfrm>
              <a:off x="6599762" y="272812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62" name="Hexagon 1361">
              <a:extLst>
                <a:ext uri="{FF2B5EF4-FFF2-40B4-BE49-F238E27FC236}">
                  <a16:creationId xmlns:a16="http://schemas.microsoft.com/office/drawing/2014/main" id="{5B3853D1-15A4-4009-ACD3-BEB6E6400E81}"/>
                </a:ext>
              </a:extLst>
            </p:cNvPr>
            <p:cNvSpPr/>
            <p:nvPr/>
          </p:nvSpPr>
          <p:spPr>
            <a:xfrm>
              <a:off x="6745019" y="21914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63" name="Hexagon 1362">
              <a:extLst>
                <a:ext uri="{FF2B5EF4-FFF2-40B4-BE49-F238E27FC236}">
                  <a16:creationId xmlns:a16="http://schemas.microsoft.com/office/drawing/2014/main" id="{3F184EF3-F6AE-4BC2-A063-CCBD64B6FAD0}"/>
                </a:ext>
              </a:extLst>
            </p:cNvPr>
            <p:cNvSpPr/>
            <p:nvPr/>
          </p:nvSpPr>
          <p:spPr>
            <a:xfrm>
              <a:off x="7045443" y="172318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64" name="Hexagon 1363">
              <a:extLst>
                <a:ext uri="{FF2B5EF4-FFF2-40B4-BE49-F238E27FC236}">
                  <a16:creationId xmlns:a16="http://schemas.microsoft.com/office/drawing/2014/main" id="{BBC1D09A-8A73-4224-B2E3-40A426A199CD}"/>
                </a:ext>
              </a:extLst>
            </p:cNvPr>
            <p:cNvSpPr/>
            <p:nvPr/>
          </p:nvSpPr>
          <p:spPr>
            <a:xfrm>
              <a:off x="6747400" y="78020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65" name="Hexagon 1364">
              <a:extLst>
                <a:ext uri="{FF2B5EF4-FFF2-40B4-BE49-F238E27FC236}">
                  <a16:creationId xmlns:a16="http://schemas.microsoft.com/office/drawing/2014/main" id="{7023D7F7-6FE7-41D9-B07A-60AAD3FB35E4}"/>
                </a:ext>
              </a:extLst>
            </p:cNvPr>
            <p:cNvSpPr/>
            <p:nvPr/>
          </p:nvSpPr>
          <p:spPr>
            <a:xfrm>
              <a:off x="5990162" y="202314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66" name="Hexagon 1365">
              <a:extLst>
                <a:ext uri="{FF2B5EF4-FFF2-40B4-BE49-F238E27FC236}">
                  <a16:creationId xmlns:a16="http://schemas.microsoft.com/office/drawing/2014/main" id="{F065D6CA-F3E3-472A-B0EE-BB557B16B559}"/>
                </a:ext>
              </a:extLst>
            </p:cNvPr>
            <p:cNvSpPr/>
            <p:nvPr/>
          </p:nvSpPr>
          <p:spPr>
            <a:xfrm>
              <a:off x="5835381" y="25557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67" name="Hexagon 1366">
              <a:extLst>
                <a:ext uri="{FF2B5EF4-FFF2-40B4-BE49-F238E27FC236}">
                  <a16:creationId xmlns:a16="http://schemas.microsoft.com/office/drawing/2014/main" id="{FE1D1BF9-9097-43E6-B28C-31B2AFA173BC}"/>
                </a:ext>
              </a:extLst>
            </p:cNvPr>
            <p:cNvSpPr/>
            <p:nvPr/>
          </p:nvSpPr>
          <p:spPr>
            <a:xfrm>
              <a:off x="5530581" y="290353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68" name="Hexagon 1367">
              <a:extLst>
                <a:ext uri="{FF2B5EF4-FFF2-40B4-BE49-F238E27FC236}">
                  <a16:creationId xmlns:a16="http://schemas.microsoft.com/office/drawing/2014/main" id="{752FBEC1-0206-40B7-AABC-62DD0E5B42C5}"/>
                </a:ext>
              </a:extLst>
            </p:cNvPr>
            <p:cNvSpPr/>
            <p:nvPr/>
          </p:nvSpPr>
          <p:spPr>
            <a:xfrm>
              <a:off x="5377129" y="320913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69" name="Hexagon 1368">
              <a:extLst>
                <a:ext uri="{FF2B5EF4-FFF2-40B4-BE49-F238E27FC236}">
                  <a16:creationId xmlns:a16="http://schemas.microsoft.com/office/drawing/2014/main" id="{8CB8DF5A-741C-49E6-8FFB-77081945818E}"/>
                </a:ext>
              </a:extLst>
            </p:cNvPr>
            <p:cNvSpPr/>
            <p:nvPr/>
          </p:nvSpPr>
          <p:spPr>
            <a:xfrm>
              <a:off x="5835381" y="385746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0" name="Hexagon 1369">
              <a:extLst>
                <a:ext uri="{FF2B5EF4-FFF2-40B4-BE49-F238E27FC236}">
                  <a16:creationId xmlns:a16="http://schemas.microsoft.com/office/drawing/2014/main" id="{AEC8088F-6E6F-4BCB-B4E8-DB00B8A9E41A}"/>
                </a:ext>
              </a:extLst>
            </p:cNvPr>
            <p:cNvSpPr/>
            <p:nvPr/>
          </p:nvSpPr>
          <p:spPr>
            <a:xfrm>
              <a:off x="5073165" y="190159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1" name="Hexagon 1370">
              <a:extLst>
                <a:ext uri="{FF2B5EF4-FFF2-40B4-BE49-F238E27FC236}">
                  <a16:creationId xmlns:a16="http://schemas.microsoft.com/office/drawing/2014/main" id="{31FBC3D1-0A25-47B5-8141-CB834563F476}"/>
                </a:ext>
              </a:extLst>
            </p:cNvPr>
            <p:cNvSpPr/>
            <p:nvPr/>
          </p:nvSpPr>
          <p:spPr>
            <a:xfrm>
              <a:off x="5073381" y="260983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2" name="Hexagon 1371">
              <a:extLst>
                <a:ext uri="{FF2B5EF4-FFF2-40B4-BE49-F238E27FC236}">
                  <a16:creationId xmlns:a16="http://schemas.microsoft.com/office/drawing/2014/main" id="{F3906E04-8328-4DC1-B5D6-71783CD32E2E}"/>
                </a:ext>
              </a:extLst>
            </p:cNvPr>
            <p:cNvSpPr/>
            <p:nvPr/>
          </p:nvSpPr>
          <p:spPr>
            <a:xfrm>
              <a:off x="4923363" y="326471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3" name="Hexagon 1372">
              <a:extLst>
                <a:ext uri="{FF2B5EF4-FFF2-40B4-BE49-F238E27FC236}">
                  <a16:creationId xmlns:a16="http://schemas.microsoft.com/office/drawing/2014/main" id="{B9FE7BC9-8EAC-41D4-803D-146E98E3D1B8}"/>
                </a:ext>
              </a:extLst>
            </p:cNvPr>
            <p:cNvSpPr/>
            <p:nvPr/>
          </p:nvSpPr>
          <p:spPr>
            <a:xfrm>
              <a:off x="4471327" y="272812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4" name="Hexagon 1373">
              <a:extLst>
                <a:ext uri="{FF2B5EF4-FFF2-40B4-BE49-F238E27FC236}">
                  <a16:creationId xmlns:a16="http://schemas.microsoft.com/office/drawing/2014/main" id="{0B5792B6-6226-4475-8F2B-41B005D1D3D2}"/>
                </a:ext>
              </a:extLst>
            </p:cNvPr>
            <p:cNvSpPr/>
            <p:nvPr/>
          </p:nvSpPr>
          <p:spPr>
            <a:xfrm>
              <a:off x="4315432" y="33885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5" name="Hexagon 1374">
              <a:extLst>
                <a:ext uri="{FF2B5EF4-FFF2-40B4-BE49-F238E27FC236}">
                  <a16:creationId xmlns:a16="http://schemas.microsoft.com/office/drawing/2014/main" id="{CF6B05C7-8AD6-473F-B87D-F2967E6B607A}"/>
                </a:ext>
              </a:extLst>
            </p:cNvPr>
            <p:cNvSpPr/>
            <p:nvPr/>
          </p:nvSpPr>
          <p:spPr>
            <a:xfrm>
              <a:off x="4464185" y="392216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6" name="Hexagon 1375">
              <a:extLst>
                <a:ext uri="{FF2B5EF4-FFF2-40B4-BE49-F238E27FC236}">
                  <a16:creationId xmlns:a16="http://schemas.microsoft.com/office/drawing/2014/main" id="{835A16E3-D7AF-4609-BD85-AA2A80BDC260}"/>
                </a:ext>
              </a:extLst>
            </p:cNvPr>
            <p:cNvSpPr/>
            <p:nvPr/>
          </p:nvSpPr>
          <p:spPr>
            <a:xfrm>
              <a:off x="3702185" y="374320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7" name="Hexagon 1376">
              <a:extLst>
                <a:ext uri="{FF2B5EF4-FFF2-40B4-BE49-F238E27FC236}">
                  <a16:creationId xmlns:a16="http://schemas.microsoft.com/office/drawing/2014/main" id="{2781BA78-41DA-490F-8ABB-BC9C9C3C90BE}"/>
                </a:ext>
              </a:extLst>
            </p:cNvPr>
            <p:cNvSpPr/>
            <p:nvPr/>
          </p:nvSpPr>
          <p:spPr>
            <a:xfrm>
              <a:off x="4004604" y="421783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8" name="Hexagon 1377">
              <a:extLst>
                <a:ext uri="{FF2B5EF4-FFF2-40B4-BE49-F238E27FC236}">
                  <a16:creationId xmlns:a16="http://schemas.microsoft.com/office/drawing/2014/main" id="{5F9F25CF-75DF-491B-BF8E-639E2DFFE68F}"/>
                </a:ext>
              </a:extLst>
            </p:cNvPr>
            <p:cNvSpPr/>
            <p:nvPr/>
          </p:nvSpPr>
          <p:spPr>
            <a:xfrm>
              <a:off x="3395004" y="468379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9" name="Hexagon 1378">
              <a:extLst>
                <a:ext uri="{FF2B5EF4-FFF2-40B4-BE49-F238E27FC236}">
                  <a16:creationId xmlns:a16="http://schemas.microsoft.com/office/drawing/2014/main" id="{42A67632-0A07-4944-BD90-9A460E3DF7CF}"/>
                </a:ext>
              </a:extLst>
            </p:cNvPr>
            <p:cNvSpPr/>
            <p:nvPr/>
          </p:nvSpPr>
          <p:spPr>
            <a:xfrm>
              <a:off x="4006985" y="492906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0" name="Hexagon 1379">
              <a:extLst>
                <a:ext uri="{FF2B5EF4-FFF2-40B4-BE49-F238E27FC236}">
                  <a16:creationId xmlns:a16="http://schemas.microsoft.com/office/drawing/2014/main" id="{F87B7A48-446A-424E-914A-26CDC4B5494E}"/>
                </a:ext>
              </a:extLst>
            </p:cNvPr>
            <p:cNvSpPr/>
            <p:nvPr/>
          </p:nvSpPr>
          <p:spPr>
            <a:xfrm>
              <a:off x="2943584" y="510723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1" name="Hexagon 1380">
              <a:extLst>
                <a:ext uri="{FF2B5EF4-FFF2-40B4-BE49-F238E27FC236}">
                  <a16:creationId xmlns:a16="http://schemas.microsoft.com/office/drawing/2014/main" id="{37472DE4-7B81-4A84-89D1-CDEE54F7E1CA}"/>
                </a:ext>
              </a:extLst>
            </p:cNvPr>
            <p:cNvSpPr/>
            <p:nvPr/>
          </p:nvSpPr>
          <p:spPr>
            <a:xfrm>
              <a:off x="3100746" y="575969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2" name="Hexagon 1381">
              <a:extLst>
                <a:ext uri="{FF2B5EF4-FFF2-40B4-BE49-F238E27FC236}">
                  <a16:creationId xmlns:a16="http://schemas.microsoft.com/office/drawing/2014/main" id="{C52EF8EC-277C-45E5-9A51-32F7BDAD074B}"/>
                </a:ext>
              </a:extLst>
            </p:cNvPr>
            <p:cNvSpPr/>
            <p:nvPr/>
          </p:nvSpPr>
          <p:spPr>
            <a:xfrm>
              <a:off x="3855602" y="593832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3" name="Hexagon 1382">
              <a:extLst>
                <a:ext uri="{FF2B5EF4-FFF2-40B4-BE49-F238E27FC236}">
                  <a16:creationId xmlns:a16="http://schemas.microsoft.com/office/drawing/2014/main" id="{1EA4D2BC-520D-4272-B0E8-C441032DB20F}"/>
                </a:ext>
              </a:extLst>
            </p:cNvPr>
            <p:cNvSpPr/>
            <p:nvPr/>
          </p:nvSpPr>
          <p:spPr>
            <a:xfrm>
              <a:off x="2493527" y="635738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4" name="Hexagon 1383">
              <a:extLst>
                <a:ext uri="{FF2B5EF4-FFF2-40B4-BE49-F238E27FC236}">
                  <a16:creationId xmlns:a16="http://schemas.microsoft.com/office/drawing/2014/main" id="{F1F833DB-FD9D-44C2-B5C8-A6032DD43953}"/>
                </a:ext>
              </a:extLst>
            </p:cNvPr>
            <p:cNvSpPr/>
            <p:nvPr/>
          </p:nvSpPr>
          <p:spPr>
            <a:xfrm>
              <a:off x="957822" y="635738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5" name="Hexagon 1384">
              <a:extLst>
                <a:ext uri="{FF2B5EF4-FFF2-40B4-BE49-F238E27FC236}">
                  <a16:creationId xmlns:a16="http://schemas.microsoft.com/office/drawing/2014/main" id="{8E6575F2-65F6-42A2-B8B5-A797B46CFCD3}"/>
                </a:ext>
              </a:extLst>
            </p:cNvPr>
            <p:cNvSpPr/>
            <p:nvPr/>
          </p:nvSpPr>
          <p:spPr>
            <a:xfrm>
              <a:off x="1730843" y="605164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6" name="Hexagon 1385">
              <a:extLst>
                <a:ext uri="{FF2B5EF4-FFF2-40B4-BE49-F238E27FC236}">
                  <a16:creationId xmlns:a16="http://schemas.microsoft.com/office/drawing/2014/main" id="{7AB15F81-4186-4867-982A-6011CF6012C5}"/>
                </a:ext>
              </a:extLst>
            </p:cNvPr>
            <p:cNvSpPr/>
            <p:nvPr/>
          </p:nvSpPr>
          <p:spPr>
            <a:xfrm>
              <a:off x="2032276" y="569625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7" name="Hexagon 1386">
              <a:extLst>
                <a:ext uri="{FF2B5EF4-FFF2-40B4-BE49-F238E27FC236}">
                  <a16:creationId xmlns:a16="http://schemas.microsoft.com/office/drawing/2014/main" id="{B673A4E2-E648-4EFB-A53B-DE93BC9FB5C4}"/>
                </a:ext>
              </a:extLst>
            </p:cNvPr>
            <p:cNvSpPr/>
            <p:nvPr/>
          </p:nvSpPr>
          <p:spPr>
            <a:xfrm>
              <a:off x="2344220" y="522790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8" name="Hexagon 1387">
              <a:extLst>
                <a:ext uri="{FF2B5EF4-FFF2-40B4-BE49-F238E27FC236}">
                  <a16:creationId xmlns:a16="http://schemas.microsoft.com/office/drawing/2014/main" id="{D36EBD11-2276-4C20-AE76-5A7BF7C0846C}"/>
                </a:ext>
              </a:extLst>
            </p:cNvPr>
            <p:cNvSpPr/>
            <p:nvPr/>
          </p:nvSpPr>
          <p:spPr>
            <a:xfrm>
              <a:off x="1424841" y="570101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9" name="Hexagon 1388">
              <a:extLst>
                <a:ext uri="{FF2B5EF4-FFF2-40B4-BE49-F238E27FC236}">
                  <a16:creationId xmlns:a16="http://schemas.microsoft.com/office/drawing/2014/main" id="{2D7703B9-34D9-419A-97C6-FE1994085137}"/>
                </a:ext>
              </a:extLst>
            </p:cNvPr>
            <p:cNvSpPr/>
            <p:nvPr/>
          </p:nvSpPr>
          <p:spPr>
            <a:xfrm>
              <a:off x="212491" y="534459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90" name="Hexagon 1389">
              <a:extLst>
                <a:ext uri="{FF2B5EF4-FFF2-40B4-BE49-F238E27FC236}">
                  <a16:creationId xmlns:a16="http://schemas.microsoft.com/office/drawing/2014/main" id="{A7BA1CB5-810B-4925-BC8B-9E09DEE9EA87}"/>
                </a:ext>
              </a:extLst>
            </p:cNvPr>
            <p:cNvSpPr/>
            <p:nvPr/>
          </p:nvSpPr>
          <p:spPr>
            <a:xfrm>
              <a:off x="2637717" y="463672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91" name="Hexagon 1390">
              <a:extLst>
                <a:ext uri="{FF2B5EF4-FFF2-40B4-BE49-F238E27FC236}">
                  <a16:creationId xmlns:a16="http://schemas.microsoft.com/office/drawing/2014/main" id="{422CFADC-5F87-4B79-B24A-242817D00516}"/>
                </a:ext>
              </a:extLst>
            </p:cNvPr>
            <p:cNvSpPr/>
            <p:nvPr/>
          </p:nvSpPr>
          <p:spPr>
            <a:xfrm>
              <a:off x="3095984" y="433613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92" name="Hexagon 1391">
              <a:extLst>
                <a:ext uri="{FF2B5EF4-FFF2-40B4-BE49-F238E27FC236}">
                  <a16:creationId xmlns:a16="http://schemas.microsoft.com/office/drawing/2014/main" id="{FD9A7925-32DF-4051-ADE4-18E39D1147BB}"/>
                </a:ext>
              </a:extLst>
            </p:cNvPr>
            <p:cNvSpPr/>
            <p:nvPr/>
          </p:nvSpPr>
          <p:spPr>
            <a:xfrm>
              <a:off x="2632972" y="3913684"/>
              <a:ext cx="198996" cy="125781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93" name="Hexagon 1392">
              <a:extLst>
                <a:ext uri="{FF2B5EF4-FFF2-40B4-BE49-F238E27FC236}">
                  <a16:creationId xmlns:a16="http://schemas.microsoft.com/office/drawing/2014/main" id="{E74A3FAB-C062-45B3-B971-EDB6B3585DD8}"/>
                </a:ext>
              </a:extLst>
            </p:cNvPr>
            <p:cNvSpPr/>
            <p:nvPr/>
          </p:nvSpPr>
          <p:spPr>
            <a:xfrm>
              <a:off x="1566357" y="386063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94" name="Hexagon 1393">
              <a:extLst>
                <a:ext uri="{FF2B5EF4-FFF2-40B4-BE49-F238E27FC236}">
                  <a16:creationId xmlns:a16="http://schemas.microsoft.com/office/drawing/2014/main" id="{27BE6A98-3B9A-4921-89F5-696A407AF0E7}"/>
                </a:ext>
              </a:extLst>
            </p:cNvPr>
            <p:cNvSpPr/>
            <p:nvPr/>
          </p:nvSpPr>
          <p:spPr>
            <a:xfrm>
              <a:off x="1566357" y="386301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95" name="Hexagon 1394">
              <a:extLst>
                <a:ext uri="{FF2B5EF4-FFF2-40B4-BE49-F238E27FC236}">
                  <a16:creationId xmlns:a16="http://schemas.microsoft.com/office/drawing/2014/main" id="{D32593BD-CA52-4F3C-98C5-BA739B9D9FDB}"/>
                </a:ext>
              </a:extLst>
            </p:cNvPr>
            <p:cNvSpPr/>
            <p:nvPr/>
          </p:nvSpPr>
          <p:spPr>
            <a:xfrm>
              <a:off x="1109916" y="4396391"/>
              <a:ext cx="204710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96" name="Hexagon 1395">
              <a:extLst>
                <a:ext uri="{FF2B5EF4-FFF2-40B4-BE49-F238E27FC236}">
                  <a16:creationId xmlns:a16="http://schemas.microsoft.com/office/drawing/2014/main" id="{E27CD4BB-79C3-4CA8-AE11-B123C94E77E3}"/>
                </a:ext>
              </a:extLst>
            </p:cNvPr>
            <p:cNvSpPr/>
            <p:nvPr/>
          </p:nvSpPr>
          <p:spPr>
            <a:xfrm>
              <a:off x="1271082" y="36272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97" name="Hexagon 1396">
              <a:extLst>
                <a:ext uri="{FF2B5EF4-FFF2-40B4-BE49-F238E27FC236}">
                  <a16:creationId xmlns:a16="http://schemas.microsoft.com/office/drawing/2014/main" id="{060446F0-6B67-4276-B4F0-F02603B4CC7F}"/>
                </a:ext>
              </a:extLst>
            </p:cNvPr>
            <p:cNvSpPr/>
            <p:nvPr/>
          </p:nvSpPr>
          <p:spPr>
            <a:xfrm>
              <a:off x="205348" y="344488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98" name="Hexagon 1397">
              <a:extLst>
                <a:ext uri="{FF2B5EF4-FFF2-40B4-BE49-F238E27FC236}">
                  <a16:creationId xmlns:a16="http://schemas.microsoft.com/office/drawing/2014/main" id="{70DA0A70-4C25-48FE-BD32-FC9395A79D4F}"/>
                </a:ext>
              </a:extLst>
            </p:cNvPr>
            <p:cNvSpPr/>
            <p:nvPr/>
          </p:nvSpPr>
          <p:spPr>
            <a:xfrm>
              <a:off x="966914" y="291002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99" name="Hexagon 1398">
              <a:extLst>
                <a:ext uri="{FF2B5EF4-FFF2-40B4-BE49-F238E27FC236}">
                  <a16:creationId xmlns:a16="http://schemas.microsoft.com/office/drawing/2014/main" id="{7E5F816C-CB9A-4716-B023-82B4A4097ADD}"/>
                </a:ext>
              </a:extLst>
            </p:cNvPr>
            <p:cNvSpPr/>
            <p:nvPr/>
          </p:nvSpPr>
          <p:spPr>
            <a:xfrm>
              <a:off x="2183110" y="302232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0" name="Hexagon 1399">
              <a:extLst>
                <a:ext uri="{FF2B5EF4-FFF2-40B4-BE49-F238E27FC236}">
                  <a16:creationId xmlns:a16="http://schemas.microsoft.com/office/drawing/2014/main" id="{AE07A714-4238-40B6-BD9D-DF754D3E45AC}"/>
                </a:ext>
              </a:extLst>
            </p:cNvPr>
            <p:cNvSpPr/>
            <p:nvPr/>
          </p:nvSpPr>
          <p:spPr>
            <a:xfrm>
              <a:off x="2797592" y="278608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1" name="Hexagon 1400">
              <a:extLst>
                <a:ext uri="{FF2B5EF4-FFF2-40B4-BE49-F238E27FC236}">
                  <a16:creationId xmlns:a16="http://schemas.microsoft.com/office/drawing/2014/main" id="{9BE608F5-2A27-49BB-BF55-B57921929CB5}"/>
                </a:ext>
              </a:extLst>
            </p:cNvPr>
            <p:cNvSpPr/>
            <p:nvPr/>
          </p:nvSpPr>
          <p:spPr>
            <a:xfrm>
              <a:off x="1116301" y="237851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2" name="Hexagon 1401">
              <a:extLst>
                <a:ext uri="{FF2B5EF4-FFF2-40B4-BE49-F238E27FC236}">
                  <a16:creationId xmlns:a16="http://schemas.microsoft.com/office/drawing/2014/main" id="{DCBB9D95-F464-4721-A453-6C14DC1B3D14}"/>
                </a:ext>
              </a:extLst>
            </p:cNvPr>
            <p:cNvSpPr/>
            <p:nvPr/>
          </p:nvSpPr>
          <p:spPr>
            <a:xfrm>
              <a:off x="1721138" y="225415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3" name="Hexagon 1402">
              <a:extLst>
                <a:ext uri="{FF2B5EF4-FFF2-40B4-BE49-F238E27FC236}">
                  <a16:creationId xmlns:a16="http://schemas.microsoft.com/office/drawing/2014/main" id="{4D014447-ADC2-4CB5-B297-6F1D6DBFB12D}"/>
                </a:ext>
              </a:extLst>
            </p:cNvPr>
            <p:cNvSpPr/>
            <p:nvPr/>
          </p:nvSpPr>
          <p:spPr>
            <a:xfrm>
              <a:off x="2484714" y="21914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4" name="Hexagon 1403">
              <a:extLst>
                <a:ext uri="{FF2B5EF4-FFF2-40B4-BE49-F238E27FC236}">
                  <a16:creationId xmlns:a16="http://schemas.microsoft.com/office/drawing/2014/main" id="{4A5A7C51-3501-49A2-B353-6899A2EAE536}"/>
                </a:ext>
              </a:extLst>
            </p:cNvPr>
            <p:cNvSpPr/>
            <p:nvPr/>
          </p:nvSpPr>
          <p:spPr>
            <a:xfrm>
              <a:off x="3403571" y="326792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5" name="Hexagon 1404">
              <a:extLst>
                <a:ext uri="{FF2B5EF4-FFF2-40B4-BE49-F238E27FC236}">
                  <a16:creationId xmlns:a16="http://schemas.microsoft.com/office/drawing/2014/main" id="{D7B9AB82-3E8D-4286-8632-29E4AAD0C127}"/>
                </a:ext>
              </a:extLst>
            </p:cNvPr>
            <p:cNvSpPr/>
            <p:nvPr/>
          </p:nvSpPr>
          <p:spPr>
            <a:xfrm>
              <a:off x="4009366" y="25557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6" name="Hexagon 1405">
              <a:extLst>
                <a:ext uri="{FF2B5EF4-FFF2-40B4-BE49-F238E27FC236}">
                  <a16:creationId xmlns:a16="http://schemas.microsoft.com/office/drawing/2014/main" id="{6C509AC0-DC81-4EF3-937A-4BD1D044C793}"/>
                </a:ext>
              </a:extLst>
            </p:cNvPr>
            <p:cNvSpPr/>
            <p:nvPr/>
          </p:nvSpPr>
          <p:spPr>
            <a:xfrm>
              <a:off x="4474327" y="201995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7" name="Hexagon 1406">
              <a:extLst>
                <a:ext uri="{FF2B5EF4-FFF2-40B4-BE49-F238E27FC236}">
                  <a16:creationId xmlns:a16="http://schemas.microsoft.com/office/drawing/2014/main" id="{5EB140D4-52D7-4EC0-8BE5-E09657552A01}"/>
                </a:ext>
              </a:extLst>
            </p:cNvPr>
            <p:cNvSpPr/>
            <p:nvPr/>
          </p:nvSpPr>
          <p:spPr>
            <a:xfrm>
              <a:off x="3855602" y="178602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8" name="Hexagon 1407">
              <a:extLst>
                <a:ext uri="{FF2B5EF4-FFF2-40B4-BE49-F238E27FC236}">
                  <a16:creationId xmlns:a16="http://schemas.microsoft.com/office/drawing/2014/main" id="{69EB9EFB-DCAC-4919-9FB7-63056F005E63}"/>
                </a:ext>
              </a:extLst>
            </p:cNvPr>
            <p:cNvSpPr/>
            <p:nvPr/>
          </p:nvSpPr>
          <p:spPr>
            <a:xfrm>
              <a:off x="4165164" y="131116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9" name="Hexagon 1408">
              <a:extLst>
                <a:ext uri="{FF2B5EF4-FFF2-40B4-BE49-F238E27FC236}">
                  <a16:creationId xmlns:a16="http://schemas.microsoft.com/office/drawing/2014/main" id="{6C95D81A-3AFD-4C63-A367-EFBA0B735327}"/>
                </a:ext>
              </a:extLst>
            </p:cNvPr>
            <p:cNvSpPr/>
            <p:nvPr/>
          </p:nvSpPr>
          <p:spPr>
            <a:xfrm>
              <a:off x="3403571" y="149213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0" name="Hexagon 1409">
              <a:extLst>
                <a:ext uri="{FF2B5EF4-FFF2-40B4-BE49-F238E27FC236}">
                  <a16:creationId xmlns:a16="http://schemas.microsoft.com/office/drawing/2014/main" id="{6ACE5784-19A8-4C3D-A691-1B9AEE6EA849}"/>
                </a:ext>
              </a:extLst>
            </p:cNvPr>
            <p:cNvSpPr/>
            <p:nvPr/>
          </p:nvSpPr>
          <p:spPr>
            <a:xfrm>
              <a:off x="2339458" y="83816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1" name="Hexagon 1410">
              <a:extLst>
                <a:ext uri="{FF2B5EF4-FFF2-40B4-BE49-F238E27FC236}">
                  <a16:creationId xmlns:a16="http://schemas.microsoft.com/office/drawing/2014/main" id="{6952E7AB-B944-483D-ABDE-7EA979F1AC26}"/>
                </a:ext>
              </a:extLst>
            </p:cNvPr>
            <p:cNvSpPr/>
            <p:nvPr/>
          </p:nvSpPr>
          <p:spPr>
            <a:xfrm>
              <a:off x="1727783" y="7222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2" name="Hexagon 1411">
              <a:extLst>
                <a:ext uri="{FF2B5EF4-FFF2-40B4-BE49-F238E27FC236}">
                  <a16:creationId xmlns:a16="http://schemas.microsoft.com/office/drawing/2014/main" id="{7C111E26-3E4A-4428-BA00-6BEE0C587745}"/>
                </a:ext>
              </a:extLst>
            </p:cNvPr>
            <p:cNvSpPr/>
            <p:nvPr/>
          </p:nvSpPr>
          <p:spPr>
            <a:xfrm>
              <a:off x="2180729" y="30238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3" name="Hexagon 1412">
              <a:extLst>
                <a:ext uri="{FF2B5EF4-FFF2-40B4-BE49-F238E27FC236}">
                  <a16:creationId xmlns:a16="http://schemas.microsoft.com/office/drawing/2014/main" id="{068B4A0F-12F3-47F9-B88C-D4137BF9D0B7}"/>
                </a:ext>
              </a:extLst>
            </p:cNvPr>
            <p:cNvSpPr/>
            <p:nvPr/>
          </p:nvSpPr>
          <p:spPr>
            <a:xfrm>
              <a:off x="1271082" y="30238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4" name="Hexagon 1413">
              <a:extLst>
                <a:ext uri="{FF2B5EF4-FFF2-40B4-BE49-F238E27FC236}">
                  <a16:creationId xmlns:a16="http://schemas.microsoft.com/office/drawing/2014/main" id="{63A8B4EF-A0FB-4E79-A110-A53CF0F6C852}"/>
                </a:ext>
              </a:extLst>
            </p:cNvPr>
            <p:cNvSpPr/>
            <p:nvPr/>
          </p:nvSpPr>
          <p:spPr>
            <a:xfrm>
              <a:off x="360664" y="78020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5" name="Hexagon 1414">
              <a:extLst>
                <a:ext uri="{FF2B5EF4-FFF2-40B4-BE49-F238E27FC236}">
                  <a16:creationId xmlns:a16="http://schemas.microsoft.com/office/drawing/2014/main" id="{CB779EA0-65DC-4510-AF50-FEC4C6C7BA37}"/>
                </a:ext>
              </a:extLst>
            </p:cNvPr>
            <p:cNvSpPr/>
            <p:nvPr/>
          </p:nvSpPr>
          <p:spPr>
            <a:xfrm>
              <a:off x="360664" y="149213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6" name="Hexagon 1415">
              <a:extLst>
                <a:ext uri="{FF2B5EF4-FFF2-40B4-BE49-F238E27FC236}">
                  <a16:creationId xmlns:a16="http://schemas.microsoft.com/office/drawing/2014/main" id="{C803EABC-94B5-49B1-ACCD-FB1CED30D120}"/>
                </a:ext>
              </a:extLst>
            </p:cNvPr>
            <p:cNvSpPr/>
            <p:nvPr/>
          </p:nvSpPr>
          <p:spPr>
            <a:xfrm>
              <a:off x="360664" y="18418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7" name="Hexagon 1416">
              <a:extLst>
                <a:ext uri="{FF2B5EF4-FFF2-40B4-BE49-F238E27FC236}">
                  <a16:creationId xmlns:a16="http://schemas.microsoft.com/office/drawing/2014/main" id="{D0DF79DE-4359-4755-BEF7-1CF67650581A}"/>
                </a:ext>
              </a:extLst>
            </p:cNvPr>
            <p:cNvSpPr/>
            <p:nvPr/>
          </p:nvSpPr>
          <p:spPr>
            <a:xfrm>
              <a:off x="5226585" y="386301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8" name="Hexagon 1417">
              <a:extLst>
                <a:ext uri="{FF2B5EF4-FFF2-40B4-BE49-F238E27FC236}">
                  <a16:creationId xmlns:a16="http://schemas.microsoft.com/office/drawing/2014/main" id="{BED0A745-3A07-4F41-B446-483C2C81B21F}"/>
                </a:ext>
              </a:extLst>
            </p:cNvPr>
            <p:cNvSpPr/>
            <p:nvPr/>
          </p:nvSpPr>
          <p:spPr>
            <a:xfrm>
              <a:off x="2025402" y="391844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9" name="Hexagon 1418">
              <a:extLst>
                <a:ext uri="{FF2B5EF4-FFF2-40B4-BE49-F238E27FC236}">
                  <a16:creationId xmlns:a16="http://schemas.microsoft.com/office/drawing/2014/main" id="{99541F9F-3158-4E49-B71E-842818573C5C}"/>
                </a:ext>
              </a:extLst>
            </p:cNvPr>
            <p:cNvSpPr/>
            <p:nvPr/>
          </p:nvSpPr>
          <p:spPr>
            <a:xfrm>
              <a:off x="1874627" y="433613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420" name="商人">
            <a:extLst>
              <a:ext uri="{FF2B5EF4-FFF2-40B4-BE49-F238E27FC236}">
                <a16:creationId xmlns:a16="http://schemas.microsoft.com/office/drawing/2014/main" id="{223A600A-9F2A-45F3-8748-D16FB3762E4A}"/>
              </a:ext>
            </a:extLst>
          </p:cNvPr>
          <p:cNvGrpSpPr/>
          <p:nvPr userDrawn="1"/>
        </p:nvGrpSpPr>
        <p:grpSpPr>
          <a:xfrm>
            <a:off x="508767" y="708172"/>
            <a:ext cx="12334545" cy="8947786"/>
            <a:chOff x="360481" y="482842"/>
            <a:chExt cx="8409919" cy="6100763"/>
          </a:xfrm>
        </p:grpSpPr>
        <p:sp>
          <p:nvSpPr>
            <p:cNvPr id="1421" name="Hexagon 1420">
              <a:extLst>
                <a:ext uri="{FF2B5EF4-FFF2-40B4-BE49-F238E27FC236}">
                  <a16:creationId xmlns:a16="http://schemas.microsoft.com/office/drawing/2014/main" id="{23453793-0232-432E-AB10-D2EF9AA2ADFD}"/>
                </a:ext>
              </a:extLst>
            </p:cNvPr>
            <p:cNvSpPr/>
            <p:nvPr/>
          </p:nvSpPr>
          <p:spPr>
            <a:xfrm>
              <a:off x="7206175" y="629075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22" name="Hexagon 1421">
              <a:extLst>
                <a:ext uri="{FF2B5EF4-FFF2-40B4-BE49-F238E27FC236}">
                  <a16:creationId xmlns:a16="http://schemas.microsoft.com/office/drawing/2014/main" id="{90AF5188-4B36-4AA0-9FE5-456729B47B77}"/>
                </a:ext>
              </a:extLst>
            </p:cNvPr>
            <p:cNvSpPr/>
            <p:nvPr/>
          </p:nvSpPr>
          <p:spPr>
            <a:xfrm>
              <a:off x="6448937" y="611454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23" name="Hexagon 1422">
              <a:extLst>
                <a:ext uri="{FF2B5EF4-FFF2-40B4-BE49-F238E27FC236}">
                  <a16:creationId xmlns:a16="http://schemas.microsoft.com/office/drawing/2014/main" id="{BE01B675-936B-4B0E-8940-71FE21BBF10D}"/>
                </a:ext>
              </a:extLst>
            </p:cNvPr>
            <p:cNvSpPr/>
            <p:nvPr/>
          </p:nvSpPr>
          <p:spPr>
            <a:xfrm>
              <a:off x="6448937" y="516442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24" name="Hexagon 1423">
              <a:extLst>
                <a:ext uri="{FF2B5EF4-FFF2-40B4-BE49-F238E27FC236}">
                  <a16:creationId xmlns:a16="http://schemas.microsoft.com/office/drawing/2014/main" id="{8307F392-1EB1-41E2-9A03-B4B449975267}"/>
                </a:ext>
              </a:extLst>
            </p:cNvPr>
            <p:cNvSpPr/>
            <p:nvPr/>
          </p:nvSpPr>
          <p:spPr>
            <a:xfrm>
              <a:off x="8122955" y="510646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25" name="Hexagon 1424">
              <a:extLst>
                <a:ext uri="{FF2B5EF4-FFF2-40B4-BE49-F238E27FC236}">
                  <a16:creationId xmlns:a16="http://schemas.microsoft.com/office/drawing/2014/main" id="{A6836FE7-2D69-4AE6-AFCE-A511E6A3C3BE}"/>
                </a:ext>
              </a:extLst>
            </p:cNvPr>
            <p:cNvSpPr/>
            <p:nvPr/>
          </p:nvSpPr>
          <p:spPr>
            <a:xfrm>
              <a:off x="6141755" y="480642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26" name="Hexagon 1425">
              <a:extLst>
                <a:ext uri="{FF2B5EF4-FFF2-40B4-BE49-F238E27FC236}">
                  <a16:creationId xmlns:a16="http://schemas.microsoft.com/office/drawing/2014/main" id="{4D42335F-25F4-48B1-8F04-11DFA03B179A}"/>
                </a:ext>
              </a:extLst>
            </p:cNvPr>
            <p:cNvSpPr/>
            <p:nvPr/>
          </p:nvSpPr>
          <p:spPr>
            <a:xfrm>
              <a:off x="7053773" y="469051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27" name="Hexagon 1426">
              <a:extLst>
                <a:ext uri="{FF2B5EF4-FFF2-40B4-BE49-F238E27FC236}">
                  <a16:creationId xmlns:a16="http://schemas.microsoft.com/office/drawing/2014/main" id="{81A58515-6B34-44ED-96F9-C4B75A723790}"/>
                </a:ext>
              </a:extLst>
            </p:cNvPr>
            <p:cNvSpPr/>
            <p:nvPr/>
          </p:nvSpPr>
          <p:spPr>
            <a:xfrm>
              <a:off x="8577772" y="409996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28" name="Hexagon 1427">
              <a:extLst>
                <a:ext uri="{FF2B5EF4-FFF2-40B4-BE49-F238E27FC236}">
                  <a16:creationId xmlns:a16="http://schemas.microsoft.com/office/drawing/2014/main" id="{824A3AB4-7CEF-483D-9A89-41B84DF36AE5}"/>
                </a:ext>
              </a:extLst>
            </p:cNvPr>
            <p:cNvSpPr/>
            <p:nvPr/>
          </p:nvSpPr>
          <p:spPr>
            <a:xfrm>
              <a:off x="7968172" y="339035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29" name="Hexagon 1428">
              <a:extLst>
                <a:ext uri="{FF2B5EF4-FFF2-40B4-BE49-F238E27FC236}">
                  <a16:creationId xmlns:a16="http://schemas.microsoft.com/office/drawing/2014/main" id="{7C96DE3B-3581-4A3B-AC3B-BF5C31FF74EC}"/>
                </a:ext>
              </a:extLst>
            </p:cNvPr>
            <p:cNvSpPr/>
            <p:nvPr/>
          </p:nvSpPr>
          <p:spPr>
            <a:xfrm>
              <a:off x="7051824" y="385945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0" name="Hexagon 1429">
              <a:extLst>
                <a:ext uri="{FF2B5EF4-FFF2-40B4-BE49-F238E27FC236}">
                  <a16:creationId xmlns:a16="http://schemas.microsoft.com/office/drawing/2014/main" id="{E67AAE53-AF98-4909-B210-8F9FEA09F35A}"/>
                </a:ext>
              </a:extLst>
            </p:cNvPr>
            <p:cNvSpPr/>
            <p:nvPr/>
          </p:nvSpPr>
          <p:spPr>
            <a:xfrm>
              <a:off x="6141755" y="409996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1" name="Hexagon 1430">
              <a:extLst>
                <a:ext uri="{FF2B5EF4-FFF2-40B4-BE49-F238E27FC236}">
                  <a16:creationId xmlns:a16="http://schemas.microsoft.com/office/drawing/2014/main" id="{04339535-5052-463A-A141-40C9F0D51D76}"/>
                </a:ext>
              </a:extLst>
            </p:cNvPr>
            <p:cNvSpPr/>
            <p:nvPr/>
          </p:nvSpPr>
          <p:spPr>
            <a:xfrm>
              <a:off x="7513355" y="285933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2" name="Hexagon 1431">
              <a:extLst>
                <a:ext uri="{FF2B5EF4-FFF2-40B4-BE49-F238E27FC236}">
                  <a16:creationId xmlns:a16="http://schemas.microsoft.com/office/drawing/2014/main" id="{AE145143-5029-43E1-9684-77A00ED7A0BA}"/>
                </a:ext>
              </a:extLst>
            </p:cNvPr>
            <p:cNvSpPr/>
            <p:nvPr/>
          </p:nvSpPr>
          <p:spPr>
            <a:xfrm>
              <a:off x="8271025" y="255474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3" name="Hexagon 1432">
              <a:extLst>
                <a:ext uri="{FF2B5EF4-FFF2-40B4-BE49-F238E27FC236}">
                  <a16:creationId xmlns:a16="http://schemas.microsoft.com/office/drawing/2014/main" id="{2A1AFCC8-92AC-456A-83FE-B53CB7AEAA11}"/>
                </a:ext>
              </a:extLst>
            </p:cNvPr>
            <p:cNvSpPr/>
            <p:nvPr/>
          </p:nvSpPr>
          <p:spPr>
            <a:xfrm>
              <a:off x="6294155" y="237355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4" name="Hexagon 1433">
              <a:extLst>
                <a:ext uri="{FF2B5EF4-FFF2-40B4-BE49-F238E27FC236}">
                  <a16:creationId xmlns:a16="http://schemas.microsoft.com/office/drawing/2014/main" id="{46B8E988-3766-4EEF-9052-4C3E3238D479}"/>
                </a:ext>
              </a:extLst>
            </p:cNvPr>
            <p:cNvSpPr/>
            <p:nvPr/>
          </p:nvSpPr>
          <p:spPr>
            <a:xfrm>
              <a:off x="7199681" y="190228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5" name="Hexagon 1434">
              <a:extLst>
                <a:ext uri="{FF2B5EF4-FFF2-40B4-BE49-F238E27FC236}">
                  <a16:creationId xmlns:a16="http://schemas.microsoft.com/office/drawing/2014/main" id="{79C69A49-D62A-42AB-88B1-A65812BE0152}"/>
                </a:ext>
              </a:extLst>
            </p:cNvPr>
            <p:cNvSpPr/>
            <p:nvPr/>
          </p:nvSpPr>
          <p:spPr>
            <a:xfrm>
              <a:off x="8122955" y="154964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6" name="Hexagon 1435">
              <a:extLst>
                <a:ext uri="{FF2B5EF4-FFF2-40B4-BE49-F238E27FC236}">
                  <a16:creationId xmlns:a16="http://schemas.microsoft.com/office/drawing/2014/main" id="{6CB9BC11-B1DC-46AE-BBC8-027BBC2F1890}"/>
                </a:ext>
              </a:extLst>
            </p:cNvPr>
            <p:cNvSpPr/>
            <p:nvPr/>
          </p:nvSpPr>
          <p:spPr>
            <a:xfrm>
              <a:off x="8115812" y="71210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7" name="Hexagon 1436">
              <a:extLst>
                <a:ext uri="{FF2B5EF4-FFF2-40B4-BE49-F238E27FC236}">
                  <a16:creationId xmlns:a16="http://schemas.microsoft.com/office/drawing/2014/main" id="{2BC15BB6-62A4-4D42-B680-4E8DEACEED63}"/>
                </a:ext>
              </a:extLst>
            </p:cNvPr>
            <p:cNvSpPr/>
            <p:nvPr/>
          </p:nvSpPr>
          <p:spPr>
            <a:xfrm>
              <a:off x="7198225" y="71643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8" name="Hexagon 1437">
              <a:extLst>
                <a:ext uri="{FF2B5EF4-FFF2-40B4-BE49-F238E27FC236}">
                  <a16:creationId xmlns:a16="http://schemas.microsoft.com/office/drawing/2014/main" id="{C53161BF-1A23-41C3-B56D-88FDAC8B1F55}"/>
                </a:ext>
              </a:extLst>
            </p:cNvPr>
            <p:cNvSpPr/>
            <p:nvPr/>
          </p:nvSpPr>
          <p:spPr>
            <a:xfrm>
              <a:off x="5224973" y="219734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9" name="Hexagon 1438">
              <a:extLst>
                <a:ext uri="{FF2B5EF4-FFF2-40B4-BE49-F238E27FC236}">
                  <a16:creationId xmlns:a16="http://schemas.microsoft.com/office/drawing/2014/main" id="{3E3C1FE1-F6A7-4FAA-9B84-50759445446B}"/>
                </a:ext>
              </a:extLst>
            </p:cNvPr>
            <p:cNvSpPr/>
            <p:nvPr/>
          </p:nvSpPr>
          <p:spPr>
            <a:xfrm>
              <a:off x="4924936" y="290776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0" name="Hexagon 1439">
              <a:extLst>
                <a:ext uri="{FF2B5EF4-FFF2-40B4-BE49-F238E27FC236}">
                  <a16:creationId xmlns:a16="http://schemas.microsoft.com/office/drawing/2014/main" id="{19B85440-57F3-48D4-98A3-DAD4F011F1C3}"/>
                </a:ext>
              </a:extLst>
            </p:cNvPr>
            <p:cNvSpPr/>
            <p:nvPr/>
          </p:nvSpPr>
          <p:spPr>
            <a:xfrm>
              <a:off x="5375209" y="355784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1" name="Hexagon 1440">
              <a:extLst>
                <a:ext uri="{FF2B5EF4-FFF2-40B4-BE49-F238E27FC236}">
                  <a16:creationId xmlns:a16="http://schemas.microsoft.com/office/drawing/2014/main" id="{005DFC67-6C5F-46EF-8C89-91EB581A27B8}"/>
                </a:ext>
              </a:extLst>
            </p:cNvPr>
            <p:cNvSpPr/>
            <p:nvPr/>
          </p:nvSpPr>
          <p:spPr>
            <a:xfrm>
              <a:off x="3861325" y="154964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2" name="Hexagon 1441">
              <a:extLst>
                <a:ext uri="{FF2B5EF4-FFF2-40B4-BE49-F238E27FC236}">
                  <a16:creationId xmlns:a16="http://schemas.microsoft.com/office/drawing/2014/main" id="{406B2737-2354-4618-9EC5-A0909A323D24}"/>
                </a:ext>
              </a:extLst>
            </p:cNvPr>
            <p:cNvSpPr/>
            <p:nvPr/>
          </p:nvSpPr>
          <p:spPr>
            <a:xfrm>
              <a:off x="4011344" y="232036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3" name="Hexagon 1442">
              <a:extLst>
                <a:ext uri="{FF2B5EF4-FFF2-40B4-BE49-F238E27FC236}">
                  <a16:creationId xmlns:a16="http://schemas.microsoft.com/office/drawing/2014/main" id="{C08ADAA6-6C77-4FA7-BD44-E6308DDFA35B}"/>
                </a:ext>
              </a:extLst>
            </p:cNvPr>
            <p:cNvSpPr/>
            <p:nvPr/>
          </p:nvSpPr>
          <p:spPr>
            <a:xfrm>
              <a:off x="2942163" y="131389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4" name="Hexagon 1443">
              <a:extLst>
                <a:ext uri="{FF2B5EF4-FFF2-40B4-BE49-F238E27FC236}">
                  <a16:creationId xmlns:a16="http://schemas.microsoft.com/office/drawing/2014/main" id="{FDF20F12-C358-4F1E-BC24-B9A1986D4170}"/>
                </a:ext>
              </a:extLst>
            </p:cNvPr>
            <p:cNvSpPr/>
            <p:nvPr/>
          </p:nvSpPr>
          <p:spPr>
            <a:xfrm>
              <a:off x="2792144" y="89479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5" name="Hexagon 1444">
              <a:extLst>
                <a:ext uri="{FF2B5EF4-FFF2-40B4-BE49-F238E27FC236}">
                  <a16:creationId xmlns:a16="http://schemas.microsoft.com/office/drawing/2014/main" id="{A1478DB0-46EC-4097-A87A-1CBD74BEFA20}"/>
                </a:ext>
              </a:extLst>
            </p:cNvPr>
            <p:cNvSpPr/>
            <p:nvPr/>
          </p:nvSpPr>
          <p:spPr>
            <a:xfrm>
              <a:off x="3251942" y="273095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6" name="Hexagon 1445">
              <a:extLst>
                <a:ext uri="{FF2B5EF4-FFF2-40B4-BE49-F238E27FC236}">
                  <a16:creationId xmlns:a16="http://schemas.microsoft.com/office/drawing/2014/main" id="{81BDDA93-0A19-4349-9CBA-CFCE4E30423B}"/>
                </a:ext>
              </a:extLst>
            </p:cNvPr>
            <p:cNvSpPr/>
            <p:nvPr/>
          </p:nvSpPr>
          <p:spPr>
            <a:xfrm>
              <a:off x="2030144" y="48284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7" name="Hexagon 1446">
              <a:extLst>
                <a:ext uri="{FF2B5EF4-FFF2-40B4-BE49-F238E27FC236}">
                  <a16:creationId xmlns:a16="http://schemas.microsoft.com/office/drawing/2014/main" id="{9927D5C4-2FB9-46B7-B1EB-1F464EC95350}"/>
                </a:ext>
              </a:extLst>
            </p:cNvPr>
            <p:cNvSpPr/>
            <p:nvPr/>
          </p:nvSpPr>
          <p:spPr>
            <a:xfrm>
              <a:off x="817682" y="5985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8" name="Hexagon 1447">
              <a:extLst>
                <a:ext uri="{FF2B5EF4-FFF2-40B4-BE49-F238E27FC236}">
                  <a16:creationId xmlns:a16="http://schemas.microsoft.com/office/drawing/2014/main" id="{F160E42A-B502-4577-891B-B7F3F5BEE1E2}"/>
                </a:ext>
              </a:extLst>
            </p:cNvPr>
            <p:cNvSpPr/>
            <p:nvPr/>
          </p:nvSpPr>
          <p:spPr>
            <a:xfrm>
              <a:off x="1415376" y="190444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9" name="Hexagon 1448">
              <a:extLst>
                <a:ext uri="{FF2B5EF4-FFF2-40B4-BE49-F238E27FC236}">
                  <a16:creationId xmlns:a16="http://schemas.microsoft.com/office/drawing/2014/main" id="{902A0970-FE3B-4F49-A5BC-C637F2F4FCF7}"/>
                </a:ext>
              </a:extLst>
            </p:cNvPr>
            <p:cNvSpPr/>
            <p:nvPr/>
          </p:nvSpPr>
          <p:spPr>
            <a:xfrm>
              <a:off x="1882101" y="279423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0" name="Hexagon 1449">
              <a:extLst>
                <a:ext uri="{FF2B5EF4-FFF2-40B4-BE49-F238E27FC236}">
                  <a16:creationId xmlns:a16="http://schemas.microsoft.com/office/drawing/2014/main" id="{88536819-FAFD-4175-8CDE-2437C31FFF1A}"/>
                </a:ext>
              </a:extLst>
            </p:cNvPr>
            <p:cNvSpPr/>
            <p:nvPr/>
          </p:nvSpPr>
          <p:spPr>
            <a:xfrm>
              <a:off x="1724938" y="344830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1" name="Hexagon 1450">
              <a:extLst>
                <a:ext uri="{FF2B5EF4-FFF2-40B4-BE49-F238E27FC236}">
                  <a16:creationId xmlns:a16="http://schemas.microsoft.com/office/drawing/2014/main" id="{450BFB41-4D3D-45D9-9EEB-CF311BABBA92}"/>
                </a:ext>
              </a:extLst>
            </p:cNvPr>
            <p:cNvSpPr/>
            <p:nvPr/>
          </p:nvSpPr>
          <p:spPr>
            <a:xfrm>
              <a:off x="1261786" y="3262569"/>
              <a:ext cx="196795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2" name="Hexagon 1451">
              <a:extLst>
                <a:ext uri="{FF2B5EF4-FFF2-40B4-BE49-F238E27FC236}">
                  <a16:creationId xmlns:a16="http://schemas.microsoft.com/office/drawing/2014/main" id="{F42BEDC8-9CDB-4BF8-A2CB-CDA052E7CBDD}"/>
                </a:ext>
              </a:extLst>
            </p:cNvPr>
            <p:cNvSpPr/>
            <p:nvPr/>
          </p:nvSpPr>
          <p:spPr>
            <a:xfrm>
              <a:off x="2482934" y="434127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3" name="Hexagon 1452">
              <a:extLst>
                <a:ext uri="{FF2B5EF4-FFF2-40B4-BE49-F238E27FC236}">
                  <a16:creationId xmlns:a16="http://schemas.microsoft.com/office/drawing/2014/main" id="{96B867D9-4041-4233-8FCC-BC9877975E17}"/>
                </a:ext>
              </a:extLst>
            </p:cNvPr>
            <p:cNvSpPr/>
            <p:nvPr/>
          </p:nvSpPr>
          <p:spPr>
            <a:xfrm>
              <a:off x="1720608" y="463255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4" name="Hexagon 1453">
              <a:extLst>
                <a:ext uri="{FF2B5EF4-FFF2-40B4-BE49-F238E27FC236}">
                  <a16:creationId xmlns:a16="http://schemas.microsoft.com/office/drawing/2014/main" id="{DF484DBF-4B21-414D-BFB3-E2853ABE3A57}"/>
                </a:ext>
              </a:extLst>
            </p:cNvPr>
            <p:cNvSpPr/>
            <p:nvPr/>
          </p:nvSpPr>
          <p:spPr>
            <a:xfrm>
              <a:off x="360481" y="457459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5" name="Hexagon 1454">
              <a:extLst>
                <a:ext uri="{FF2B5EF4-FFF2-40B4-BE49-F238E27FC236}">
                  <a16:creationId xmlns:a16="http://schemas.microsoft.com/office/drawing/2014/main" id="{B55FEC74-76D5-4FB0-90F4-2E9F04226AA9}"/>
                </a:ext>
              </a:extLst>
            </p:cNvPr>
            <p:cNvSpPr/>
            <p:nvPr/>
          </p:nvSpPr>
          <p:spPr>
            <a:xfrm>
              <a:off x="660519" y="576284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6" name="Hexagon 1455">
              <a:extLst>
                <a:ext uri="{FF2B5EF4-FFF2-40B4-BE49-F238E27FC236}">
                  <a16:creationId xmlns:a16="http://schemas.microsoft.com/office/drawing/2014/main" id="{82C2E96A-F5A2-4082-BB7C-646734CDB197}"/>
                </a:ext>
              </a:extLst>
            </p:cNvPr>
            <p:cNvSpPr/>
            <p:nvPr/>
          </p:nvSpPr>
          <p:spPr>
            <a:xfrm>
              <a:off x="2644316" y="569335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7" name="Hexagon 1456">
              <a:extLst>
                <a:ext uri="{FF2B5EF4-FFF2-40B4-BE49-F238E27FC236}">
                  <a16:creationId xmlns:a16="http://schemas.microsoft.com/office/drawing/2014/main" id="{65F6AE33-A3AC-44F7-81D2-1F3AC6840A9F}"/>
                </a:ext>
              </a:extLst>
            </p:cNvPr>
            <p:cNvSpPr/>
            <p:nvPr/>
          </p:nvSpPr>
          <p:spPr>
            <a:xfrm>
              <a:off x="1886613" y="646769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8" name="Hexagon 1457">
              <a:extLst>
                <a:ext uri="{FF2B5EF4-FFF2-40B4-BE49-F238E27FC236}">
                  <a16:creationId xmlns:a16="http://schemas.microsoft.com/office/drawing/2014/main" id="{D05FAD93-B132-4D21-8F8A-9B88C4A70490}"/>
                </a:ext>
              </a:extLst>
            </p:cNvPr>
            <p:cNvSpPr/>
            <p:nvPr/>
          </p:nvSpPr>
          <p:spPr>
            <a:xfrm>
              <a:off x="3554015" y="569718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9" name="Hexagon 1458">
              <a:extLst>
                <a:ext uri="{FF2B5EF4-FFF2-40B4-BE49-F238E27FC236}">
                  <a16:creationId xmlns:a16="http://schemas.microsoft.com/office/drawing/2014/main" id="{E584668F-5A20-452E-AD7A-3CED58E45798}"/>
                </a:ext>
              </a:extLst>
            </p:cNvPr>
            <p:cNvSpPr/>
            <p:nvPr/>
          </p:nvSpPr>
          <p:spPr>
            <a:xfrm>
              <a:off x="3092183" y="350388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60" name="Hexagon 1459">
              <a:extLst>
                <a:ext uri="{FF2B5EF4-FFF2-40B4-BE49-F238E27FC236}">
                  <a16:creationId xmlns:a16="http://schemas.microsoft.com/office/drawing/2014/main" id="{65336A24-1CEE-47E9-B162-B0185DD314CE}"/>
                </a:ext>
              </a:extLst>
            </p:cNvPr>
            <p:cNvSpPr/>
            <p:nvPr/>
          </p:nvSpPr>
          <p:spPr>
            <a:xfrm>
              <a:off x="3701783" y="433651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461" name="营地">
            <a:extLst>
              <a:ext uri="{FF2B5EF4-FFF2-40B4-BE49-F238E27FC236}">
                <a16:creationId xmlns:a16="http://schemas.microsoft.com/office/drawing/2014/main" id="{AF420504-8914-4B21-8D68-9F58E1E07756}"/>
              </a:ext>
            </a:extLst>
          </p:cNvPr>
          <p:cNvGrpSpPr/>
          <p:nvPr userDrawn="1"/>
        </p:nvGrpSpPr>
        <p:grpSpPr>
          <a:xfrm>
            <a:off x="725199" y="704688"/>
            <a:ext cx="11444721" cy="8857021"/>
            <a:chOff x="508050" y="478843"/>
            <a:chExt cx="7803219" cy="6038877"/>
          </a:xfrm>
        </p:grpSpPr>
        <p:sp>
          <p:nvSpPr>
            <p:cNvPr id="1462" name="Hexagon 1461">
              <a:extLst>
                <a:ext uri="{FF2B5EF4-FFF2-40B4-BE49-F238E27FC236}">
                  <a16:creationId xmlns:a16="http://schemas.microsoft.com/office/drawing/2014/main" id="{6DA68213-7402-4A5F-A8C1-40CF8D984BEC}"/>
                </a:ext>
              </a:extLst>
            </p:cNvPr>
            <p:cNvSpPr/>
            <p:nvPr/>
          </p:nvSpPr>
          <p:spPr>
            <a:xfrm>
              <a:off x="7506876" y="640180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63" name="Hexagon 1462">
              <a:extLst>
                <a:ext uri="{FF2B5EF4-FFF2-40B4-BE49-F238E27FC236}">
                  <a16:creationId xmlns:a16="http://schemas.microsoft.com/office/drawing/2014/main" id="{C0A9C7B6-1C12-4B23-BDC2-5E8263C92A42}"/>
                </a:ext>
              </a:extLst>
            </p:cNvPr>
            <p:cNvSpPr/>
            <p:nvPr/>
          </p:nvSpPr>
          <p:spPr>
            <a:xfrm>
              <a:off x="7364001" y="540168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64" name="Hexagon 1463">
              <a:extLst>
                <a:ext uri="{FF2B5EF4-FFF2-40B4-BE49-F238E27FC236}">
                  <a16:creationId xmlns:a16="http://schemas.microsoft.com/office/drawing/2014/main" id="{67D19BF3-42E7-4B09-8BD5-0948D8A73F2B}"/>
                </a:ext>
              </a:extLst>
            </p:cNvPr>
            <p:cNvSpPr/>
            <p:nvPr/>
          </p:nvSpPr>
          <p:spPr>
            <a:xfrm>
              <a:off x="8118641" y="450950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65" name="Hexagon 1464">
              <a:extLst>
                <a:ext uri="{FF2B5EF4-FFF2-40B4-BE49-F238E27FC236}">
                  <a16:creationId xmlns:a16="http://schemas.microsoft.com/office/drawing/2014/main" id="{152C7FF4-E98A-4704-8411-D9A59813894A}"/>
                </a:ext>
              </a:extLst>
            </p:cNvPr>
            <p:cNvSpPr/>
            <p:nvPr/>
          </p:nvSpPr>
          <p:spPr>
            <a:xfrm>
              <a:off x="7364001" y="350303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66" name="Hexagon 1465">
              <a:extLst>
                <a:ext uri="{FF2B5EF4-FFF2-40B4-BE49-F238E27FC236}">
                  <a16:creationId xmlns:a16="http://schemas.microsoft.com/office/drawing/2014/main" id="{33630839-A5DF-42FC-B19A-C1FA147457A4}"/>
                </a:ext>
              </a:extLst>
            </p:cNvPr>
            <p:cNvSpPr/>
            <p:nvPr/>
          </p:nvSpPr>
          <p:spPr>
            <a:xfrm>
              <a:off x="7809295" y="47884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67" name="Hexagon 1466">
              <a:extLst>
                <a:ext uri="{FF2B5EF4-FFF2-40B4-BE49-F238E27FC236}">
                  <a16:creationId xmlns:a16="http://schemas.microsoft.com/office/drawing/2014/main" id="{BB71B08E-7D6F-4427-9D63-92E1C32860F1}"/>
                </a:ext>
              </a:extLst>
            </p:cNvPr>
            <p:cNvSpPr/>
            <p:nvPr/>
          </p:nvSpPr>
          <p:spPr>
            <a:xfrm>
              <a:off x="2494345" y="611526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68" name="Hexagon 1467">
              <a:extLst>
                <a:ext uri="{FF2B5EF4-FFF2-40B4-BE49-F238E27FC236}">
                  <a16:creationId xmlns:a16="http://schemas.microsoft.com/office/drawing/2014/main" id="{817E0FD4-42D1-4DF1-B454-646390D542B7}"/>
                </a:ext>
              </a:extLst>
            </p:cNvPr>
            <p:cNvSpPr/>
            <p:nvPr/>
          </p:nvSpPr>
          <p:spPr>
            <a:xfrm>
              <a:off x="3546858" y="49865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69" name="Hexagon 1468">
              <a:extLst>
                <a:ext uri="{FF2B5EF4-FFF2-40B4-BE49-F238E27FC236}">
                  <a16:creationId xmlns:a16="http://schemas.microsoft.com/office/drawing/2014/main" id="{E324EB51-9E48-4176-BBC4-CF6B673BDF76}"/>
                </a:ext>
              </a:extLst>
            </p:cNvPr>
            <p:cNvSpPr/>
            <p:nvPr/>
          </p:nvSpPr>
          <p:spPr>
            <a:xfrm>
              <a:off x="4011202" y="315060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70" name="Hexagon 1469">
              <a:extLst>
                <a:ext uri="{FF2B5EF4-FFF2-40B4-BE49-F238E27FC236}">
                  <a16:creationId xmlns:a16="http://schemas.microsoft.com/office/drawing/2014/main" id="{C7716B33-303C-404F-BAFB-318C52AB0030}"/>
                </a:ext>
              </a:extLst>
            </p:cNvPr>
            <p:cNvSpPr/>
            <p:nvPr/>
          </p:nvSpPr>
          <p:spPr>
            <a:xfrm>
              <a:off x="3556166" y="107155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71" name="Hexagon 1470">
              <a:extLst>
                <a:ext uri="{FF2B5EF4-FFF2-40B4-BE49-F238E27FC236}">
                  <a16:creationId xmlns:a16="http://schemas.microsoft.com/office/drawing/2014/main" id="{E89091A8-956C-4D0A-98ED-FA8DC62DC1F2}"/>
                </a:ext>
              </a:extLst>
            </p:cNvPr>
            <p:cNvSpPr/>
            <p:nvPr/>
          </p:nvSpPr>
          <p:spPr>
            <a:xfrm>
              <a:off x="1579611" y="101381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72" name="Hexagon 1471">
              <a:extLst>
                <a:ext uri="{FF2B5EF4-FFF2-40B4-BE49-F238E27FC236}">
                  <a16:creationId xmlns:a16="http://schemas.microsoft.com/office/drawing/2014/main" id="{F37701A2-8D31-4C42-AAB5-D196394DD912}"/>
                </a:ext>
              </a:extLst>
            </p:cNvPr>
            <p:cNvSpPr/>
            <p:nvPr/>
          </p:nvSpPr>
          <p:spPr>
            <a:xfrm>
              <a:off x="1113102" y="18924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73" name="Hexagon 1472">
              <a:extLst>
                <a:ext uri="{FF2B5EF4-FFF2-40B4-BE49-F238E27FC236}">
                  <a16:creationId xmlns:a16="http://schemas.microsoft.com/office/drawing/2014/main" id="{9FFC20FF-9211-4870-8463-4FAE9A286AB7}"/>
                </a:ext>
              </a:extLst>
            </p:cNvPr>
            <p:cNvSpPr/>
            <p:nvPr/>
          </p:nvSpPr>
          <p:spPr>
            <a:xfrm>
              <a:off x="2321587" y="4039518"/>
              <a:ext cx="206934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74" name="Hexagon 1473">
              <a:extLst>
                <a:ext uri="{FF2B5EF4-FFF2-40B4-BE49-F238E27FC236}">
                  <a16:creationId xmlns:a16="http://schemas.microsoft.com/office/drawing/2014/main" id="{50BFC8A5-50A6-46BB-B8EF-E223FBD1A268}"/>
                </a:ext>
              </a:extLst>
            </p:cNvPr>
            <p:cNvSpPr/>
            <p:nvPr/>
          </p:nvSpPr>
          <p:spPr>
            <a:xfrm>
              <a:off x="1417903" y="46337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75" name="Hexagon 1474">
              <a:extLst>
                <a:ext uri="{FF2B5EF4-FFF2-40B4-BE49-F238E27FC236}">
                  <a16:creationId xmlns:a16="http://schemas.microsoft.com/office/drawing/2014/main" id="{AB65B770-FE0D-409B-AB52-DCA5C6AB5CCC}"/>
                </a:ext>
              </a:extLst>
            </p:cNvPr>
            <p:cNvSpPr/>
            <p:nvPr/>
          </p:nvSpPr>
          <p:spPr>
            <a:xfrm>
              <a:off x="815564" y="605730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76" name="Hexagon 1475">
              <a:extLst>
                <a:ext uri="{FF2B5EF4-FFF2-40B4-BE49-F238E27FC236}">
                  <a16:creationId xmlns:a16="http://schemas.microsoft.com/office/drawing/2014/main" id="{84C66FBD-43F3-4FF2-A6C3-01451B794B64}"/>
                </a:ext>
              </a:extLst>
            </p:cNvPr>
            <p:cNvSpPr/>
            <p:nvPr/>
          </p:nvSpPr>
          <p:spPr>
            <a:xfrm>
              <a:off x="508050" y="308550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477" name="portal">
            <a:extLst>
              <a:ext uri="{FF2B5EF4-FFF2-40B4-BE49-F238E27FC236}">
                <a16:creationId xmlns:a16="http://schemas.microsoft.com/office/drawing/2014/main" id="{A6B4F9C7-22EA-49F6-8119-A3113A8298A6}"/>
              </a:ext>
            </a:extLst>
          </p:cNvPr>
          <p:cNvGrpSpPr/>
          <p:nvPr userDrawn="1"/>
        </p:nvGrpSpPr>
        <p:grpSpPr>
          <a:xfrm>
            <a:off x="937284" y="612685"/>
            <a:ext cx="11466479" cy="9223032"/>
            <a:chOff x="654818" y="417738"/>
            <a:chExt cx="7818053" cy="6288431"/>
          </a:xfrm>
        </p:grpSpPr>
        <p:sp>
          <p:nvSpPr>
            <p:cNvPr id="1478" name="Hexagon 1477">
              <a:extLst>
                <a:ext uri="{FF2B5EF4-FFF2-40B4-BE49-F238E27FC236}">
                  <a16:creationId xmlns:a16="http://schemas.microsoft.com/office/drawing/2014/main" id="{0BCCA47E-09B1-4CC7-B53D-0C2E0EC36B35}"/>
                </a:ext>
              </a:extLst>
            </p:cNvPr>
            <p:cNvSpPr/>
            <p:nvPr/>
          </p:nvSpPr>
          <p:spPr>
            <a:xfrm>
              <a:off x="7960109" y="6584156"/>
              <a:ext cx="209960" cy="122013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79" name="Hexagon 1478">
              <a:extLst>
                <a:ext uri="{FF2B5EF4-FFF2-40B4-BE49-F238E27FC236}">
                  <a16:creationId xmlns:a16="http://schemas.microsoft.com/office/drawing/2014/main" id="{8C4926B7-7B8A-491F-A114-A99BAE5E5ABE}"/>
                </a:ext>
              </a:extLst>
            </p:cNvPr>
            <p:cNvSpPr/>
            <p:nvPr/>
          </p:nvSpPr>
          <p:spPr>
            <a:xfrm>
              <a:off x="2790415" y="6233544"/>
              <a:ext cx="205197" cy="122013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80" name="Hexagon 1479">
              <a:extLst>
                <a:ext uri="{FF2B5EF4-FFF2-40B4-BE49-F238E27FC236}">
                  <a16:creationId xmlns:a16="http://schemas.microsoft.com/office/drawing/2014/main" id="{BE54ADFB-1132-45C0-A744-6993E9ED6B55}"/>
                </a:ext>
              </a:extLst>
            </p:cNvPr>
            <p:cNvSpPr/>
            <p:nvPr/>
          </p:nvSpPr>
          <p:spPr>
            <a:xfrm>
              <a:off x="8267674" y="417738"/>
              <a:ext cx="205197" cy="122013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6">
                    <a:lumMod val="20000"/>
                    <a:lumOff val="80000"/>
                  </a:schemeClr>
                </a:gs>
                <a:gs pos="55000">
                  <a:schemeClr val="accent6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81" name="Hexagon 1480">
              <a:extLst>
                <a:ext uri="{FF2B5EF4-FFF2-40B4-BE49-F238E27FC236}">
                  <a16:creationId xmlns:a16="http://schemas.microsoft.com/office/drawing/2014/main" id="{D1166344-07E8-423F-80BB-FA9762338A6F}"/>
                </a:ext>
              </a:extLst>
            </p:cNvPr>
            <p:cNvSpPr/>
            <p:nvPr/>
          </p:nvSpPr>
          <p:spPr>
            <a:xfrm>
              <a:off x="2023243" y="1075187"/>
              <a:ext cx="205197" cy="122013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6">
                    <a:lumMod val="20000"/>
                    <a:lumOff val="80000"/>
                  </a:schemeClr>
                </a:gs>
                <a:gs pos="55000">
                  <a:schemeClr val="accent6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82" name="Hexagon 1481">
              <a:extLst>
                <a:ext uri="{FF2B5EF4-FFF2-40B4-BE49-F238E27FC236}">
                  <a16:creationId xmlns:a16="http://schemas.microsoft.com/office/drawing/2014/main" id="{B7AF516C-A053-4AF2-BAC0-C3CC562B18F6}"/>
                </a:ext>
              </a:extLst>
            </p:cNvPr>
            <p:cNvSpPr/>
            <p:nvPr/>
          </p:nvSpPr>
          <p:spPr>
            <a:xfrm>
              <a:off x="654818" y="1961012"/>
              <a:ext cx="205197" cy="122013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83" name="Hexagon 1482">
              <a:extLst>
                <a:ext uri="{FF2B5EF4-FFF2-40B4-BE49-F238E27FC236}">
                  <a16:creationId xmlns:a16="http://schemas.microsoft.com/office/drawing/2014/main" id="{4533D300-B64F-4B1B-94FA-7B38C4B57AF0}"/>
                </a:ext>
              </a:extLst>
            </p:cNvPr>
            <p:cNvSpPr/>
            <p:nvPr/>
          </p:nvSpPr>
          <p:spPr>
            <a:xfrm>
              <a:off x="654818" y="2897637"/>
              <a:ext cx="205197" cy="122013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84" name="Hexagon 1483">
              <a:extLst>
                <a:ext uri="{FF2B5EF4-FFF2-40B4-BE49-F238E27FC236}">
                  <a16:creationId xmlns:a16="http://schemas.microsoft.com/office/drawing/2014/main" id="{9901611A-F479-423A-9C78-068CF1856B22}"/>
                </a:ext>
              </a:extLst>
            </p:cNvPr>
            <p:cNvSpPr/>
            <p:nvPr/>
          </p:nvSpPr>
          <p:spPr>
            <a:xfrm>
              <a:off x="1575568" y="4929637"/>
              <a:ext cx="205197" cy="122013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85" name="Hexagon 1484">
              <a:extLst>
                <a:ext uri="{FF2B5EF4-FFF2-40B4-BE49-F238E27FC236}">
                  <a16:creationId xmlns:a16="http://schemas.microsoft.com/office/drawing/2014/main" id="{262BB2AC-0FFF-4C23-B935-94F0CBA83A1D}"/>
                </a:ext>
              </a:extLst>
            </p:cNvPr>
            <p:cNvSpPr/>
            <p:nvPr/>
          </p:nvSpPr>
          <p:spPr>
            <a:xfrm>
              <a:off x="1571237" y="5277876"/>
              <a:ext cx="205197" cy="122013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486" name="瞭望塔">
            <a:extLst>
              <a:ext uri="{FF2B5EF4-FFF2-40B4-BE49-F238E27FC236}">
                <a16:creationId xmlns:a16="http://schemas.microsoft.com/office/drawing/2014/main" id="{8D24A67A-7B94-4FC6-A3D1-9936B4448DEC}"/>
              </a:ext>
            </a:extLst>
          </p:cNvPr>
          <p:cNvGrpSpPr/>
          <p:nvPr userDrawn="1"/>
        </p:nvGrpSpPr>
        <p:grpSpPr>
          <a:xfrm>
            <a:off x="3397275" y="2077346"/>
            <a:ext cx="7885897" cy="6704897"/>
            <a:chOff x="2332087" y="1416371"/>
            <a:chExt cx="5376748" cy="4571522"/>
          </a:xfrm>
        </p:grpSpPr>
        <p:sp>
          <p:nvSpPr>
            <p:cNvPr id="1487" name="Hexagon 1486">
              <a:extLst>
                <a:ext uri="{FF2B5EF4-FFF2-40B4-BE49-F238E27FC236}">
                  <a16:creationId xmlns:a16="http://schemas.microsoft.com/office/drawing/2014/main" id="{E98519CA-5DE8-4B8A-A905-E9A5449D46E0}"/>
                </a:ext>
              </a:extLst>
            </p:cNvPr>
            <p:cNvSpPr/>
            <p:nvPr/>
          </p:nvSpPr>
          <p:spPr>
            <a:xfrm>
              <a:off x="7210415" y="569892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88" name="Hexagon 1487">
              <a:extLst>
                <a:ext uri="{FF2B5EF4-FFF2-40B4-BE49-F238E27FC236}">
                  <a16:creationId xmlns:a16="http://schemas.microsoft.com/office/drawing/2014/main" id="{750E30D8-1C5F-4999-8C4F-255C7C8AB5CB}"/>
                </a:ext>
              </a:extLst>
            </p:cNvPr>
            <p:cNvSpPr/>
            <p:nvPr/>
          </p:nvSpPr>
          <p:spPr>
            <a:xfrm>
              <a:off x="7059271" y="266844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89" name="Hexagon 1488">
              <a:extLst>
                <a:ext uri="{FF2B5EF4-FFF2-40B4-BE49-F238E27FC236}">
                  <a16:creationId xmlns:a16="http://schemas.microsoft.com/office/drawing/2014/main" id="{D6C34E13-5A5F-4F30-87C0-F71E8B24D75F}"/>
                </a:ext>
              </a:extLst>
            </p:cNvPr>
            <p:cNvSpPr/>
            <p:nvPr/>
          </p:nvSpPr>
          <p:spPr>
            <a:xfrm>
              <a:off x="7505229" y="1416371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90" name="Hexagon 1489">
              <a:extLst>
                <a:ext uri="{FF2B5EF4-FFF2-40B4-BE49-F238E27FC236}">
                  <a16:creationId xmlns:a16="http://schemas.microsoft.com/office/drawing/2014/main" id="{F6B3DF7C-FDDB-4DB6-BD15-DC5763FC86E1}"/>
                </a:ext>
              </a:extLst>
            </p:cNvPr>
            <p:cNvSpPr/>
            <p:nvPr/>
          </p:nvSpPr>
          <p:spPr>
            <a:xfrm>
              <a:off x="5984924" y="331546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91" name="Hexagon 1490">
              <a:extLst>
                <a:ext uri="{FF2B5EF4-FFF2-40B4-BE49-F238E27FC236}">
                  <a16:creationId xmlns:a16="http://schemas.microsoft.com/office/drawing/2014/main" id="{3F7ACD8D-BB4B-452F-9477-CEB74C2B777D}"/>
                </a:ext>
              </a:extLst>
            </p:cNvPr>
            <p:cNvSpPr/>
            <p:nvPr/>
          </p:nvSpPr>
          <p:spPr>
            <a:xfrm>
              <a:off x="2490544" y="587197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92" name="Hexagon 1491">
              <a:extLst>
                <a:ext uri="{FF2B5EF4-FFF2-40B4-BE49-F238E27FC236}">
                  <a16:creationId xmlns:a16="http://schemas.microsoft.com/office/drawing/2014/main" id="{9F1F2555-12B4-40E7-86DB-6BAACD2563BB}"/>
                </a:ext>
              </a:extLst>
            </p:cNvPr>
            <p:cNvSpPr/>
            <p:nvPr/>
          </p:nvSpPr>
          <p:spPr>
            <a:xfrm>
              <a:off x="2332087" y="332980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493" name="八卦">
            <a:extLst>
              <a:ext uri="{FF2B5EF4-FFF2-40B4-BE49-F238E27FC236}">
                <a16:creationId xmlns:a16="http://schemas.microsoft.com/office/drawing/2014/main" id="{90C7592A-2FE4-4F21-AF84-28F4379F2D9A}"/>
              </a:ext>
            </a:extLst>
          </p:cNvPr>
          <p:cNvGrpSpPr/>
          <p:nvPr userDrawn="1"/>
        </p:nvGrpSpPr>
        <p:grpSpPr>
          <a:xfrm>
            <a:off x="2069780" y="1058095"/>
            <a:ext cx="9206840" cy="7295873"/>
            <a:chOff x="1426974" y="721427"/>
            <a:chExt cx="6277391" cy="4974459"/>
          </a:xfrm>
        </p:grpSpPr>
        <p:sp>
          <p:nvSpPr>
            <p:cNvPr id="1494" name="Hexagon 1493">
              <a:extLst>
                <a:ext uri="{FF2B5EF4-FFF2-40B4-BE49-F238E27FC236}">
                  <a16:creationId xmlns:a16="http://schemas.microsoft.com/office/drawing/2014/main" id="{6B1CE1BF-5AA6-4180-8968-557DBCB54C4D}"/>
                </a:ext>
              </a:extLst>
            </p:cNvPr>
            <p:cNvSpPr/>
            <p:nvPr/>
          </p:nvSpPr>
          <p:spPr>
            <a:xfrm>
              <a:off x="7511737" y="557997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95" name="Hexagon 1494">
              <a:extLst>
                <a:ext uri="{FF2B5EF4-FFF2-40B4-BE49-F238E27FC236}">
                  <a16:creationId xmlns:a16="http://schemas.microsoft.com/office/drawing/2014/main" id="{4A7C9685-5FEE-4011-9059-794131B86E31}"/>
                </a:ext>
              </a:extLst>
            </p:cNvPr>
            <p:cNvSpPr/>
            <p:nvPr/>
          </p:nvSpPr>
          <p:spPr>
            <a:xfrm>
              <a:off x="6292537" y="439252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96" name="Hexagon 1495">
              <a:extLst>
                <a:ext uri="{FF2B5EF4-FFF2-40B4-BE49-F238E27FC236}">
                  <a16:creationId xmlns:a16="http://schemas.microsoft.com/office/drawing/2014/main" id="{9BF49488-4ED6-47E3-9FC5-EB4CF5FBB64C}"/>
                </a:ext>
              </a:extLst>
            </p:cNvPr>
            <p:cNvSpPr/>
            <p:nvPr/>
          </p:nvSpPr>
          <p:spPr>
            <a:xfrm>
              <a:off x="5686112" y="35574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97" name="Hexagon 1496">
              <a:extLst>
                <a:ext uri="{FF2B5EF4-FFF2-40B4-BE49-F238E27FC236}">
                  <a16:creationId xmlns:a16="http://schemas.microsoft.com/office/drawing/2014/main" id="{4DFE0B36-9948-4092-98FA-4198702F8096}"/>
                </a:ext>
              </a:extLst>
            </p:cNvPr>
            <p:cNvSpPr/>
            <p:nvPr/>
          </p:nvSpPr>
          <p:spPr>
            <a:xfrm>
              <a:off x="5996511" y="27319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98" name="Hexagon 1497">
              <a:extLst>
                <a:ext uri="{FF2B5EF4-FFF2-40B4-BE49-F238E27FC236}">
                  <a16:creationId xmlns:a16="http://schemas.microsoft.com/office/drawing/2014/main" id="{2562DA0E-9AFB-4A63-899A-302954A7B8E4}"/>
                </a:ext>
              </a:extLst>
            </p:cNvPr>
            <p:cNvSpPr/>
            <p:nvPr/>
          </p:nvSpPr>
          <p:spPr>
            <a:xfrm>
              <a:off x="4314638" y="409407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99" name="Hexagon 1498">
              <a:extLst>
                <a:ext uri="{FF2B5EF4-FFF2-40B4-BE49-F238E27FC236}">
                  <a16:creationId xmlns:a16="http://schemas.microsoft.com/office/drawing/2014/main" id="{8D1B6B51-A615-4A52-A6CA-918D10E0D819}"/>
                </a:ext>
              </a:extLst>
            </p:cNvPr>
            <p:cNvSpPr/>
            <p:nvPr/>
          </p:nvSpPr>
          <p:spPr>
            <a:xfrm>
              <a:off x="4314638" y="29097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0" name="Hexagon 1499">
              <a:extLst>
                <a:ext uri="{FF2B5EF4-FFF2-40B4-BE49-F238E27FC236}">
                  <a16:creationId xmlns:a16="http://schemas.microsoft.com/office/drawing/2014/main" id="{5464FABA-BEEA-4663-B289-7EB5EA3F772D}"/>
                </a:ext>
              </a:extLst>
            </p:cNvPr>
            <p:cNvSpPr/>
            <p:nvPr/>
          </p:nvSpPr>
          <p:spPr>
            <a:xfrm>
              <a:off x="7206186" y="130642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1" name="Hexagon 1500">
              <a:extLst>
                <a:ext uri="{FF2B5EF4-FFF2-40B4-BE49-F238E27FC236}">
                  <a16:creationId xmlns:a16="http://schemas.microsoft.com/office/drawing/2014/main" id="{20CDDD12-F003-4ACE-9504-6D5E977B860F}"/>
                </a:ext>
              </a:extLst>
            </p:cNvPr>
            <p:cNvSpPr/>
            <p:nvPr/>
          </p:nvSpPr>
          <p:spPr>
            <a:xfrm>
              <a:off x="1426974" y="72142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502" name="猪鹿蝶">
            <a:extLst>
              <a:ext uri="{FF2B5EF4-FFF2-40B4-BE49-F238E27FC236}">
                <a16:creationId xmlns:a16="http://schemas.microsoft.com/office/drawing/2014/main" id="{2A95D325-4536-4117-B268-9D6BDFCCF230}"/>
              </a:ext>
            </a:extLst>
          </p:cNvPr>
          <p:cNvGrpSpPr/>
          <p:nvPr userDrawn="1"/>
        </p:nvGrpSpPr>
        <p:grpSpPr>
          <a:xfrm>
            <a:off x="9201282" y="4519168"/>
            <a:ext cx="3192938" cy="4361009"/>
            <a:chOff x="6289362" y="3081246"/>
            <a:chExt cx="2177003" cy="2973415"/>
          </a:xfrm>
        </p:grpSpPr>
        <p:sp>
          <p:nvSpPr>
            <p:cNvPr id="1503" name="Hexagon 1502">
              <a:extLst>
                <a:ext uri="{FF2B5EF4-FFF2-40B4-BE49-F238E27FC236}">
                  <a16:creationId xmlns:a16="http://schemas.microsoft.com/office/drawing/2014/main" id="{C1568DF0-5BEA-4F3F-A790-3904C24F1DF2}"/>
                </a:ext>
              </a:extLst>
            </p:cNvPr>
            <p:cNvSpPr/>
            <p:nvPr/>
          </p:nvSpPr>
          <p:spPr>
            <a:xfrm>
              <a:off x="6289362" y="593874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4" name="Hexagon 1503">
              <a:extLst>
                <a:ext uri="{FF2B5EF4-FFF2-40B4-BE49-F238E27FC236}">
                  <a16:creationId xmlns:a16="http://schemas.microsoft.com/office/drawing/2014/main" id="{038C0752-6D1C-4F70-B411-48F58D6C19AF}"/>
                </a:ext>
              </a:extLst>
            </p:cNvPr>
            <p:cNvSpPr/>
            <p:nvPr/>
          </p:nvSpPr>
          <p:spPr>
            <a:xfrm>
              <a:off x="8273737" y="433537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5" name="Hexagon 1504">
              <a:extLst>
                <a:ext uri="{FF2B5EF4-FFF2-40B4-BE49-F238E27FC236}">
                  <a16:creationId xmlns:a16="http://schemas.microsoft.com/office/drawing/2014/main" id="{7E38730C-4A49-4106-A48F-7154238F4A44}"/>
                </a:ext>
              </a:extLst>
            </p:cNvPr>
            <p:cNvSpPr/>
            <p:nvPr/>
          </p:nvSpPr>
          <p:spPr>
            <a:xfrm>
              <a:off x="6905312" y="308124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506" name="小boss">
            <a:extLst>
              <a:ext uri="{FF2B5EF4-FFF2-40B4-BE49-F238E27FC236}">
                <a16:creationId xmlns:a16="http://schemas.microsoft.com/office/drawing/2014/main" id="{255B3B83-4EC7-44A2-BC6B-CAE82BB01734}"/>
              </a:ext>
            </a:extLst>
          </p:cNvPr>
          <p:cNvGrpSpPr/>
          <p:nvPr userDrawn="1"/>
        </p:nvGrpSpPr>
        <p:grpSpPr>
          <a:xfrm>
            <a:off x="4742587" y="701860"/>
            <a:ext cx="7417699" cy="9037465"/>
            <a:chOff x="3249343" y="478540"/>
            <a:chExt cx="5057521" cy="6161908"/>
          </a:xfrm>
        </p:grpSpPr>
        <p:sp>
          <p:nvSpPr>
            <p:cNvPr id="1507" name="Hexagon 1506">
              <a:extLst>
                <a:ext uri="{FF2B5EF4-FFF2-40B4-BE49-F238E27FC236}">
                  <a16:creationId xmlns:a16="http://schemas.microsoft.com/office/drawing/2014/main" id="{41C4E174-5CE4-4DFB-93F2-0BEC80266235}"/>
                </a:ext>
              </a:extLst>
            </p:cNvPr>
            <p:cNvSpPr/>
            <p:nvPr/>
          </p:nvSpPr>
          <p:spPr>
            <a:xfrm>
              <a:off x="8114236" y="47854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8" name="Hexagon 1507">
              <a:extLst>
                <a:ext uri="{FF2B5EF4-FFF2-40B4-BE49-F238E27FC236}">
                  <a16:creationId xmlns:a16="http://schemas.microsoft.com/office/drawing/2014/main" id="{73C639C4-ED6D-429F-B8F3-C40F9D0FC240}"/>
                </a:ext>
              </a:extLst>
            </p:cNvPr>
            <p:cNvSpPr/>
            <p:nvPr/>
          </p:nvSpPr>
          <p:spPr>
            <a:xfrm>
              <a:off x="7809436" y="652453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9" name="Hexagon 1508">
              <a:extLst>
                <a:ext uri="{FF2B5EF4-FFF2-40B4-BE49-F238E27FC236}">
                  <a16:creationId xmlns:a16="http://schemas.microsoft.com/office/drawing/2014/main" id="{803227C3-70AD-4B43-9EC6-BDD3331C62AE}"/>
                </a:ext>
              </a:extLst>
            </p:cNvPr>
            <p:cNvSpPr/>
            <p:nvPr/>
          </p:nvSpPr>
          <p:spPr>
            <a:xfrm>
              <a:off x="3551761" y="534105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0" name="Hexagon 1509">
              <a:extLst>
                <a:ext uri="{FF2B5EF4-FFF2-40B4-BE49-F238E27FC236}">
                  <a16:creationId xmlns:a16="http://schemas.microsoft.com/office/drawing/2014/main" id="{00FD87D4-D84C-4932-AA7B-3D87DF9E6CEE}"/>
                </a:ext>
              </a:extLst>
            </p:cNvPr>
            <p:cNvSpPr/>
            <p:nvPr/>
          </p:nvSpPr>
          <p:spPr>
            <a:xfrm>
              <a:off x="3249343" y="107385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511" name="大boss">
            <a:extLst>
              <a:ext uri="{FF2B5EF4-FFF2-40B4-BE49-F238E27FC236}">
                <a16:creationId xmlns:a16="http://schemas.microsoft.com/office/drawing/2014/main" id="{F915AE10-E1F3-4518-A3C4-30E7CB5ADC16}"/>
              </a:ext>
            </a:extLst>
          </p:cNvPr>
          <p:cNvGrpSpPr/>
          <p:nvPr userDrawn="1"/>
        </p:nvGrpSpPr>
        <p:grpSpPr>
          <a:xfrm>
            <a:off x="1168260" y="2970199"/>
            <a:ext cx="1396628" cy="5119513"/>
            <a:chOff x="-3333890" y="2976104"/>
            <a:chExt cx="1396628" cy="5119513"/>
          </a:xfrm>
        </p:grpSpPr>
        <p:sp>
          <p:nvSpPr>
            <p:cNvPr id="1512" name="Hexagon 1511">
              <a:extLst>
                <a:ext uri="{FF2B5EF4-FFF2-40B4-BE49-F238E27FC236}">
                  <a16:creationId xmlns:a16="http://schemas.microsoft.com/office/drawing/2014/main" id="{21D71969-0947-46ED-9460-5D93569C1150}"/>
                </a:ext>
              </a:extLst>
            </p:cNvPr>
            <p:cNvSpPr/>
            <p:nvPr/>
          </p:nvSpPr>
          <p:spPr>
            <a:xfrm>
              <a:off x="-3333890" y="5236386"/>
              <a:ext cx="282521" cy="17000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3" name="Hexagon 1512">
              <a:extLst>
                <a:ext uri="{FF2B5EF4-FFF2-40B4-BE49-F238E27FC236}">
                  <a16:creationId xmlns:a16="http://schemas.microsoft.com/office/drawing/2014/main" id="{6FB0B67D-D01C-486D-BDE5-D213A98E9947}"/>
                </a:ext>
              </a:extLst>
            </p:cNvPr>
            <p:cNvSpPr/>
            <p:nvPr/>
          </p:nvSpPr>
          <p:spPr>
            <a:xfrm>
              <a:off x="-2219783" y="7925610"/>
              <a:ext cx="282521" cy="17000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4" name="Hexagon 1513">
              <a:extLst>
                <a:ext uri="{FF2B5EF4-FFF2-40B4-BE49-F238E27FC236}">
                  <a16:creationId xmlns:a16="http://schemas.microsoft.com/office/drawing/2014/main" id="{F0A3BC5A-2DC6-4062-B247-4F781255EC90}"/>
                </a:ext>
              </a:extLst>
            </p:cNvPr>
            <p:cNvSpPr/>
            <p:nvPr/>
          </p:nvSpPr>
          <p:spPr>
            <a:xfrm>
              <a:off x="-3330398" y="2976104"/>
              <a:ext cx="282521" cy="17000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aphicFrame>
        <p:nvGraphicFramePr>
          <p:cNvPr id="1515" name="Table 1514">
            <a:extLst>
              <a:ext uri="{FF2B5EF4-FFF2-40B4-BE49-F238E27FC236}">
                <a16:creationId xmlns:a16="http://schemas.microsoft.com/office/drawing/2014/main" id="{684B2EB0-2C9B-48CA-BD34-6981F7E4F73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62633760"/>
              </p:ext>
            </p:extLst>
          </p:nvPr>
        </p:nvGraphicFramePr>
        <p:xfrm>
          <a:off x="2270484" y="10638955"/>
          <a:ext cx="8940810" cy="2659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4081">
                  <a:extLst>
                    <a:ext uri="{9D8B030D-6E8A-4147-A177-3AD203B41FA5}">
                      <a16:colId xmlns:a16="http://schemas.microsoft.com/office/drawing/2014/main" val="144093981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64583448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308532350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11909493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1606361759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2238472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3290142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405075186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7436931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55200572"/>
                    </a:ext>
                  </a:extLst>
                </a:gridCol>
              </a:tblGrid>
              <a:tr h="78232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78182126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瞭望塔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遗迹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商人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营地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八卦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猪鹿蝶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小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大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2854934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一级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98143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二级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4082356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三级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1964500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四级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4439810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五级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178715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六级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0.40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82555048"/>
                  </a:ext>
                </a:extLst>
              </a:tr>
            </a:tbl>
          </a:graphicData>
        </a:graphic>
      </p:graphicFrame>
      <p:grpSp>
        <p:nvGrpSpPr>
          <p:cNvPr id="1516" name="legend">
            <a:extLst>
              <a:ext uri="{FF2B5EF4-FFF2-40B4-BE49-F238E27FC236}">
                <a16:creationId xmlns:a16="http://schemas.microsoft.com/office/drawing/2014/main" id="{A381D182-56BA-447A-9A12-D9FA0BD3ED37}"/>
              </a:ext>
            </a:extLst>
          </p:cNvPr>
          <p:cNvGrpSpPr/>
          <p:nvPr userDrawn="1"/>
        </p:nvGrpSpPr>
        <p:grpSpPr>
          <a:xfrm>
            <a:off x="2761324" y="10804266"/>
            <a:ext cx="8417371" cy="2456215"/>
            <a:chOff x="2761324" y="10804266"/>
            <a:chExt cx="8417371" cy="2456215"/>
          </a:xfrm>
        </p:grpSpPr>
        <p:sp>
          <p:nvSpPr>
            <p:cNvPr id="1517" name="Hexagon 1516">
              <a:extLst>
                <a:ext uri="{FF2B5EF4-FFF2-40B4-BE49-F238E27FC236}">
                  <a16:creationId xmlns:a16="http://schemas.microsoft.com/office/drawing/2014/main" id="{5E747851-AEC1-46A1-BA4B-2C836ECDA32D}"/>
                </a:ext>
              </a:extLst>
            </p:cNvPr>
            <p:cNvSpPr/>
            <p:nvPr/>
          </p:nvSpPr>
          <p:spPr>
            <a:xfrm>
              <a:off x="4922464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8" name="Hexagon 1517">
              <a:extLst>
                <a:ext uri="{FF2B5EF4-FFF2-40B4-BE49-F238E27FC236}">
                  <a16:creationId xmlns:a16="http://schemas.microsoft.com/office/drawing/2014/main" id="{7AFB13A1-4E8F-4160-9891-3002C1EA897E}"/>
                </a:ext>
              </a:extLst>
            </p:cNvPr>
            <p:cNvSpPr/>
            <p:nvPr/>
          </p:nvSpPr>
          <p:spPr>
            <a:xfrm>
              <a:off x="582818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9" name="Hexagon 1518">
              <a:extLst>
                <a:ext uri="{FF2B5EF4-FFF2-40B4-BE49-F238E27FC236}">
                  <a16:creationId xmlns:a16="http://schemas.microsoft.com/office/drawing/2014/main" id="{DA06DCE5-CBBE-4968-94A1-FC66AF79062F}"/>
                </a:ext>
              </a:extLst>
            </p:cNvPr>
            <p:cNvSpPr/>
            <p:nvPr/>
          </p:nvSpPr>
          <p:spPr>
            <a:xfrm>
              <a:off x="6740889" y="10804266"/>
              <a:ext cx="87545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0" name="Hexagon 1519">
              <a:extLst>
                <a:ext uri="{FF2B5EF4-FFF2-40B4-BE49-F238E27FC236}">
                  <a16:creationId xmlns:a16="http://schemas.microsoft.com/office/drawing/2014/main" id="{666A8B74-D978-4A21-AF85-4003E954AB8F}"/>
                </a:ext>
              </a:extLst>
            </p:cNvPr>
            <p:cNvSpPr/>
            <p:nvPr/>
          </p:nvSpPr>
          <p:spPr>
            <a:xfrm>
              <a:off x="7644288" y="10813578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1" name="Hexagon 1520">
              <a:extLst>
                <a:ext uri="{FF2B5EF4-FFF2-40B4-BE49-F238E27FC236}">
                  <a16:creationId xmlns:a16="http://schemas.microsoft.com/office/drawing/2014/main" id="{3A7FC463-533B-4D12-94BE-58538C708248}"/>
                </a:ext>
              </a:extLst>
            </p:cNvPr>
            <p:cNvSpPr/>
            <p:nvPr/>
          </p:nvSpPr>
          <p:spPr>
            <a:xfrm>
              <a:off x="8547678" y="10832205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2" name="Hexagon 1521">
              <a:extLst>
                <a:ext uri="{FF2B5EF4-FFF2-40B4-BE49-F238E27FC236}">
                  <a16:creationId xmlns:a16="http://schemas.microsoft.com/office/drawing/2014/main" id="{E61810EC-C9DA-4378-9531-56FCC2D00878}"/>
                </a:ext>
              </a:extLst>
            </p:cNvPr>
            <p:cNvSpPr/>
            <p:nvPr/>
          </p:nvSpPr>
          <p:spPr>
            <a:xfrm>
              <a:off x="9423133" y="10822890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3" name="Hexagon 1522">
              <a:extLst>
                <a:ext uri="{FF2B5EF4-FFF2-40B4-BE49-F238E27FC236}">
                  <a16:creationId xmlns:a16="http://schemas.microsoft.com/office/drawing/2014/main" id="{DDA07D8F-F70B-4A64-87AC-E672BDA11E50}"/>
                </a:ext>
              </a:extLst>
            </p:cNvPr>
            <p:cNvSpPr/>
            <p:nvPr/>
          </p:nvSpPr>
          <p:spPr>
            <a:xfrm>
              <a:off x="4019071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4" name="Hexagon 1523">
              <a:extLst>
                <a:ext uri="{FF2B5EF4-FFF2-40B4-BE49-F238E27FC236}">
                  <a16:creationId xmlns:a16="http://schemas.microsoft.com/office/drawing/2014/main" id="{250C2469-171B-40A4-AA82-8E4B087993F3}"/>
                </a:ext>
              </a:extLst>
            </p:cNvPr>
            <p:cNvSpPr/>
            <p:nvPr/>
          </p:nvSpPr>
          <p:spPr>
            <a:xfrm>
              <a:off x="10307900" y="10862474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5" name="Hexagon 1524">
              <a:extLst>
                <a:ext uri="{FF2B5EF4-FFF2-40B4-BE49-F238E27FC236}">
                  <a16:creationId xmlns:a16="http://schemas.microsoft.com/office/drawing/2014/main" id="{E6124436-5F00-4157-88C8-039CBDBCF610}"/>
                </a:ext>
              </a:extLst>
            </p:cNvPr>
            <p:cNvSpPr/>
            <p:nvPr/>
          </p:nvSpPr>
          <p:spPr>
            <a:xfrm>
              <a:off x="2761326" y="117544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6" name="Hexagon 1525">
              <a:extLst>
                <a:ext uri="{FF2B5EF4-FFF2-40B4-BE49-F238E27FC236}">
                  <a16:creationId xmlns:a16="http://schemas.microsoft.com/office/drawing/2014/main" id="{A8CE3B7E-CF7C-4B5E-8328-7682CB8C2B21}"/>
                </a:ext>
              </a:extLst>
            </p:cNvPr>
            <p:cNvSpPr/>
            <p:nvPr/>
          </p:nvSpPr>
          <p:spPr>
            <a:xfrm>
              <a:off x="2761326" y="1201479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7" name="Hexagon 1526">
              <a:extLst>
                <a:ext uri="{FF2B5EF4-FFF2-40B4-BE49-F238E27FC236}">
                  <a16:creationId xmlns:a16="http://schemas.microsoft.com/office/drawing/2014/main" id="{C0763122-92A5-4221-85FB-4AA97B8C2287}"/>
                </a:ext>
              </a:extLst>
            </p:cNvPr>
            <p:cNvSpPr/>
            <p:nvPr/>
          </p:nvSpPr>
          <p:spPr>
            <a:xfrm>
              <a:off x="2761326" y="122751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8" name="Hexagon 1527">
              <a:extLst>
                <a:ext uri="{FF2B5EF4-FFF2-40B4-BE49-F238E27FC236}">
                  <a16:creationId xmlns:a16="http://schemas.microsoft.com/office/drawing/2014/main" id="{2F851C13-5E7F-458E-B7F9-D4F5C0F4BCD1}"/>
                </a:ext>
              </a:extLst>
            </p:cNvPr>
            <p:cNvSpPr/>
            <p:nvPr/>
          </p:nvSpPr>
          <p:spPr>
            <a:xfrm>
              <a:off x="2761326" y="1255263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9" name="Hexagon 1528">
              <a:extLst>
                <a:ext uri="{FF2B5EF4-FFF2-40B4-BE49-F238E27FC236}">
                  <a16:creationId xmlns:a16="http://schemas.microsoft.com/office/drawing/2014/main" id="{675E6C8B-7732-4F57-8919-AD3999617817}"/>
                </a:ext>
              </a:extLst>
            </p:cNvPr>
            <p:cNvSpPr/>
            <p:nvPr/>
          </p:nvSpPr>
          <p:spPr>
            <a:xfrm>
              <a:off x="2761325" y="1283012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30" name="Hexagon 1529">
              <a:extLst>
                <a:ext uri="{FF2B5EF4-FFF2-40B4-BE49-F238E27FC236}">
                  <a16:creationId xmlns:a16="http://schemas.microsoft.com/office/drawing/2014/main" id="{D4DD55FE-9D1B-4F1C-81D5-D2619BD70DAB}"/>
                </a:ext>
              </a:extLst>
            </p:cNvPr>
            <p:cNvSpPr/>
            <p:nvPr/>
          </p:nvSpPr>
          <p:spPr>
            <a:xfrm>
              <a:off x="2761324" y="1309047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</p:spTree>
    <p:extLst>
      <p:ext uri="{BB962C8B-B14F-4D97-AF65-F5344CB8AC3E}">
        <p14:creationId xmlns:p14="http://schemas.microsoft.com/office/powerpoint/2010/main" val="186413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0151" y="778936"/>
            <a:ext cx="11167348" cy="2827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0151" y="3894667"/>
            <a:ext cx="11167348" cy="9282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0151" y="13560217"/>
            <a:ext cx="2913221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A4187-90BA-4F65-8FAF-58A0B2AD8431}" type="datetimeFigureOut">
              <a:rPr lang="en-US" smtClean="0"/>
              <a:t>4/1/2021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88909" y="13560217"/>
            <a:ext cx="4369832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44278" y="13560217"/>
            <a:ext cx="2913221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54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1294790" rtl="0" eaLnBrk="1" latinLnBrk="0" hangingPunct="1">
        <a:lnSpc>
          <a:spcPct val="90000"/>
        </a:lnSpc>
        <a:spcBef>
          <a:spcPct val="0"/>
        </a:spcBef>
        <a:buNone/>
        <a:defRPr sz="62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3698" indent="-323698" algn="l" defTabSz="1294790" rtl="0" eaLnBrk="1" latinLnBrk="0" hangingPunct="1">
        <a:lnSpc>
          <a:spcPct val="90000"/>
        </a:lnSpc>
        <a:spcBef>
          <a:spcPts val="1416"/>
        </a:spcBef>
        <a:buFont typeface="Arial" panose="020B0604020202020204" pitchFamily="34" charset="0"/>
        <a:buChar char="•"/>
        <a:defRPr sz="3965" kern="1200">
          <a:solidFill>
            <a:schemeClr val="tx1"/>
          </a:solidFill>
          <a:latin typeface="+mn-lt"/>
          <a:ea typeface="+mn-ea"/>
          <a:cs typeface="+mn-cs"/>
        </a:defRPr>
      </a:lvl1pPr>
      <a:lvl2pPr marL="971093" indent="-323698" algn="l" defTabSz="1294790" rtl="0" eaLnBrk="1" latinLnBrk="0" hangingPunct="1">
        <a:lnSpc>
          <a:spcPct val="90000"/>
        </a:lnSpc>
        <a:spcBef>
          <a:spcPts val="708"/>
        </a:spcBef>
        <a:buFont typeface="Arial" panose="020B0604020202020204" pitchFamily="34" charset="0"/>
        <a:buChar char="•"/>
        <a:defRPr sz="3398" kern="1200">
          <a:solidFill>
            <a:schemeClr val="tx1"/>
          </a:solidFill>
          <a:latin typeface="+mn-lt"/>
          <a:ea typeface="+mn-ea"/>
          <a:cs typeface="+mn-cs"/>
        </a:defRPr>
      </a:lvl2pPr>
      <a:lvl3pPr marL="1618488" indent="-323698" algn="l" defTabSz="1294790" rtl="0" eaLnBrk="1" latinLnBrk="0" hangingPunct="1">
        <a:lnSpc>
          <a:spcPct val="90000"/>
        </a:lnSpc>
        <a:spcBef>
          <a:spcPts val="708"/>
        </a:spcBef>
        <a:buFont typeface="Arial" panose="020B0604020202020204" pitchFamily="34" charset="0"/>
        <a:buChar char="•"/>
        <a:defRPr sz="2832" kern="1200">
          <a:solidFill>
            <a:schemeClr val="tx1"/>
          </a:solidFill>
          <a:latin typeface="+mn-lt"/>
          <a:ea typeface="+mn-ea"/>
          <a:cs typeface="+mn-cs"/>
        </a:defRPr>
      </a:lvl3pPr>
      <a:lvl4pPr marL="2265883" indent="-323698" algn="l" defTabSz="1294790" rtl="0" eaLnBrk="1" latinLnBrk="0" hangingPunct="1">
        <a:lnSpc>
          <a:spcPct val="90000"/>
        </a:lnSpc>
        <a:spcBef>
          <a:spcPts val="708"/>
        </a:spcBef>
        <a:buFont typeface="Arial" panose="020B0604020202020204" pitchFamily="34" charset="0"/>
        <a:buChar char="•"/>
        <a:defRPr sz="2549" kern="1200">
          <a:solidFill>
            <a:schemeClr val="tx1"/>
          </a:solidFill>
          <a:latin typeface="+mn-lt"/>
          <a:ea typeface="+mn-ea"/>
          <a:cs typeface="+mn-cs"/>
        </a:defRPr>
      </a:lvl4pPr>
      <a:lvl5pPr marL="2913278" indent="-323698" algn="l" defTabSz="1294790" rtl="0" eaLnBrk="1" latinLnBrk="0" hangingPunct="1">
        <a:lnSpc>
          <a:spcPct val="90000"/>
        </a:lnSpc>
        <a:spcBef>
          <a:spcPts val="708"/>
        </a:spcBef>
        <a:buFont typeface="Arial" panose="020B0604020202020204" pitchFamily="34" charset="0"/>
        <a:buChar char="•"/>
        <a:defRPr sz="2549" kern="1200">
          <a:solidFill>
            <a:schemeClr val="tx1"/>
          </a:solidFill>
          <a:latin typeface="+mn-lt"/>
          <a:ea typeface="+mn-ea"/>
          <a:cs typeface="+mn-cs"/>
        </a:defRPr>
      </a:lvl5pPr>
      <a:lvl6pPr marL="3560674" indent="-323698" algn="l" defTabSz="1294790" rtl="0" eaLnBrk="1" latinLnBrk="0" hangingPunct="1">
        <a:lnSpc>
          <a:spcPct val="90000"/>
        </a:lnSpc>
        <a:spcBef>
          <a:spcPts val="708"/>
        </a:spcBef>
        <a:buFont typeface="Arial" panose="020B0604020202020204" pitchFamily="34" charset="0"/>
        <a:buChar char="•"/>
        <a:defRPr sz="2549" kern="1200">
          <a:solidFill>
            <a:schemeClr val="tx1"/>
          </a:solidFill>
          <a:latin typeface="+mn-lt"/>
          <a:ea typeface="+mn-ea"/>
          <a:cs typeface="+mn-cs"/>
        </a:defRPr>
      </a:lvl6pPr>
      <a:lvl7pPr marL="4208069" indent="-323698" algn="l" defTabSz="1294790" rtl="0" eaLnBrk="1" latinLnBrk="0" hangingPunct="1">
        <a:lnSpc>
          <a:spcPct val="90000"/>
        </a:lnSpc>
        <a:spcBef>
          <a:spcPts val="708"/>
        </a:spcBef>
        <a:buFont typeface="Arial" panose="020B0604020202020204" pitchFamily="34" charset="0"/>
        <a:buChar char="•"/>
        <a:defRPr sz="2549" kern="1200">
          <a:solidFill>
            <a:schemeClr val="tx1"/>
          </a:solidFill>
          <a:latin typeface="+mn-lt"/>
          <a:ea typeface="+mn-ea"/>
          <a:cs typeface="+mn-cs"/>
        </a:defRPr>
      </a:lvl7pPr>
      <a:lvl8pPr marL="4855464" indent="-323698" algn="l" defTabSz="1294790" rtl="0" eaLnBrk="1" latinLnBrk="0" hangingPunct="1">
        <a:lnSpc>
          <a:spcPct val="90000"/>
        </a:lnSpc>
        <a:spcBef>
          <a:spcPts val="708"/>
        </a:spcBef>
        <a:buFont typeface="Arial" panose="020B0604020202020204" pitchFamily="34" charset="0"/>
        <a:buChar char="•"/>
        <a:defRPr sz="2549" kern="1200">
          <a:solidFill>
            <a:schemeClr val="tx1"/>
          </a:solidFill>
          <a:latin typeface="+mn-lt"/>
          <a:ea typeface="+mn-ea"/>
          <a:cs typeface="+mn-cs"/>
        </a:defRPr>
      </a:lvl8pPr>
      <a:lvl9pPr marL="5502859" indent="-323698" algn="l" defTabSz="1294790" rtl="0" eaLnBrk="1" latinLnBrk="0" hangingPunct="1">
        <a:lnSpc>
          <a:spcPct val="90000"/>
        </a:lnSpc>
        <a:spcBef>
          <a:spcPts val="708"/>
        </a:spcBef>
        <a:buFont typeface="Arial" panose="020B0604020202020204" pitchFamily="34" charset="0"/>
        <a:buChar char="•"/>
        <a:defRPr sz="254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94790" rtl="0" eaLnBrk="1" latinLnBrk="0" hangingPunct="1">
        <a:defRPr sz="2549" kern="1200">
          <a:solidFill>
            <a:schemeClr val="tx1"/>
          </a:solidFill>
          <a:latin typeface="+mn-lt"/>
          <a:ea typeface="+mn-ea"/>
          <a:cs typeface="+mn-cs"/>
        </a:defRPr>
      </a:lvl1pPr>
      <a:lvl2pPr marL="647395" algn="l" defTabSz="1294790" rtl="0" eaLnBrk="1" latinLnBrk="0" hangingPunct="1">
        <a:defRPr sz="2549" kern="1200">
          <a:solidFill>
            <a:schemeClr val="tx1"/>
          </a:solidFill>
          <a:latin typeface="+mn-lt"/>
          <a:ea typeface="+mn-ea"/>
          <a:cs typeface="+mn-cs"/>
        </a:defRPr>
      </a:lvl2pPr>
      <a:lvl3pPr marL="1294790" algn="l" defTabSz="1294790" rtl="0" eaLnBrk="1" latinLnBrk="0" hangingPunct="1">
        <a:defRPr sz="2549" kern="1200">
          <a:solidFill>
            <a:schemeClr val="tx1"/>
          </a:solidFill>
          <a:latin typeface="+mn-lt"/>
          <a:ea typeface="+mn-ea"/>
          <a:cs typeface="+mn-cs"/>
        </a:defRPr>
      </a:lvl3pPr>
      <a:lvl4pPr marL="1942186" algn="l" defTabSz="1294790" rtl="0" eaLnBrk="1" latinLnBrk="0" hangingPunct="1">
        <a:defRPr sz="2549" kern="1200">
          <a:solidFill>
            <a:schemeClr val="tx1"/>
          </a:solidFill>
          <a:latin typeface="+mn-lt"/>
          <a:ea typeface="+mn-ea"/>
          <a:cs typeface="+mn-cs"/>
        </a:defRPr>
      </a:lvl4pPr>
      <a:lvl5pPr marL="2589581" algn="l" defTabSz="1294790" rtl="0" eaLnBrk="1" latinLnBrk="0" hangingPunct="1">
        <a:defRPr sz="2549" kern="1200">
          <a:solidFill>
            <a:schemeClr val="tx1"/>
          </a:solidFill>
          <a:latin typeface="+mn-lt"/>
          <a:ea typeface="+mn-ea"/>
          <a:cs typeface="+mn-cs"/>
        </a:defRPr>
      </a:lvl5pPr>
      <a:lvl6pPr marL="3236976" algn="l" defTabSz="1294790" rtl="0" eaLnBrk="1" latinLnBrk="0" hangingPunct="1">
        <a:defRPr sz="2549" kern="1200">
          <a:solidFill>
            <a:schemeClr val="tx1"/>
          </a:solidFill>
          <a:latin typeface="+mn-lt"/>
          <a:ea typeface="+mn-ea"/>
          <a:cs typeface="+mn-cs"/>
        </a:defRPr>
      </a:lvl6pPr>
      <a:lvl7pPr marL="3884371" algn="l" defTabSz="1294790" rtl="0" eaLnBrk="1" latinLnBrk="0" hangingPunct="1">
        <a:defRPr sz="2549" kern="1200">
          <a:solidFill>
            <a:schemeClr val="tx1"/>
          </a:solidFill>
          <a:latin typeface="+mn-lt"/>
          <a:ea typeface="+mn-ea"/>
          <a:cs typeface="+mn-cs"/>
        </a:defRPr>
      </a:lvl7pPr>
      <a:lvl8pPr marL="4531766" algn="l" defTabSz="1294790" rtl="0" eaLnBrk="1" latinLnBrk="0" hangingPunct="1">
        <a:defRPr sz="2549" kern="1200">
          <a:solidFill>
            <a:schemeClr val="tx1"/>
          </a:solidFill>
          <a:latin typeface="+mn-lt"/>
          <a:ea typeface="+mn-ea"/>
          <a:cs typeface="+mn-cs"/>
        </a:defRPr>
      </a:lvl8pPr>
      <a:lvl9pPr marL="5179162" algn="l" defTabSz="1294790" rtl="0" eaLnBrk="1" latinLnBrk="0" hangingPunct="1">
        <a:defRPr sz="25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水印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420789" y="-355347"/>
            <a:ext cx="18432756" cy="15988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9600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9600" dirty="0"/>
          </a:p>
        </p:txBody>
      </p:sp>
      <p:grpSp>
        <p:nvGrpSpPr>
          <p:cNvPr id="23" name="地块">
            <a:extLst>
              <a:ext uri="{FF2B5EF4-FFF2-40B4-BE49-F238E27FC236}">
                <a16:creationId xmlns:a16="http://schemas.microsoft.com/office/drawing/2014/main" id="{8EBE0C9A-B95B-49A7-B3DC-1EC8300E3584}"/>
              </a:ext>
            </a:extLst>
          </p:cNvPr>
          <p:cNvGrpSpPr/>
          <p:nvPr/>
        </p:nvGrpSpPr>
        <p:grpSpPr>
          <a:xfrm>
            <a:off x="268533" y="363099"/>
            <a:ext cx="12572788" cy="9644421"/>
            <a:chOff x="198851" y="247564"/>
            <a:chExt cx="8572368" cy="6575743"/>
          </a:xfrm>
        </p:grpSpPr>
        <p:sp>
          <p:nvSpPr>
            <p:cNvPr id="7" name="Hexagon 6">
              <a:extLst>
                <a:ext uri="{FF2B5EF4-FFF2-40B4-BE49-F238E27FC236}">
                  <a16:creationId xmlns:a16="http://schemas.microsoft.com/office/drawing/2014/main" id="{38182159-42E4-4C62-95DA-4ADF63BE9B36}"/>
                </a:ext>
              </a:extLst>
            </p:cNvPr>
            <p:cNvSpPr/>
            <p:nvPr/>
          </p:nvSpPr>
          <p:spPr>
            <a:xfrm>
              <a:off x="512223" y="60197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" name="Hexagon 9">
              <a:extLst>
                <a:ext uri="{FF2B5EF4-FFF2-40B4-BE49-F238E27FC236}">
                  <a16:creationId xmlns:a16="http://schemas.microsoft.com/office/drawing/2014/main" id="{32F4884E-375D-48F2-8830-F5B962E1E204}"/>
                </a:ext>
              </a:extLst>
            </p:cNvPr>
            <p:cNvSpPr/>
            <p:nvPr/>
          </p:nvSpPr>
          <p:spPr>
            <a:xfrm>
              <a:off x="512223" y="48415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" name="Hexagon 10">
              <a:extLst>
                <a:ext uri="{FF2B5EF4-FFF2-40B4-BE49-F238E27FC236}">
                  <a16:creationId xmlns:a16="http://schemas.microsoft.com/office/drawing/2014/main" id="{17E5030F-2BE5-40AA-AD2A-321062A0EE2E}"/>
                </a:ext>
              </a:extLst>
            </p:cNvPr>
            <p:cNvSpPr/>
            <p:nvPr/>
          </p:nvSpPr>
          <p:spPr>
            <a:xfrm>
              <a:off x="512223" y="36633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" name="Hexagon 11">
              <a:extLst>
                <a:ext uri="{FF2B5EF4-FFF2-40B4-BE49-F238E27FC236}">
                  <a16:creationId xmlns:a16="http://schemas.microsoft.com/office/drawing/2014/main" id="{CA96FFBF-77AC-4DE7-9214-C1568C295902}"/>
                </a:ext>
              </a:extLst>
            </p:cNvPr>
            <p:cNvSpPr/>
            <p:nvPr/>
          </p:nvSpPr>
          <p:spPr>
            <a:xfrm>
              <a:off x="512223" y="24947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" name="Hexagon 12">
              <a:extLst>
                <a:ext uri="{FF2B5EF4-FFF2-40B4-BE49-F238E27FC236}">
                  <a16:creationId xmlns:a16="http://schemas.microsoft.com/office/drawing/2014/main" id="{D826ADB5-B374-4C00-B256-E26EF3F32669}"/>
                </a:ext>
              </a:extLst>
            </p:cNvPr>
            <p:cNvSpPr/>
            <p:nvPr/>
          </p:nvSpPr>
          <p:spPr>
            <a:xfrm>
              <a:off x="359823" y="54021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" name="Hexagon 13">
              <a:extLst>
                <a:ext uri="{FF2B5EF4-FFF2-40B4-BE49-F238E27FC236}">
                  <a16:creationId xmlns:a16="http://schemas.microsoft.com/office/drawing/2014/main" id="{A7B8F128-3F5D-43D5-A668-01D9054A0CE7}"/>
                </a:ext>
              </a:extLst>
            </p:cNvPr>
            <p:cNvSpPr/>
            <p:nvPr/>
          </p:nvSpPr>
          <p:spPr>
            <a:xfrm>
              <a:off x="359823" y="42239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" name="Hexagon 14">
              <a:extLst>
                <a:ext uri="{FF2B5EF4-FFF2-40B4-BE49-F238E27FC236}">
                  <a16:creationId xmlns:a16="http://schemas.microsoft.com/office/drawing/2014/main" id="{6F79F104-42A3-4D5C-8C37-8AABCE3F954A}"/>
                </a:ext>
              </a:extLst>
            </p:cNvPr>
            <p:cNvSpPr/>
            <p:nvPr/>
          </p:nvSpPr>
          <p:spPr>
            <a:xfrm>
              <a:off x="359823" y="30457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" name="Hexagon 16">
              <a:extLst>
                <a:ext uri="{FF2B5EF4-FFF2-40B4-BE49-F238E27FC236}">
                  <a16:creationId xmlns:a16="http://schemas.microsoft.com/office/drawing/2014/main" id="{A9635446-E39F-4B0E-A3EA-8A51B5A7F03E}"/>
                </a:ext>
              </a:extLst>
            </p:cNvPr>
            <p:cNvSpPr/>
            <p:nvPr/>
          </p:nvSpPr>
          <p:spPr>
            <a:xfrm>
              <a:off x="662718" y="54211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" name="Hexagon 17">
              <a:extLst>
                <a:ext uri="{FF2B5EF4-FFF2-40B4-BE49-F238E27FC236}">
                  <a16:creationId xmlns:a16="http://schemas.microsoft.com/office/drawing/2014/main" id="{6AAABB0E-081A-494F-80CF-BE9864D08C32}"/>
                </a:ext>
              </a:extLst>
            </p:cNvPr>
            <p:cNvSpPr/>
            <p:nvPr/>
          </p:nvSpPr>
          <p:spPr>
            <a:xfrm>
              <a:off x="662718" y="42429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" name="Hexagon 18">
              <a:extLst>
                <a:ext uri="{FF2B5EF4-FFF2-40B4-BE49-F238E27FC236}">
                  <a16:creationId xmlns:a16="http://schemas.microsoft.com/office/drawing/2014/main" id="{8DC41B82-CB9F-4607-B4B0-F7D326FA579B}"/>
                </a:ext>
              </a:extLst>
            </p:cNvPr>
            <p:cNvSpPr/>
            <p:nvPr/>
          </p:nvSpPr>
          <p:spPr>
            <a:xfrm>
              <a:off x="662718" y="30647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" name="Hexagon 31">
              <a:extLst>
                <a:ext uri="{FF2B5EF4-FFF2-40B4-BE49-F238E27FC236}">
                  <a16:creationId xmlns:a16="http://schemas.microsoft.com/office/drawing/2014/main" id="{A38B6B9A-308C-4488-8320-96570D21B08E}"/>
                </a:ext>
              </a:extLst>
            </p:cNvPr>
            <p:cNvSpPr/>
            <p:nvPr/>
          </p:nvSpPr>
          <p:spPr>
            <a:xfrm>
              <a:off x="968360" y="54211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" name="Hexagon 32">
              <a:extLst>
                <a:ext uri="{FF2B5EF4-FFF2-40B4-BE49-F238E27FC236}">
                  <a16:creationId xmlns:a16="http://schemas.microsoft.com/office/drawing/2014/main" id="{213400CA-25FA-40BE-8CBC-30F68F3AA65A}"/>
                </a:ext>
              </a:extLst>
            </p:cNvPr>
            <p:cNvSpPr/>
            <p:nvPr/>
          </p:nvSpPr>
          <p:spPr>
            <a:xfrm>
              <a:off x="968360" y="42429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" name="Hexagon 33">
              <a:extLst>
                <a:ext uri="{FF2B5EF4-FFF2-40B4-BE49-F238E27FC236}">
                  <a16:creationId xmlns:a16="http://schemas.microsoft.com/office/drawing/2014/main" id="{38C93EF8-C26A-4737-A9B6-AB9D138F33AF}"/>
                </a:ext>
              </a:extLst>
            </p:cNvPr>
            <p:cNvSpPr/>
            <p:nvPr/>
          </p:nvSpPr>
          <p:spPr>
            <a:xfrm>
              <a:off x="968360" y="30647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" name="Hexagon 35">
              <a:extLst>
                <a:ext uri="{FF2B5EF4-FFF2-40B4-BE49-F238E27FC236}">
                  <a16:creationId xmlns:a16="http://schemas.microsoft.com/office/drawing/2014/main" id="{4F3A3099-CCD7-4E25-8676-DA2041C96665}"/>
                </a:ext>
              </a:extLst>
            </p:cNvPr>
            <p:cNvSpPr/>
            <p:nvPr/>
          </p:nvSpPr>
          <p:spPr>
            <a:xfrm>
              <a:off x="815960" y="48034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" name="Hexagon 36">
              <a:extLst>
                <a:ext uri="{FF2B5EF4-FFF2-40B4-BE49-F238E27FC236}">
                  <a16:creationId xmlns:a16="http://schemas.microsoft.com/office/drawing/2014/main" id="{E7CAA4C7-8FE1-4011-AB1A-FD123A7B833A}"/>
                </a:ext>
              </a:extLst>
            </p:cNvPr>
            <p:cNvSpPr/>
            <p:nvPr/>
          </p:nvSpPr>
          <p:spPr>
            <a:xfrm>
              <a:off x="815960" y="36252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" name="Hexagon 39">
              <a:extLst>
                <a:ext uri="{FF2B5EF4-FFF2-40B4-BE49-F238E27FC236}">
                  <a16:creationId xmlns:a16="http://schemas.microsoft.com/office/drawing/2014/main" id="{258E792F-CC16-4D02-ABD3-06A6121FF513}"/>
                </a:ext>
              </a:extLst>
            </p:cNvPr>
            <p:cNvSpPr/>
            <p:nvPr/>
          </p:nvSpPr>
          <p:spPr>
            <a:xfrm>
              <a:off x="1118856" y="48225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" name="Hexagon 40">
              <a:extLst>
                <a:ext uri="{FF2B5EF4-FFF2-40B4-BE49-F238E27FC236}">
                  <a16:creationId xmlns:a16="http://schemas.microsoft.com/office/drawing/2014/main" id="{57972A92-FE2D-42AC-9488-21E27FBDE1BC}"/>
                </a:ext>
              </a:extLst>
            </p:cNvPr>
            <p:cNvSpPr/>
            <p:nvPr/>
          </p:nvSpPr>
          <p:spPr>
            <a:xfrm>
              <a:off x="1118856" y="36443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" name="Hexagon 41">
              <a:extLst>
                <a:ext uri="{FF2B5EF4-FFF2-40B4-BE49-F238E27FC236}">
                  <a16:creationId xmlns:a16="http://schemas.microsoft.com/office/drawing/2014/main" id="{DFAB19AF-23F3-4684-BB19-680CE841DC07}"/>
                </a:ext>
              </a:extLst>
            </p:cNvPr>
            <p:cNvSpPr/>
            <p:nvPr/>
          </p:nvSpPr>
          <p:spPr>
            <a:xfrm>
              <a:off x="215876" y="36706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3" name="Hexagon 42">
              <a:extLst>
                <a:ext uri="{FF2B5EF4-FFF2-40B4-BE49-F238E27FC236}">
                  <a16:creationId xmlns:a16="http://schemas.microsoft.com/office/drawing/2014/main" id="{1E56AA7B-E778-496A-98B6-B9478F4CC26F}"/>
                </a:ext>
              </a:extLst>
            </p:cNvPr>
            <p:cNvSpPr/>
            <p:nvPr/>
          </p:nvSpPr>
          <p:spPr>
            <a:xfrm>
              <a:off x="215876" y="2501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6" name="Hexagon 45">
              <a:extLst>
                <a:ext uri="{FF2B5EF4-FFF2-40B4-BE49-F238E27FC236}">
                  <a16:creationId xmlns:a16="http://schemas.microsoft.com/office/drawing/2014/main" id="{3B20E7DB-F579-4CA1-9E3F-B2669AB5144D}"/>
                </a:ext>
              </a:extLst>
            </p:cNvPr>
            <p:cNvSpPr/>
            <p:nvPr/>
          </p:nvSpPr>
          <p:spPr>
            <a:xfrm>
              <a:off x="1421751" y="48415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7" name="Hexagon 46">
              <a:extLst>
                <a:ext uri="{FF2B5EF4-FFF2-40B4-BE49-F238E27FC236}">
                  <a16:creationId xmlns:a16="http://schemas.microsoft.com/office/drawing/2014/main" id="{30577304-F7F2-4DF6-A817-9B2889F7D124}"/>
                </a:ext>
              </a:extLst>
            </p:cNvPr>
            <p:cNvSpPr/>
            <p:nvPr/>
          </p:nvSpPr>
          <p:spPr>
            <a:xfrm>
              <a:off x="1421751" y="36729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" name="Hexagon 48">
              <a:extLst>
                <a:ext uri="{FF2B5EF4-FFF2-40B4-BE49-F238E27FC236}">
                  <a16:creationId xmlns:a16="http://schemas.microsoft.com/office/drawing/2014/main" id="{3B614C84-8FB8-49A3-A1E5-DE7D7C60DCB7}"/>
                </a:ext>
              </a:extLst>
            </p:cNvPr>
            <p:cNvSpPr/>
            <p:nvPr/>
          </p:nvSpPr>
          <p:spPr>
            <a:xfrm>
              <a:off x="1269351" y="54021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" name="Hexagon 49">
              <a:extLst>
                <a:ext uri="{FF2B5EF4-FFF2-40B4-BE49-F238E27FC236}">
                  <a16:creationId xmlns:a16="http://schemas.microsoft.com/office/drawing/2014/main" id="{05C06288-85A4-4BDB-9B0D-74EA82BCB38D}"/>
                </a:ext>
              </a:extLst>
            </p:cNvPr>
            <p:cNvSpPr/>
            <p:nvPr/>
          </p:nvSpPr>
          <p:spPr>
            <a:xfrm>
              <a:off x="1269351" y="42239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" name="Hexagon 52">
              <a:extLst>
                <a:ext uri="{FF2B5EF4-FFF2-40B4-BE49-F238E27FC236}">
                  <a16:creationId xmlns:a16="http://schemas.microsoft.com/office/drawing/2014/main" id="{2B85533B-F1AF-4692-9609-A2015AF8EDB0}"/>
                </a:ext>
              </a:extLst>
            </p:cNvPr>
            <p:cNvSpPr/>
            <p:nvPr/>
          </p:nvSpPr>
          <p:spPr>
            <a:xfrm>
              <a:off x="1572246" y="54211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4" name="Hexagon 53">
              <a:extLst>
                <a:ext uri="{FF2B5EF4-FFF2-40B4-BE49-F238E27FC236}">
                  <a16:creationId xmlns:a16="http://schemas.microsoft.com/office/drawing/2014/main" id="{C3504F87-0065-495D-97D2-7EA3CEA8A313}"/>
                </a:ext>
              </a:extLst>
            </p:cNvPr>
            <p:cNvSpPr/>
            <p:nvPr/>
          </p:nvSpPr>
          <p:spPr>
            <a:xfrm>
              <a:off x="1572246" y="42429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6" name="Hexagon 55">
              <a:extLst>
                <a:ext uri="{FF2B5EF4-FFF2-40B4-BE49-F238E27FC236}">
                  <a16:creationId xmlns:a16="http://schemas.microsoft.com/office/drawing/2014/main" id="{75ABBE76-0886-4415-991B-EDFFC3CE6DAB}"/>
                </a:ext>
              </a:extLst>
            </p:cNvPr>
            <p:cNvSpPr/>
            <p:nvPr/>
          </p:nvSpPr>
          <p:spPr>
            <a:xfrm>
              <a:off x="1877887" y="65993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7" name="Hexagon 56">
              <a:extLst>
                <a:ext uri="{FF2B5EF4-FFF2-40B4-BE49-F238E27FC236}">
                  <a16:creationId xmlns:a16="http://schemas.microsoft.com/office/drawing/2014/main" id="{383F6DE9-BFB9-411A-82EA-D29754119894}"/>
                </a:ext>
              </a:extLst>
            </p:cNvPr>
            <p:cNvSpPr/>
            <p:nvPr/>
          </p:nvSpPr>
          <p:spPr>
            <a:xfrm>
              <a:off x="1877887" y="54211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8" name="Hexagon 57">
              <a:extLst>
                <a:ext uri="{FF2B5EF4-FFF2-40B4-BE49-F238E27FC236}">
                  <a16:creationId xmlns:a16="http://schemas.microsoft.com/office/drawing/2014/main" id="{CE6FD79C-528B-4C00-9071-7B86CE5E4E9C}"/>
                </a:ext>
              </a:extLst>
            </p:cNvPr>
            <p:cNvSpPr/>
            <p:nvPr/>
          </p:nvSpPr>
          <p:spPr>
            <a:xfrm>
              <a:off x="1877887" y="42429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9" name="Hexagon 58">
              <a:extLst>
                <a:ext uri="{FF2B5EF4-FFF2-40B4-BE49-F238E27FC236}">
                  <a16:creationId xmlns:a16="http://schemas.microsoft.com/office/drawing/2014/main" id="{4A65F1BF-1183-49A8-8A12-2A37647EAF91}"/>
                </a:ext>
              </a:extLst>
            </p:cNvPr>
            <p:cNvSpPr/>
            <p:nvPr/>
          </p:nvSpPr>
          <p:spPr>
            <a:xfrm>
              <a:off x="1877887" y="30742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0" name="Hexagon 59">
              <a:extLst>
                <a:ext uri="{FF2B5EF4-FFF2-40B4-BE49-F238E27FC236}">
                  <a16:creationId xmlns:a16="http://schemas.microsoft.com/office/drawing/2014/main" id="{08445622-6E66-4B1D-BD68-3B5A304ED786}"/>
                </a:ext>
              </a:extLst>
            </p:cNvPr>
            <p:cNvSpPr/>
            <p:nvPr/>
          </p:nvSpPr>
          <p:spPr>
            <a:xfrm>
              <a:off x="1725487" y="59816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1" name="Hexagon 60">
              <a:extLst>
                <a:ext uri="{FF2B5EF4-FFF2-40B4-BE49-F238E27FC236}">
                  <a16:creationId xmlns:a16="http://schemas.microsoft.com/office/drawing/2014/main" id="{43EF750A-FDBE-4E88-89B2-9A2E6286F262}"/>
                </a:ext>
              </a:extLst>
            </p:cNvPr>
            <p:cNvSpPr/>
            <p:nvPr/>
          </p:nvSpPr>
          <p:spPr>
            <a:xfrm>
              <a:off x="1725487" y="48034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2" name="Hexagon 61">
              <a:extLst>
                <a:ext uri="{FF2B5EF4-FFF2-40B4-BE49-F238E27FC236}">
                  <a16:creationId xmlns:a16="http://schemas.microsoft.com/office/drawing/2014/main" id="{06445DF5-90AE-4B2F-846B-95E5C80CBAAF}"/>
                </a:ext>
              </a:extLst>
            </p:cNvPr>
            <p:cNvSpPr/>
            <p:nvPr/>
          </p:nvSpPr>
          <p:spPr>
            <a:xfrm>
              <a:off x="1725487" y="36252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4" name="Hexagon 63">
              <a:extLst>
                <a:ext uri="{FF2B5EF4-FFF2-40B4-BE49-F238E27FC236}">
                  <a16:creationId xmlns:a16="http://schemas.microsoft.com/office/drawing/2014/main" id="{8F9D3C49-D9F3-4457-9AB1-C3BD7E5D2E82}"/>
                </a:ext>
              </a:extLst>
            </p:cNvPr>
            <p:cNvSpPr/>
            <p:nvPr/>
          </p:nvSpPr>
          <p:spPr>
            <a:xfrm>
              <a:off x="2028383" y="60007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" name="Hexagon 65">
              <a:extLst>
                <a:ext uri="{FF2B5EF4-FFF2-40B4-BE49-F238E27FC236}">
                  <a16:creationId xmlns:a16="http://schemas.microsoft.com/office/drawing/2014/main" id="{ED3D1CED-326C-4934-B6DC-2D6523BF9493}"/>
                </a:ext>
              </a:extLst>
            </p:cNvPr>
            <p:cNvSpPr/>
            <p:nvPr/>
          </p:nvSpPr>
          <p:spPr>
            <a:xfrm>
              <a:off x="2028383" y="36443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" name="Hexagon 66">
              <a:extLst>
                <a:ext uri="{FF2B5EF4-FFF2-40B4-BE49-F238E27FC236}">
                  <a16:creationId xmlns:a16="http://schemas.microsoft.com/office/drawing/2014/main" id="{E067A327-800B-4E6E-A7DB-D2E6A729C88C}"/>
                </a:ext>
              </a:extLst>
            </p:cNvPr>
            <p:cNvSpPr/>
            <p:nvPr/>
          </p:nvSpPr>
          <p:spPr>
            <a:xfrm>
              <a:off x="2028383" y="24756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" name="Hexagon 67">
              <a:extLst>
                <a:ext uri="{FF2B5EF4-FFF2-40B4-BE49-F238E27FC236}">
                  <a16:creationId xmlns:a16="http://schemas.microsoft.com/office/drawing/2014/main" id="{90ECEDDB-910F-4901-AA88-41A3FD1E0226}"/>
                </a:ext>
              </a:extLst>
            </p:cNvPr>
            <p:cNvSpPr/>
            <p:nvPr/>
          </p:nvSpPr>
          <p:spPr>
            <a:xfrm>
              <a:off x="513176" y="107566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" name="Hexagon 68">
              <a:extLst>
                <a:ext uri="{FF2B5EF4-FFF2-40B4-BE49-F238E27FC236}">
                  <a16:creationId xmlns:a16="http://schemas.microsoft.com/office/drawing/2014/main" id="{5DE0065C-8F8E-4C4F-985B-B5FC5B16B2E2}"/>
                </a:ext>
              </a:extLst>
            </p:cNvPr>
            <p:cNvSpPr/>
            <p:nvPr/>
          </p:nvSpPr>
          <p:spPr>
            <a:xfrm>
              <a:off x="513176" y="95783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" name="Hexagon 69">
              <a:extLst>
                <a:ext uri="{FF2B5EF4-FFF2-40B4-BE49-F238E27FC236}">
                  <a16:creationId xmlns:a16="http://schemas.microsoft.com/office/drawing/2014/main" id="{E1777356-9C59-4BF5-A20F-0547462EBCD6}"/>
                </a:ext>
              </a:extLst>
            </p:cNvPr>
            <p:cNvSpPr/>
            <p:nvPr/>
          </p:nvSpPr>
          <p:spPr>
            <a:xfrm>
              <a:off x="513176" y="84001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" name="Hexagon 70">
              <a:extLst>
                <a:ext uri="{FF2B5EF4-FFF2-40B4-BE49-F238E27FC236}">
                  <a16:creationId xmlns:a16="http://schemas.microsoft.com/office/drawing/2014/main" id="{7B3DD032-8400-4929-BB81-6A3289DCFA81}"/>
                </a:ext>
              </a:extLst>
            </p:cNvPr>
            <p:cNvSpPr/>
            <p:nvPr/>
          </p:nvSpPr>
          <p:spPr>
            <a:xfrm>
              <a:off x="513176" y="72315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" name="Hexagon 74">
              <a:extLst>
                <a:ext uri="{FF2B5EF4-FFF2-40B4-BE49-F238E27FC236}">
                  <a16:creationId xmlns:a16="http://schemas.microsoft.com/office/drawing/2014/main" id="{07E79000-5706-4421-A6FF-992A5FB5696F}"/>
                </a:ext>
              </a:extLst>
            </p:cNvPr>
            <p:cNvSpPr/>
            <p:nvPr/>
          </p:nvSpPr>
          <p:spPr>
            <a:xfrm>
              <a:off x="360776" y="66138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" name="Hexagon 75">
              <a:extLst>
                <a:ext uri="{FF2B5EF4-FFF2-40B4-BE49-F238E27FC236}">
                  <a16:creationId xmlns:a16="http://schemas.microsoft.com/office/drawing/2014/main" id="{DCB6006A-FEB1-4237-9450-EECC83F55062}"/>
                </a:ext>
              </a:extLst>
            </p:cNvPr>
            <p:cNvSpPr/>
            <p:nvPr/>
          </p:nvSpPr>
          <p:spPr>
            <a:xfrm>
              <a:off x="663672" y="10157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" name="Hexagon 76">
              <a:extLst>
                <a:ext uri="{FF2B5EF4-FFF2-40B4-BE49-F238E27FC236}">
                  <a16:creationId xmlns:a16="http://schemas.microsoft.com/office/drawing/2014/main" id="{54B901F3-3250-4021-8C92-8D7D9B96D91A}"/>
                </a:ext>
              </a:extLst>
            </p:cNvPr>
            <p:cNvSpPr/>
            <p:nvPr/>
          </p:nvSpPr>
          <p:spPr>
            <a:xfrm>
              <a:off x="663672" y="89797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" name="Hexagon 77">
              <a:extLst>
                <a:ext uri="{FF2B5EF4-FFF2-40B4-BE49-F238E27FC236}">
                  <a16:creationId xmlns:a16="http://schemas.microsoft.com/office/drawing/2014/main" id="{80BD86B1-C84E-4C03-89E2-184E3A926C81}"/>
                </a:ext>
              </a:extLst>
            </p:cNvPr>
            <p:cNvSpPr/>
            <p:nvPr/>
          </p:nvSpPr>
          <p:spPr>
            <a:xfrm>
              <a:off x="663672" y="78015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" name="Hexagon 78">
              <a:extLst>
                <a:ext uri="{FF2B5EF4-FFF2-40B4-BE49-F238E27FC236}">
                  <a16:creationId xmlns:a16="http://schemas.microsoft.com/office/drawing/2014/main" id="{F1777383-748E-4297-8002-6FE8C21E2527}"/>
                </a:ext>
              </a:extLst>
            </p:cNvPr>
            <p:cNvSpPr/>
            <p:nvPr/>
          </p:nvSpPr>
          <p:spPr>
            <a:xfrm>
              <a:off x="663672" y="66328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" name="Hexagon 79">
              <a:extLst>
                <a:ext uri="{FF2B5EF4-FFF2-40B4-BE49-F238E27FC236}">
                  <a16:creationId xmlns:a16="http://schemas.microsoft.com/office/drawing/2014/main" id="{39161090-36E8-4579-8686-B0EE62D22DFA}"/>
                </a:ext>
              </a:extLst>
            </p:cNvPr>
            <p:cNvSpPr/>
            <p:nvPr/>
          </p:nvSpPr>
          <p:spPr>
            <a:xfrm>
              <a:off x="969313" y="10157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" name="Hexagon 80">
              <a:extLst>
                <a:ext uri="{FF2B5EF4-FFF2-40B4-BE49-F238E27FC236}">
                  <a16:creationId xmlns:a16="http://schemas.microsoft.com/office/drawing/2014/main" id="{E14AA76C-D9E9-40AD-A874-FEEA47066F50}"/>
                </a:ext>
              </a:extLst>
            </p:cNvPr>
            <p:cNvSpPr/>
            <p:nvPr/>
          </p:nvSpPr>
          <p:spPr>
            <a:xfrm>
              <a:off x="969313" y="89797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" name="Hexagon 81">
              <a:extLst>
                <a:ext uri="{FF2B5EF4-FFF2-40B4-BE49-F238E27FC236}">
                  <a16:creationId xmlns:a16="http://schemas.microsoft.com/office/drawing/2014/main" id="{D9140B92-06B3-45AC-B080-42FC10A7DC11}"/>
                </a:ext>
              </a:extLst>
            </p:cNvPr>
            <p:cNvSpPr/>
            <p:nvPr/>
          </p:nvSpPr>
          <p:spPr>
            <a:xfrm>
              <a:off x="969313" y="78015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" name="Hexagon 82">
              <a:extLst>
                <a:ext uri="{FF2B5EF4-FFF2-40B4-BE49-F238E27FC236}">
                  <a16:creationId xmlns:a16="http://schemas.microsoft.com/office/drawing/2014/main" id="{E3B34604-76EB-4B40-A626-25A5F19B34F7}"/>
                </a:ext>
              </a:extLst>
            </p:cNvPr>
            <p:cNvSpPr/>
            <p:nvPr/>
          </p:nvSpPr>
          <p:spPr>
            <a:xfrm>
              <a:off x="969313" y="66328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" name="Hexagon 83">
              <a:extLst>
                <a:ext uri="{FF2B5EF4-FFF2-40B4-BE49-F238E27FC236}">
                  <a16:creationId xmlns:a16="http://schemas.microsoft.com/office/drawing/2014/main" id="{00BDEC4D-E740-4372-9719-2D457DCC9302}"/>
                </a:ext>
              </a:extLst>
            </p:cNvPr>
            <p:cNvSpPr/>
            <p:nvPr/>
          </p:nvSpPr>
          <p:spPr>
            <a:xfrm>
              <a:off x="816913" y="95402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5" name="Hexagon 84">
              <a:extLst>
                <a:ext uri="{FF2B5EF4-FFF2-40B4-BE49-F238E27FC236}">
                  <a16:creationId xmlns:a16="http://schemas.microsoft.com/office/drawing/2014/main" id="{1E29658D-DC1D-45D0-B4A6-686C87617759}"/>
                </a:ext>
              </a:extLst>
            </p:cNvPr>
            <p:cNvSpPr/>
            <p:nvPr/>
          </p:nvSpPr>
          <p:spPr>
            <a:xfrm>
              <a:off x="816913" y="83620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6" name="Hexagon 85">
              <a:extLst>
                <a:ext uri="{FF2B5EF4-FFF2-40B4-BE49-F238E27FC236}">
                  <a16:creationId xmlns:a16="http://schemas.microsoft.com/office/drawing/2014/main" id="{2503D066-4929-4F2F-8A4D-7DF25810F5C9}"/>
                </a:ext>
              </a:extLst>
            </p:cNvPr>
            <p:cNvSpPr/>
            <p:nvPr/>
          </p:nvSpPr>
          <p:spPr>
            <a:xfrm>
              <a:off x="816913" y="71838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" name="Hexagon 87">
              <a:extLst>
                <a:ext uri="{FF2B5EF4-FFF2-40B4-BE49-F238E27FC236}">
                  <a16:creationId xmlns:a16="http://schemas.microsoft.com/office/drawing/2014/main" id="{9ADEE50B-9665-424F-BD35-92AE749851E8}"/>
                </a:ext>
              </a:extLst>
            </p:cNvPr>
            <p:cNvSpPr/>
            <p:nvPr/>
          </p:nvSpPr>
          <p:spPr>
            <a:xfrm>
              <a:off x="1119808" y="95593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" name="Hexagon 88">
              <a:extLst>
                <a:ext uri="{FF2B5EF4-FFF2-40B4-BE49-F238E27FC236}">
                  <a16:creationId xmlns:a16="http://schemas.microsoft.com/office/drawing/2014/main" id="{1396C037-7847-400B-BCBE-4073CF272E93}"/>
                </a:ext>
              </a:extLst>
            </p:cNvPr>
            <p:cNvSpPr/>
            <p:nvPr/>
          </p:nvSpPr>
          <p:spPr>
            <a:xfrm>
              <a:off x="1119808" y="83811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" name="Hexagon 89">
              <a:extLst>
                <a:ext uri="{FF2B5EF4-FFF2-40B4-BE49-F238E27FC236}">
                  <a16:creationId xmlns:a16="http://schemas.microsoft.com/office/drawing/2014/main" id="{78886804-E290-4E1C-ACE0-EEE5EB5330C2}"/>
                </a:ext>
              </a:extLst>
            </p:cNvPr>
            <p:cNvSpPr/>
            <p:nvPr/>
          </p:nvSpPr>
          <p:spPr>
            <a:xfrm>
              <a:off x="1119808" y="72029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" name="Hexagon 90">
              <a:extLst>
                <a:ext uri="{FF2B5EF4-FFF2-40B4-BE49-F238E27FC236}">
                  <a16:creationId xmlns:a16="http://schemas.microsoft.com/office/drawing/2014/main" id="{C9EEC4AF-9654-428E-83EB-F6AC12E86ADF}"/>
                </a:ext>
              </a:extLst>
            </p:cNvPr>
            <p:cNvSpPr/>
            <p:nvPr/>
          </p:nvSpPr>
          <p:spPr>
            <a:xfrm>
              <a:off x="1119808" y="60342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" name="Hexagon 93">
              <a:extLst>
                <a:ext uri="{FF2B5EF4-FFF2-40B4-BE49-F238E27FC236}">
                  <a16:creationId xmlns:a16="http://schemas.microsoft.com/office/drawing/2014/main" id="{CA744B88-8803-4B52-A471-20DFCEEA5D84}"/>
                </a:ext>
              </a:extLst>
            </p:cNvPr>
            <p:cNvSpPr/>
            <p:nvPr/>
          </p:nvSpPr>
          <p:spPr>
            <a:xfrm>
              <a:off x="510318" y="131225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" name="Hexagon 94">
              <a:extLst>
                <a:ext uri="{FF2B5EF4-FFF2-40B4-BE49-F238E27FC236}">
                  <a16:creationId xmlns:a16="http://schemas.microsoft.com/office/drawing/2014/main" id="{240A78B0-BDAD-4C21-8FE8-AD5A92315C4C}"/>
                </a:ext>
              </a:extLst>
            </p:cNvPr>
            <p:cNvSpPr/>
            <p:nvPr/>
          </p:nvSpPr>
          <p:spPr>
            <a:xfrm>
              <a:off x="510318" y="119538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" name="Hexagon 96">
              <a:extLst>
                <a:ext uri="{FF2B5EF4-FFF2-40B4-BE49-F238E27FC236}">
                  <a16:creationId xmlns:a16="http://schemas.microsoft.com/office/drawing/2014/main" id="{7C835542-235E-439C-8330-AAE33C930924}"/>
                </a:ext>
              </a:extLst>
            </p:cNvPr>
            <p:cNvSpPr/>
            <p:nvPr/>
          </p:nvSpPr>
          <p:spPr>
            <a:xfrm>
              <a:off x="360459" y="136830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" name="Hexagon 97">
              <a:extLst>
                <a:ext uri="{FF2B5EF4-FFF2-40B4-BE49-F238E27FC236}">
                  <a16:creationId xmlns:a16="http://schemas.microsoft.com/office/drawing/2014/main" id="{1C7A9B0C-F19E-4A58-99A9-D2D006BF0371}"/>
                </a:ext>
              </a:extLst>
            </p:cNvPr>
            <p:cNvSpPr/>
            <p:nvPr/>
          </p:nvSpPr>
          <p:spPr>
            <a:xfrm>
              <a:off x="357918" y="125048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" name="Hexagon 101">
              <a:extLst>
                <a:ext uri="{FF2B5EF4-FFF2-40B4-BE49-F238E27FC236}">
                  <a16:creationId xmlns:a16="http://schemas.microsoft.com/office/drawing/2014/main" id="{CE5F84D4-4F0A-472F-BD46-53360C74FC15}"/>
                </a:ext>
              </a:extLst>
            </p:cNvPr>
            <p:cNvSpPr/>
            <p:nvPr/>
          </p:nvSpPr>
          <p:spPr>
            <a:xfrm>
              <a:off x="660813" y="125239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3" name="Hexagon 102">
              <a:extLst>
                <a:ext uri="{FF2B5EF4-FFF2-40B4-BE49-F238E27FC236}">
                  <a16:creationId xmlns:a16="http://schemas.microsoft.com/office/drawing/2014/main" id="{21CB24A4-4A5E-4A05-AC70-EB2089393A22}"/>
                </a:ext>
              </a:extLst>
            </p:cNvPr>
            <p:cNvSpPr/>
            <p:nvPr/>
          </p:nvSpPr>
          <p:spPr>
            <a:xfrm>
              <a:off x="660813" y="113552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7" name="Hexagon 106">
              <a:extLst>
                <a:ext uri="{FF2B5EF4-FFF2-40B4-BE49-F238E27FC236}">
                  <a16:creationId xmlns:a16="http://schemas.microsoft.com/office/drawing/2014/main" id="{DFE9097B-B413-4239-B5FC-BD5006FB3743}"/>
                </a:ext>
              </a:extLst>
            </p:cNvPr>
            <p:cNvSpPr/>
            <p:nvPr/>
          </p:nvSpPr>
          <p:spPr>
            <a:xfrm>
              <a:off x="966455" y="113552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1" name="Hexagon 110">
              <a:extLst>
                <a:ext uri="{FF2B5EF4-FFF2-40B4-BE49-F238E27FC236}">
                  <a16:creationId xmlns:a16="http://schemas.microsoft.com/office/drawing/2014/main" id="{9F6BAFB7-2584-4C11-9380-77FCF011BA96}"/>
                </a:ext>
              </a:extLst>
            </p:cNvPr>
            <p:cNvSpPr/>
            <p:nvPr/>
          </p:nvSpPr>
          <p:spPr>
            <a:xfrm>
              <a:off x="814055" y="107375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4" name="Hexagon 113">
              <a:extLst>
                <a:ext uri="{FF2B5EF4-FFF2-40B4-BE49-F238E27FC236}">
                  <a16:creationId xmlns:a16="http://schemas.microsoft.com/office/drawing/2014/main" id="{E5529018-EBC2-42A9-A7DA-F293EA9EEAA4}"/>
                </a:ext>
              </a:extLst>
            </p:cNvPr>
            <p:cNvSpPr/>
            <p:nvPr/>
          </p:nvSpPr>
          <p:spPr>
            <a:xfrm>
              <a:off x="1116951" y="119252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5" name="Hexagon 114">
              <a:extLst>
                <a:ext uri="{FF2B5EF4-FFF2-40B4-BE49-F238E27FC236}">
                  <a16:creationId xmlns:a16="http://schemas.microsoft.com/office/drawing/2014/main" id="{0E84898B-3A0D-4008-AB27-9F1D455D8F5E}"/>
                </a:ext>
              </a:extLst>
            </p:cNvPr>
            <p:cNvSpPr/>
            <p:nvPr/>
          </p:nvSpPr>
          <p:spPr>
            <a:xfrm>
              <a:off x="1116951" y="107565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6" name="Hexagon 115">
              <a:extLst>
                <a:ext uri="{FF2B5EF4-FFF2-40B4-BE49-F238E27FC236}">
                  <a16:creationId xmlns:a16="http://schemas.microsoft.com/office/drawing/2014/main" id="{7467AC43-77E3-430F-B304-7433E1C960EB}"/>
                </a:ext>
              </a:extLst>
            </p:cNvPr>
            <p:cNvSpPr/>
            <p:nvPr/>
          </p:nvSpPr>
          <p:spPr>
            <a:xfrm>
              <a:off x="1425450" y="119546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7" name="Hexagon 116">
              <a:extLst>
                <a:ext uri="{FF2B5EF4-FFF2-40B4-BE49-F238E27FC236}">
                  <a16:creationId xmlns:a16="http://schemas.microsoft.com/office/drawing/2014/main" id="{7A6E143E-D50D-4DA9-BA9F-9CD4EC2948F0}"/>
                </a:ext>
              </a:extLst>
            </p:cNvPr>
            <p:cNvSpPr/>
            <p:nvPr/>
          </p:nvSpPr>
          <p:spPr>
            <a:xfrm>
              <a:off x="1425450" y="107764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8" name="Hexagon 117">
              <a:extLst>
                <a:ext uri="{FF2B5EF4-FFF2-40B4-BE49-F238E27FC236}">
                  <a16:creationId xmlns:a16="http://schemas.microsoft.com/office/drawing/2014/main" id="{1BCE512B-983E-4159-AF58-898390B5EA2D}"/>
                </a:ext>
              </a:extLst>
            </p:cNvPr>
            <p:cNvSpPr/>
            <p:nvPr/>
          </p:nvSpPr>
          <p:spPr>
            <a:xfrm>
              <a:off x="1425450" y="95982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9" name="Hexagon 118">
              <a:extLst>
                <a:ext uri="{FF2B5EF4-FFF2-40B4-BE49-F238E27FC236}">
                  <a16:creationId xmlns:a16="http://schemas.microsoft.com/office/drawing/2014/main" id="{3B60DA84-3C41-49EE-A487-DAFF19C6399B}"/>
                </a:ext>
              </a:extLst>
            </p:cNvPr>
            <p:cNvSpPr/>
            <p:nvPr/>
          </p:nvSpPr>
          <p:spPr>
            <a:xfrm>
              <a:off x="1423069" y="84057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0" name="Hexagon 119">
              <a:extLst>
                <a:ext uri="{FF2B5EF4-FFF2-40B4-BE49-F238E27FC236}">
                  <a16:creationId xmlns:a16="http://schemas.microsoft.com/office/drawing/2014/main" id="{216B2F6A-6F2C-4E29-905F-60BABE8EBEAF}"/>
                </a:ext>
              </a:extLst>
            </p:cNvPr>
            <p:cNvSpPr/>
            <p:nvPr/>
          </p:nvSpPr>
          <p:spPr>
            <a:xfrm>
              <a:off x="1273050" y="113369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1" name="Hexagon 120">
              <a:extLst>
                <a:ext uri="{FF2B5EF4-FFF2-40B4-BE49-F238E27FC236}">
                  <a16:creationId xmlns:a16="http://schemas.microsoft.com/office/drawing/2014/main" id="{96E5F58B-8349-4B5F-814F-4AFBCABDBFA6}"/>
                </a:ext>
              </a:extLst>
            </p:cNvPr>
            <p:cNvSpPr/>
            <p:nvPr/>
          </p:nvSpPr>
          <p:spPr>
            <a:xfrm>
              <a:off x="1273050" y="101587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2" name="Hexagon 121">
              <a:extLst>
                <a:ext uri="{FF2B5EF4-FFF2-40B4-BE49-F238E27FC236}">
                  <a16:creationId xmlns:a16="http://schemas.microsoft.com/office/drawing/2014/main" id="{689FA33D-1E60-40E9-B259-F47920C81FA3}"/>
                </a:ext>
              </a:extLst>
            </p:cNvPr>
            <p:cNvSpPr/>
            <p:nvPr/>
          </p:nvSpPr>
          <p:spPr>
            <a:xfrm>
              <a:off x="1273050" y="89805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" name="Hexagon 123">
              <a:extLst>
                <a:ext uri="{FF2B5EF4-FFF2-40B4-BE49-F238E27FC236}">
                  <a16:creationId xmlns:a16="http://schemas.microsoft.com/office/drawing/2014/main" id="{2C7FF56A-0108-4690-91A0-48740A38B39D}"/>
                </a:ext>
              </a:extLst>
            </p:cNvPr>
            <p:cNvSpPr/>
            <p:nvPr/>
          </p:nvSpPr>
          <p:spPr>
            <a:xfrm>
              <a:off x="1575945" y="113560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" name="Hexagon 125">
              <a:extLst>
                <a:ext uri="{FF2B5EF4-FFF2-40B4-BE49-F238E27FC236}">
                  <a16:creationId xmlns:a16="http://schemas.microsoft.com/office/drawing/2014/main" id="{02C81ED5-A9D6-4F2C-998E-BFF8A99E5319}"/>
                </a:ext>
              </a:extLst>
            </p:cNvPr>
            <p:cNvSpPr/>
            <p:nvPr/>
          </p:nvSpPr>
          <p:spPr>
            <a:xfrm>
              <a:off x="1575945" y="89996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" name="Hexagon 128">
              <a:extLst>
                <a:ext uri="{FF2B5EF4-FFF2-40B4-BE49-F238E27FC236}">
                  <a16:creationId xmlns:a16="http://schemas.microsoft.com/office/drawing/2014/main" id="{E623B600-335F-475B-AC55-1C548B0FDC97}"/>
                </a:ext>
              </a:extLst>
            </p:cNvPr>
            <p:cNvSpPr/>
            <p:nvPr/>
          </p:nvSpPr>
          <p:spPr>
            <a:xfrm>
              <a:off x="1881586" y="101778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" name="Hexagon 129">
              <a:extLst>
                <a:ext uri="{FF2B5EF4-FFF2-40B4-BE49-F238E27FC236}">
                  <a16:creationId xmlns:a16="http://schemas.microsoft.com/office/drawing/2014/main" id="{2F796C4D-B96C-4704-80A2-BC5F2BFEC836}"/>
                </a:ext>
              </a:extLst>
            </p:cNvPr>
            <p:cNvSpPr/>
            <p:nvPr/>
          </p:nvSpPr>
          <p:spPr>
            <a:xfrm>
              <a:off x="1881586" y="89996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1" name="Hexagon 130">
              <a:extLst>
                <a:ext uri="{FF2B5EF4-FFF2-40B4-BE49-F238E27FC236}">
                  <a16:creationId xmlns:a16="http://schemas.microsoft.com/office/drawing/2014/main" id="{5F89252D-233B-4B36-9FCD-952A53F4ED7B}"/>
                </a:ext>
              </a:extLst>
            </p:cNvPr>
            <p:cNvSpPr/>
            <p:nvPr/>
          </p:nvSpPr>
          <p:spPr>
            <a:xfrm>
              <a:off x="1881586" y="7830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2" name="Hexagon 131">
              <a:extLst>
                <a:ext uri="{FF2B5EF4-FFF2-40B4-BE49-F238E27FC236}">
                  <a16:creationId xmlns:a16="http://schemas.microsoft.com/office/drawing/2014/main" id="{AF54C04E-3132-4247-B836-D96022B37F94}"/>
                </a:ext>
              </a:extLst>
            </p:cNvPr>
            <p:cNvSpPr/>
            <p:nvPr/>
          </p:nvSpPr>
          <p:spPr>
            <a:xfrm>
              <a:off x="1729186" y="107621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" name="Hexagon 132">
              <a:extLst>
                <a:ext uri="{FF2B5EF4-FFF2-40B4-BE49-F238E27FC236}">
                  <a16:creationId xmlns:a16="http://schemas.microsoft.com/office/drawing/2014/main" id="{34BAB24C-6CEF-4C8A-B7A0-ACC3672A54F9}"/>
                </a:ext>
              </a:extLst>
            </p:cNvPr>
            <p:cNvSpPr/>
            <p:nvPr/>
          </p:nvSpPr>
          <p:spPr>
            <a:xfrm>
              <a:off x="1729186" y="95601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" name="Hexagon 133">
              <a:extLst>
                <a:ext uri="{FF2B5EF4-FFF2-40B4-BE49-F238E27FC236}">
                  <a16:creationId xmlns:a16="http://schemas.microsoft.com/office/drawing/2014/main" id="{880F318A-EB29-438B-A9CB-DBCA0BCCF5A2}"/>
                </a:ext>
              </a:extLst>
            </p:cNvPr>
            <p:cNvSpPr/>
            <p:nvPr/>
          </p:nvSpPr>
          <p:spPr>
            <a:xfrm>
              <a:off x="1729186" y="8381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" name="Hexagon 136">
              <a:extLst>
                <a:ext uri="{FF2B5EF4-FFF2-40B4-BE49-F238E27FC236}">
                  <a16:creationId xmlns:a16="http://schemas.microsoft.com/office/drawing/2014/main" id="{7C6783C5-9335-4570-BD83-D9B6FA905825}"/>
                </a:ext>
              </a:extLst>
            </p:cNvPr>
            <p:cNvSpPr/>
            <p:nvPr/>
          </p:nvSpPr>
          <p:spPr>
            <a:xfrm>
              <a:off x="2032081" y="95791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" name="Hexagon 137">
              <a:extLst>
                <a:ext uri="{FF2B5EF4-FFF2-40B4-BE49-F238E27FC236}">
                  <a16:creationId xmlns:a16="http://schemas.microsoft.com/office/drawing/2014/main" id="{48FB2782-F2D8-4474-B98C-A928BFE7BD06}"/>
                </a:ext>
              </a:extLst>
            </p:cNvPr>
            <p:cNvSpPr/>
            <p:nvPr/>
          </p:nvSpPr>
          <p:spPr>
            <a:xfrm>
              <a:off x="2032081" y="84009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9" name="Hexagon 138">
              <a:extLst>
                <a:ext uri="{FF2B5EF4-FFF2-40B4-BE49-F238E27FC236}">
                  <a16:creationId xmlns:a16="http://schemas.microsoft.com/office/drawing/2014/main" id="{79615DA1-FA46-4BED-A2C5-315E19749CA2}"/>
                </a:ext>
              </a:extLst>
            </p:cNvPr>
            <p:cNvSpPr/>
            <p:nvPr/>
          </p:nvSpPr>
          <p:spPr>
            <a:xfrm>
              <a:off x="2032081" y="72323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" name="Hexagon 139">
              <a:extLst>
                <a:ext uri="{FF2B5EF4-FFF2-40B4-BE49-F238E27FC236}">
                  <a16:creationId xmlns:a16="http://schemas.microsoft.com/office/drawing/2014/main" id="{44F1D193-24D8-496A-A770-6A0178024926}"/>
                </a:ext>
              </a:extLst>
            </p:cNvPr>
            <p:cNvSpPr/>
            <p:nvPr/>
          </p:nvSpPr>
          <p:spPr>
            <a:xfrm>
              <a:off x="1271256" y="125238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" name="Hexagon 140">
              <a:extLst>
                <a:ext uri="{FF2B5EF4-FFF2-40B4-BE49-F238E27FC236}">
                  <a16:creationId xmlns:a16="http://schemas.microsoft.com/office/drawing/2014/main" id="{5256CFB2-918D-45B0-9A12-3591D572DBC8}"/>
                </a:ext>
              </a:extLst>
            </p:cNvPr>
            <p:cNvSpPr/>
            <p:nvPr/>
          </p:nvSpPr>
          <p:spPr>
            <a:xfrm>
              <a:off x="2334024" y="71789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2" name="Hexagon 141">
              <a:extLst>
                <a:ext uri="{FF2B5EF4-FFF2-40B4-BE49-F238E27FC236}">
                  <a16:creationId xmlns:a16="http://schemas.microsoft.com/office/drawing/2014/main" id="{0FC0084A-E798-4D99-91FB-E3B49748C822}"/>
                </a:ext>
              </a:extLst>
            </p:cNvPr>
            <p:cNvSpPr/>
            <p:nvPr/>
          </p:nvSpPr>
          <p:spPr>
            <a:xfrm>
              <a:off x="2334024" y="60007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" name="Hexagon 142">
              <a:extLst>
                <a:ext uri="{FF2B5EF4-FFF2-40B4-BE49-F238E27FC236}">
                  <a16:creationId xmlns:a16="http://schemas.microsoft.com/office/drawing/2014/main" id="{68654A06-6555-4128-8E4F-0F27E3A9B03C}"/>
                </a:ext>
              </a:extLst>
            </p:cNvPr>
            <p:cNvSpPr/>
            <p:nvPr/>
          </p:nvSpPr>
          <p:spPr>
            <a:xfrm>
              <a:off x="2334024" y="48225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" name="Hexagon 144">
              <a:extLst>
                <a:ext uri="{FF2B5EF4-FFF2-40B4-BE49-F238E27FC236}">
                  <a16:creationId xmlns:a16="http://schemas.microsoft.com/office/drawing/2014/main" id="{B9CF7B74-8963-4218-A606-1C1E593CB001}"/>
                </a:ext>
              </a:extLst>
            </p:cNvPr>
            <p:cNvSpPr/>
            <p:nvPr/>
          </p:nvSpPr>
          <p:spPr>
            <a:xfrm>
              <a:off x="2181624" y="65612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6" name="Hexagon 145">
              <a:extLst>
                <a:ext uri="{FF2B5EF4-FFF2-40B4-BE49-F238E27FC236}">
                  <a16:creationId xmlns:a16="http://schemas.microsoft.com/office/drawing/2014/main" id="{C57DF52E-E8BD-4C8C-85D4-140E0194D3F5}"/>
                </a:ext>
              </a:extLst>
            </p:cNvPr>
            <p:cNvSpPr/>
            <p:nvPr/>
          </p:nvSpPr>
          <p:spPr>
            <a:xfrm>
              <a:off x="2181624" y="53830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7" name="Hexagon 146">
              <a:extLst>
                <a:ext uri="{FF2B5EF4-FFF2-40B4-BE49-F238E27FC236}">
                  <a16:creationId xmlns:a16="http://schemas.microsoft.com/office/drawing/2014/main" id="{C92A3B26-340D-4F62-9A60-82B6DC530F92}"/>
                </a:ext>
              </a:extLst>
            </p:cNvPr>
            <p:cNvSpPr/>
            <p:nvPr/>
          </p:nvSpPr>
          <p:spPr>
            <a:xfrm>
              <a:off x="2181624" y="42048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9" name="Hexagon 148">
              <a:extLst>
                <a:ext uri="{FF2B5EF4-FFF2-40B4-BE49-F238E27FC236}">
                  <a16:creationId xmlns:a16="http://schemas.microsoft.com/office/drawing/2014/main" id="{7392748C-A904-41F4-A6F0-25F72F60DA32}"/>
                </a:ext>
              </a:extLst>
            </p:cNvPr>
            <p:cNvSpPr/>
            <p:nvPr/>
          </p:nvSpPr>
          <p:spPr>
            <a:xfrm>
              <a:off x="2484520" y="65802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" name="Hexagon 149">
              <a:extLst>
                <a:ext uri="{FF2B5EF4-FFF2-40B4-BE49-F238E27FC236}">
                  <a16:creationId xmlns:a16="http://schemas.microsoft.com/office/drawing/2014/main" id="{1570C9CC-5541-4195-BF2C-DE1AD8D0B037}"/>
                </a:ext>
              </a:extLst>
            </p:cNvPr>
            <p:cNvSpPr/>
            <p:nvPr/>
          </p:nvSpPr>
          <p:spPr>
            <a:xfrm>
              <a:off x="2484520" y="54020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3" name="Hexagon 152">
              <a:extLst>
                <a:ext uri="{FF2B5EF4-FFF2-40B4-BE49-F238E27FC236}">
                  <a16:creationId xmlns:a16="http://schemas.microsoft.com/office/drawing/2014/main" id="{BEB8A77C-CD95-4983-8821-63EDDC5CFCFA}"/>
                </a:ext>
              </a:extLst>
            </p:cNvPr>
            <p:cNvSpPr/>
            <p:nvPr/>
          </p:nvSpPr>
          <p:spPr>
            <a:xfrm>
              <a:off x="2790161" y="65802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7" name="Hexagon 156">
              <a:extLst>
                <a:ext uri="{FF2B5EF4-FFF2-40B4-BE49-F238E27FC236}">
                  <a16:creationId xmlns:a16="http://schemas.microsoft.com/office/drawing/2014/main" id="{35197B98-95A2-461D-98E6-43EED456531D}"/>
                </a:ext>
              </a:extLst>
            </p:cNvPr>
            <p:cNvSpPr/>
            <p:nvPr/>
          </p:nvSpPr>
          <p:spPr>
            <a:xfrm>
              <a:off x="2637760" y="59626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" name="Hexagon 160">
              <a:extLst>
                <a:ext uri="{FF2B5EF4-FFF2-40B4-BE49-F238E27FC236}">
                  <a16:creationId xmlns:a16="http://schemas.microsoft.com/office/drawing/2014/main" id="{F6DC6A23-7785-4EB2-AF2F-B9E2579433C8}"/>
                </a:ext>
              </a:extLst>
            </p:cNvPr>
            <p:cNvSpPr/>
            <p:nvPr/>
          </p:nvSpPr>
          <p:spPr>
            <a:xfrm>
              <a:off x="2940656" y="59816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6" name="Hexagon 165">
              <a:extLst>
                <a:ext uri="{FF2B5EF4-FFF2-40B4-BE49-F238E27FC236}">
                  <a16:creationId xmlns:a16="http://schemas.microsoft.com/office/drawing/2014/main" id="{F66A05D5-8A9B-4DA1-B16E-1030823C8AF7}"/>
                </a:ext>
              </a:extLst>
            </p:cNvPr>
            <p:cNvSpPr/>
            <p:nvPr/>
          </p:nvSpPr>
          <p:spPr>
            <a:xfrm>
              <a:off x="2337723" y="107812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7" name="Hexagon 166">
              <a:extLst>
                <a:ext uri="{FF2B5EF4-FFF2-40B4-BE49-F238E27FC236}">
                  <a16:creationId xmlns:a16="http://schemas.microsoft.com/office/drawing/2014/main" id="{5F44A69C-8340-46F1-9BD5-0684D9EFDD06}"/>
                </a:ext>
              </a:extLst>
            </p:cNvPr>
            <p:cNvSpPr/>
            <p:nvPr/>
          </p:nvSpPr>
          <p:spPr>
            <a:xfrm>
              <a:off x="2337723" y="95791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0" name="Hexagon 169">
              <a:extLst>
                <a:ext uri="{FF2B5EF4-FFF2-40B4-BE49-F238E27FC236}">
                  <a16:creationId xmlns:a16="http://schemas.microsoft.com/office/drawing/2014/main" id="{CBB79C1A-BBDE-4EA3-AD22-A2A2621CCE18}"/>
                </a:ext>
              </a:extLst>
            </p:cNvPr>
            <p:cNvSpPr/>
            <p:nvPr/>
          </p:nvSpPr>
          <p:spPr>
            <a:xfrm>
              <a:off x="2185323" y="101635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1" name="Hexagon 170">
              <a:extLst>
                <a:ext uri="{FF2B5EF4-FFF2-40B4-BE49-F238E27FC236}">
                  <a16:creationId xmlns:a16="http://schemas.microsoft.com/office/drawing/2014/main" id="{437147BF-548C-46EF-BD64-CEEF1E2C5A4F}"/>
                </a:ext>
              </a:extLst>
            </p:cNvPr>
            <p:cNvSpPr/>
            <p:nvPr/>
          </p:nvSpPr>
          <p:spPr>
            <a:xfrm>
              <a:off x="2185323" y="89615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2" name="Hexagon 171">
              <a:extLst>
                <a:ext uri="{FF2B5EF4-FFF2-40B4-BE49-F238E27FC236}">
                  <a16:creationId xmlns:a16="http://schemas.microsoft.com/office/drawing/2014/main" id="{7E0D8F72-6F7A-478C-A046-2B90A7BCC777}"/>
                </a:ext>
              </a:extLst>
            </p:cNvPr>
            <p:cNvSpPr/>
            <p:nvPr/>
          </p:nvSpPr>
          <p:spPr>
            <a:xfrm>
              <a:off x="2185323" y="77928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3" name="Hexagon 172">
              <a:extLst>
                <a:ext uri="{FF2B5EF4-FFF2-40B4-BE49-F238E27FC236}">
                  <a16:creationId xmlns:a16="http://schemas.microsoft.com/office/drawing/2014/main" id="{C13C310B-C787-4C82-953E-6EB05BF46994}"/>
                </a:ext>
              </a:extLst>
            </p:cNvPr>
            <p:cNvSpPr/>
            <p:nvPr/>
          </p:nvSpPr>
          <p:spPr>
            <a:xfrm>
              <a:off x="2488218" y="11336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4" name="Hexagon 173">
              <a:extLst>
                <a:ext uri="{FF2B5EF4-FFF2-40B4-BE49-F238E27FC236}">
                  <a16:creationId xmlns:a16="http://schemas.microsoft.com/office/drawing/2014/main" id="{F5B9437C-90A4-4463-8FD7-876783B25616}"/>
                </a:ext>
              </a:extLst>
            </p:cNvPr>
            <p:cNvSpPr/>
            <p:nvPr/>
          </p:nvSpPr>
          <p:spPr>
            <a:xfrm>
              <a:off x="2488218" y="101587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5" name="Hexagon 174">
              <a:extLst>
                <a:ext uri="{FF2B5EF4-FFF2-40B4-BE49-F238E27FC236}">
                  <a16:creationId xmlns:a16="http://schemas.microsoft.com/office/drawing/2014/main" id="{6122230F-93FF-4911-BA8A-5AD02EEF76E0}"/>
                </a:ext>
              </a:extLst>
            </p:cNvPr>
            <p:cNvSpPr/>
            <p:nvPr/>
          </p:nvSpPr>
          <p:spPr>
            <a:xfrm>
              <a:off x="2488218" y="89805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6" name="Hexagon 175">
              <a:extLst>
                <a:ext uri="{FF2B5EF4-FFF2-40B4-BE49-F238E27FC236}">
                  <a16:creationId xmlns:a16="http://schemas.microsoft.com/office/drawing/2014/main" id="{8C4AA694-9234-415A-8B50-5923388DFECD}"/>
                </a:ext>
              </a:extLst>
            </p:cNvPr>
            <p:cNvSpPr/>
            <p:nvPr/>
          </p:nvSpPr>
          <p:spPr>
            <a:xfrm>
              <a:off x="2488218" y="78118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8" name="Hexagon 177">
              <a:extLst>
                <a:ext uri="{FF2B5EF4-FFF2-40B4-BE49-F238E27FC236}">
                  <a16:creationId xmlns:a16="http://schemas.microsoft.com/office/drawing/2014/main" id="{E1CAB6E4-2028-4A46-BA62-635635B172C1}"/>
                </a:ext>
              </a:extLst>
            </p:cNvPr>
            <p:cNvSpPr/>
            <p:nvPr/>
          </p:nvSpPr>
          <p:spPr>
            <a:xfrm>
              <a:off x="2793860" y="101587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0" name="Hexagon 179">
              <a:extLst>
                <a:ext uri="{FF2B5EF4-FFF2-40B4-BE49-F238E27FC236}">
                  <a16:creationId xmlns:a16="http://schemas.microsoft.com/office/drawing/2014/main" id="{EC7268F5-9707-47D9-A593-20635978903F}"/>
                </a:ext>
              </a:extLst>
            </p:cNvPr>
            <p:cNvSpPr/>
            <p:nvPr/>
          </p:nvSpPr>
          <p:spPr>
            <a:xfrm>
              <a:off x="2793860" y="78118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1" name="Hexagon 180">
              <a:extLst>
                <a:ext uri="{FF2B5EF4-FFF2-40B4-BE49-F238E27FC236}">
                  <a16:creationId xmlns:a16="http://schemas.microsoft.com/office/drawing/2014/main" id="{907EA431-3BFC-4CC5-9511-2009109DBA9C}"/>
                </a:ext>
              </a:extLst>
            </p:cNvPr>
            <p:cNvSpPr/>
            <p:nvPr/>
          </p:nvSpPr>
          <p:spPr>
            <a:xfrm>
              <a:off x="2641459" y="107192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2" name="Hexagon 181">
              <a:extLst>
                <a:ext uri="{FF2B5EF4-FFF2-40B4-BE49-F238E27FC236}">
                  <a16:creationId xmlns:a16="http://schemas.microsoft.com/office/drawing/2014/main" id="{9B0F5AB6-D5C1-431E-9887-1BAF31CE554A}"/>
                </a:ext>
              </a:extLst>
            </p:cNvPr>
            <p:cNvSpPr/>
            <p:nvPr/>
          </p:nvSpPr>
          <p:spPr>
            <a:xfrm>
              <a:off x="2641459" y="95410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3" name="Hexagon 182">
              <a:extLst>
                <a:ext uri="{FF2B5EF4-FFF2-40B4-BE49-F238E27FC236}">
                  <a16:creationId xmlns:a16="http://schemas.microsoft.com/office/drawing/2014/main" id="{56DD5C08-CC5B-4595-AF0B-5B9949832CC4}"/>
                </a:ext>
              </a:extLst>
            </p:cNvPr>
            <p:cNvSpPr/>
            <p:nvPr/>
          </p:nvSpPr>
          <p:spPr>
            <a:xfrm>
              <a:off x="2641459" y="83628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4" name="Hexagon 183">
              <a:extLst>
                <a:ext uri="{FF2B5EF4-FFF2-40B4-BE49-F238E27FC236}">
                  <a16:creationId xmlns:a16="http://schemas.microsoft.com/office/drawing/2014/main" id="{FBAB68B6-2A2E-45E2-8AB0-F259EC1E977D}"/>
                </a:ext>
              </a:extLst>
            </p:cNvPr>
            <p:cNvSpPr/>
            <p:nvPr/>
          </p:nvSpPr>
          <p:spPr>
            <a:xfrm>
              <a:off x="2639295" y="71725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6" name="Hexagon 185">
              <a:extLst>
                <a:ext uri="{FF2B5EF4-FFF2-40B4-BE49-F238E27FC236}">
                  <a16:creationId xmlns:a16="http://schemas.microsoft.com/office/drawing/2014/main" id="{773CC26A-C2B1-4C6D-A19B-38A4E5574DB9}"/>
                </a:ext>
              </a:extLst>
            </p:cNvPr>
            <p:cNvSpPr/>
            <p:nvPr/>
          </p:nvSpPr>
          <p:spPr>
            <a:xfrm>
              <a:off x="2944355" y="95601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7" name="Hexagon 186">
              <a:extLst>
                <a:ext uri="{FF2B5EF4-FFF2-40B4-BE49-F238E27FC236}">
                  <a16:creationId xmlns:a16="http://schemas.microsoft.com/office/drawing/2014/main" id="{F651D06C-893C-4639-8CE1-0913AE6318D8}"/>
                </a:ext>
              </a:extLst>
            </p:cNvPr>
            <p:cNvSpPr/>
            <p:nvPr/>
          </p:nvSpPr>
          <p:spPr>
            <a:xfrm>
              <a:off x="2944355" y="83819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8" name="Hexagon 187">
              <a:extLst>
                <a:ext uri="{FF2B5EF4-FFF2-40B4-BE49-F238E27FC236}">
                  <a16:creationId xmlns:a16="http://schemas.microsoft.com/office/drawing/2014/main" id="{6701850E-6EC9-4BE7-A595-2444CE81B4D2}"/>
                </a:ext>
              </a:extLst>
            </p:cNvPr>
            <p:cNvSpPr/>
            <p:nvPr/>
          </p:nvSpPr>
          <p:spPr>
            <a:xfrm>
              <a:off x="2944355" y="72132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1" name="Hexagon 190">
              <a:extLst>
                <a:ext uri="{FF2B5EF4-FFF2-40B4-BE49-F238E27FC236}">
                  <a16:creationId xmlns:a16="http://schemas.microsoft.com/office/drawing/2014/main" id="{35064D36-AF02-4C04-9914-FCCE368BE778}"/>
                </a:ext>
              </a:extLst>
            </p:cNvPr>
            <p:cNvSpPr/>
            <p:nvPr/>
          </p:nvSpPr>
          <p:spPr>
            <a:xfrm>
              <a:off x="3094824" y="101363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2" name="Hexagon 191">
              <a:extLst>
                <a:ext uri="{FF2B5EF4-FFF2-40B4-BE49-F238E27FC236}">
                  <a16:creationId xmlns:a16="http://schemas.microsoft.com/office/drawing/2014/main" id="{2920CE3C-20BB-48D8-B179-BFA68CE863C5}"/>
                </a:ext>
              </a:extLst>
            </p:cNvPr>
            <p:cNvSpPr/>
            <p:nvPr/>
          </p:nvSpPr>
          <p:spPr>
            <a:xfrm>
              <a:off x="3094824" y="89581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3" name="Hexagon 192">
              <a:extLst>
                <a:ext uri="{FF2B5EF4-FFF2-40B4-BE49-F238E27FC236}">
                  <a16:creationId xmlns:a16="http://schemas.microsoft.com/office/drawing/2014/main" id="{64FE2E74-D4D8-47A5-800D-53AADC125795}"/>
                </a:ext>
              </a:extLst>
            </p:cNvPr>
            <p:cNvSpPr/>
            <p:nvPr/>
          </p:nvSpPr>
          <p:spPr>
            <a:xfrm>
              <a:off x="3094824" y="77799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6" name="Hexagon 195">
              <a:extLst>
                <a:ext uri="{FF2B5EF4-FFF2-40B4-BE49-F238E27FC236}">
                  <a16:creationId xmlns:a16="http://schemas.microsoft.com/office/drawing/2014/main" id="{C7F68366-6B03-488D-AFAF-7793ADC884C5}"/>
                </a:ext>
              </a:extLst>
            </p:cNvPr>
            <p:cNvSpPr/>
            <p:nvPr/>
          </p:nvSpPr>
          <p:spPr>
            <a:xfrm>
              <a:off x="3094193" y="137147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7" name="Hexagon 196">
              <a:extLst>
                <a:ext uri="{FF2B5EF4-FFF2-40B4-BE49-F238E27FC236}">
                  <a16:creationId xmlns:a16="http://schemas.microsoft.com/office/drawing/2014/main" id="{3CE22038-B6A3-4F2F-94C7-122B2B008590}"/>
                </a:ext>
              </a:extLst>
            </p:cNvPr>
            <p:cNvSpPr/>
            <p:nvPr/>
          </p:nvSpPr>
          <p:spPr>
            <a:xfrm>
              <a:off x="3098523" y="125365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9" name="Hexagon 198">
              <a:extLst>
                <a:ext uri="{FF2B5EF4-FFF2-40B4-BE49-F238E27FC236}">
                  <a16:creationId xmlns:a16="http://schemas.microsoft.com/office/drawing/2014/main" id="{456151EF-1CFA-4914-A0C0-86DB1C74B040}"/>
                </a:ext>
              </a:extLst>
            </p:cNvPr>
            <p:cNvSpPr/>
            <p:nvPr/>
          </p:nvSpPr>
          <p:spPr>
            <a:xfrm>
              <a:off x="3400466" y="113145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1" name="Hexagon 200">
              <a:extLst>
                <a:ext uri="{FF2B5EF4-FFF2-40B4-BE49-F238E27FC236}">
                  <a16:creationId xmlns:a16="http://schemas.microsoft.com/office/drawing/2014/main" id="{47A30929-F861-474E-A2B0-079CDAF509D9}"/>
                </a:ext>
              </a:extLst>
            </p:cNvPr>
            <p:cNvSpPr/>
            <p:nvPr/>
          </p:nvSpPr>
          <p:spPr>
            <a:xfrm>
              <a:off x="3400466" y="89581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3" name="Hexagon 202">
              <a:extLst>
                <a:ext uri="{FF2B5EF4-FFF2-40B4-BE49-F238E27FC236}">
                  <a16:creationId xmlns:a16="http://schemas.microsoft.com/office/drawing/2014/main" id="{9787980A-638A-4105-A1E6-C230C71C7215}"/>
                </a:ext>
              </a:extLst>
            </p:cNvPr>
            <p:cNvSpPr/>
            <p:nvPr/>
          </p:nvSpPr>
          <p:spPr>
            <a:xfrm>
              <a:off x="3248066" y="95186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4" name="Hexagon 203">
              <a:extLst>
                <a:ext uri="{FF2B5EF4-FFF2-40B4-BE49-F238E27FC236}">
                  <a16:creationId xmlns:a16="http://schemas.microsoft.com/office/drawing/2014/main" id="{99E62452-47A5-4345-9AEA-600655E1ABB6}"/>
                </a:ext>
              </a:extLst>
            </p:cNvPr>
            <p:cNvSpPr/>
            <p:nvPr/>
          </p:nvSpPr>
          <p:spPr>
            <a:xfrm>
              <a:off x="3248066" y="83404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5" name="Hexagon 204">
              <a:extLst>
                <a:ext uri="{FF2B5EF4-FFF2-40B4-BE49-F238E27FC236}">
                  <a16:creationId xmlns:a16="http://schemas.microsoft.com/office/drawing/2014/main" id="{9D32E4DE-855B-4EFD-B1D5-9E0C4EE7BC8B}"/>
                </a:ext>
              </a:extLst>
            </p:cNvPr>
            <p:cNvSpPr/>
            <p:nvPr/>
          </p:nvSpPr>
          <p:spPr>
            <a:xfrm>
              <a:off x="3248066" y="71717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7" name="Hexagon 206">
              <a:extLst>
                <a:ext uri="{FF2B5EF4-FFF2-40B4-BE49-F238E27FC236}">
                  <a16:creationId xmlns:a16="http://schemas.microsoft.com/office/drawing/2014/main" id="{A7D77292-A2CB-4226-9B90-686EB60722FB}"/>
                </a:ext>
              </a:extLst>
            </p:cNvPr>
            <p:cNvSpPr/>
            <p:nvPr/>
          </p:nvSpPr>
          <p:spPr>
            <a:xfrm>
              <a:off x="3707902" y="89797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8" name="Hexagon 207">
              <a:extLst>
                <a:ext uri="{FF2B5EF4-FFF2-40B4-BE49-F238E27FC236}">
                  <a16:creationId xmlns:a16="http://schemas.microsoft.com/office/drawing/2014/main" id="{D0316154-A6FC-4EA8-8B9B-F07DBDF6CFBA}"/>
                </a:ext>
              </a:extLst>
            </p:cNvPr>
            <p:cNvSpPr/>
            <p:nvPr/>
          </p:nvSpPr>
          <p:spPr>
            <a:xfrm>
              <a:off x="2792274" y="125199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9" name="Hexagon 208">
              <a:extLst>
                <a:ext uri="{FF2B5EF4-FFF2-40B4-BE49-F238E27FC236}">
                  <a16:creationId xmlns:a16="http://schemas.microsoft.com/office/drawing/2014/main" id="{AEC96602-E12C-4521-99A0-1AFC6AEB75AA}"/>
                </a:ext>
              </a:extLst>
            </p:cNvPr>
            <p:cNvSpPr/>
            <p:nvPr/>
          </p:nvSpPr>
          <p:spPr>
            <a:xfrm>
              <a:off x="3706742" y="101490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0" name="Hexagon 209">
              <a:extLst>
                <a:ext uri="{FF2B5EF4-FFF2-40B4-BE49-F238E27FC236}">
                  <a16:creationId xmlns:a16="http://schemas.microsoft.com/office/drawing/2014/main" id="{25A9BCF7-5CD0-47AB-9CC6-C4673DEA5B18}"/>
                </a:ext>
              </a:extLst>
            </p:cNvPr>
            <p:cNvSpPr/>
            <p:nvPr/>
          </p:nvSpPr>
          <p:spPr>
            <a:xfrm>
              <a:off x="2947075" y="119189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2" name="Hexagon 211">
              <a:extLst>
                <a:ext uri="{FF2B5EF4-FFF2-40B4-BE49-F238E27FC236}">
                  <a16:creationId xmlns:a16="http://schemas.microsoft.com/office/drawing/2014/main" id="{90DC6A1E-9CDC-498C-83A0-AAA2597AED20}"/>
                </a:ext>
              </a:extLst>
            </p:cNvPr>
            <p:cNvSpPr/>
            <p:nvPr/>
          </p:nvSpPr>
          <p:spPr>
            <a:xfrm>
              <a:off x="3404165" y="137147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3" name="Hexagon 212">
              <a:extLst>
                <a:ext uri="{FF2B5EF4-FFF2-40B4-BE49-F238E27FC236}">
                  <a16:creationId xmlns:a16="http://schemas.microsoft.com/office/drawing/2014/main" id="{C8102C01-AC6C-4A48-8CBF-C5F6791AF38C}"/>
                </a:ext>
              </a:extLst>
            </p:cNvPr>
            <p:cNvSpPr/>
            <p:nvPr/>
          </p:nvSpPr>
          <p:spPr>
            <a:xfrm>
              <a:off x="3404165" y="125461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4" name="Hexagon 213">
              <a:extLst>
                <a:ext uri="{FF2B5EF4-FFF2-40B4-BE49-F238E27FC236}">
                  <a16:creationId xmlns:a16="http://schemas.microsoft.com/office/drawing/2014/main" id="{1D067781-7A32-433B-891F-4468C3E39A9B}"/>
                </a:ext>
              </a:extLst>
            </p:cNvPr>
            <p:cNvSpPr/>
            <p:nvPr/>
          </p:nvSpPr>
          <p:spPr>
            <a:xfrm>
              <a:off x="3249600" y="142753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5" name="Hexagon 214">
              <a:extLst>
                <a:ext uri="{FF2B5EF4-FFF2-40B4-BE49-F238E27FC236}">
                  <a16:creationId xmlns:a16="http://schemas.microsoft.com/office/drawing/2014/main" id="{D8B8FCB8-81E2-4D39-8B2D-0F9FC9C121B5}"/>
                </a:ext>
              </a:extLst>
            </p:cNvPr>
            <p:cNvSpPr/>
            <p:nvPr/>
          </p:nvSpPr>
          <p:spPr>
            <a:xfrm>
              <a:off x="3249600" y="130971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6" name="Hexagon 215">
              <a:extLst>
                <a:ext uri="{FF2B5EF4-FFF2-40B4-BE49-F238E27FC236}">
                  <a16:creationId xmlns:a16="http://schemas.microsoft.com/office/drawing/2014/main" id="{AA41EA90-1CB6-49DA-8661-E9EAC3364159}"/>
                </a:ext>
              </a:extLst>
            </p:cNvPr>
            <p:cNvSpPr/>
            <p:nvPr/>
          </p:nvSpPr>
          <p:spPr>
            <a:xfrm>
              <a:off x="3251765" y="119284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7" name="Hexagon 216">
              <a:extLst>
                <a:ext uri="{FF2B5EF4-FFF2-40B4-BE49-F238E27FC236}">
                  <a16:creationId xmlns:a16="http://schemas.microsoft.com/office/drawing/2014/main" id="{80E53D4E-D73C-4EB1-9405-84A5C251EDE0}"/>
                </a:ext>
              </a:extLst>
            </p:cNvPr>
            <p:cNvSpPr/>
            <p:nvPr/>
          </p:nvSpPr>
          <p:spPr>
            <a:xfrm>
              <a:off x="3558990" y="155158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8" name="Hexagon 217">
              <a:extLst>
                <a:ext uri="{FF2B5EF4-FFF2-40B4-BE49-F238E27FC236}">
                  <a16:creationId xmlns:a16="http://schemas.microsoft.com/office/drawing/2014/main" id="{82B8C6A1-225C-4C40-A167-4E1FC95E6954}"/>
                </a:ext>
              </a:extLst>
            </p:cNvPr>
            <p:cNvSpPr/>
            <p:nvPr/>
          </p:nvSpPr>
          <p:spPr>
            <a:xfrm>
              <a:off x="3554660" y="142943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9" name="Hexagon 218">
              <a:extLst>
                <a:ext uri="{FF2B5EF4-FFF2-40B4-BE49-F238E27FC236}">
                  <a16:creationId xmlns:a16="http://schemas.microsoft.com/office/drawing/2014/main" id="{5671238E-4FE2-48AF-BD1C-5EE20C4A6012}"/>
                </a:ext>
              </a:extLst>
            </p:cNvPr>
            <p:cNvSpPr/>
            <p:nvPr/>
          </p:nvSpPr>
          <p:spPr>
            <a:xfrm>
              <a:off x="3554660" y="131161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0" name="Hexagon 219">
              <a:extLst>
                <a:ext uri="{FF2B5EF4-FFF2-40B4-BE49-F238E27FC236}">
                  <a16:creationId xmlns:a16="http://schemas.microsoft.com/office/drawing/2014/main" id="{8D790EBB-043B-4A0F-872E-A50BE9C73577}"/>
                </a:ext>
              </a:extLst>
            </p:cNvPr>
            <p:cNvSpPr/>
            <p:nvPr/>
          </p:nvSpPr>
          <p:spPr>
            <a:xfrm>
              <a:off x="3554660" y="11947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1" name="Hexagon 220">
              <a:extLst>
                <a:ext uri="{FF2B5EF4-FFF2-40B4-BE49-F238E27FC236}">
                  <a16:creationId xmlns:a16="http://schemas.microsoft.com/office/drawing/2014/main" id="{66413100-F1CD-417E-BB6D-9D77F7DBBFA5}"/>
                </a:ext>
              </a:extLst>
            </p:cNvPr>
            <p:cNvSpPr/>
            <p:nvPr/>
          </p:nvSpPr>
          <p:spPr>
            <a:xfrm>
              <a:off x="3860301" y="142943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2" name="Hexagon 221">
              <a:extLst>
                <a:ext uri="{FF2B5EF4-FFF2-40B4-BE49-F238E27FC236}">
                  <a16:creationId xmlns:a16="http://schemas.microsoft.com/office/drawing/2014/main" id="{45E62BC9-F3D2-4727-89B8-4C3893468E25}"/>
                </a:ext>
              </a:extLst>
            </p:cNvPr>
            <p:cNvSpPr/>
            <p:nvPr/>
          </p:nvSpPr>
          <p:spPr>
            <a:xfrm>
              <a:off x="3860301" y="131161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3" name="Hexagon 222">
              <a:extLst>
                <a:ext uri="{FF2B5EF4-FFF2-40B4-BE49-F238E27FC236}">
                  <a16:creationId xmlns:a16="http://schemas.microsoft.com/office/drawing/2014/main" id="{C4825136-3995-41C5-8A46-06034DC75A75}"/>
                </a:ext>
              </a:extLst>
            </p:cNvPr>
            <p:cNvSpPr/>
            <p:nvPr/>
          </p:nvSpPr>
          <p:spPr>
            <a:xfrm>
              <a:off x="3860301" y="11947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" name="Hexagon 223">
              <a:extLst>
                <a:ext uri="{FF2B5EF4-FFF2-40B4-BE49-F238E27FC236}">
                  <a16:creationId xmlns:a16="http://schemas.microsoft.com/office/drawing/2014/main" id="{F97905BD-CD39-40F0-98C8-51E34C9F3599}"/>
                </a:ext>
              </a:extLst>
            </p:cNvPr>
            <p:cNvSpPr/>
            <p:nvPr/>
          </p:nvSpPr>
          <p:spPr>
            <a:xfrm>
              <a:off x="3707901" y="148548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5" name="Hexagon 224">
              <a:extLst>
                <a:ext uri="{FF2B5EF4-FFF2-40B4-BE49-F238E27FC236}">
                  <a16:creationId xmlns:a16="http://schemas.microsoft.com/office/drawing/2014/main" id="{3D845BF9-D95E-4D74-9FE1-8F021CC3EB68}"/>
                </a:ext>
              </a:extLst>
            </p:cNvPr>
            <p:cNvSpPr/>
            <p:nvPr/>
          </p:nvSpPr>
          <p:spPr>
            <a:xfrm>
              <a:off x="3707901" y="13676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" name="Hexagon 225">
              <a:extLst>
                <a:ext uri="{FF2B5EF4-FFF2-40B4-BE49-F238E27FC236}">
                  <a16:creationId xmlns:a16="http://schemas.microsoft.com/office/drawing/2014/main" id="{CD915BA3-5AC3-4FEF-97F0-707F194ACDDF}"/>
                </a:ext>
              </a:extLst>
            </p:cNvPr>
            <p:cNvSpPr/>
            <p:nvPr/>
          </p:nvSpPr>
          <p:spPr>
            <a:xfrm>
              <a:off x="3707901" y="12498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" name="Hexagon 226">
              <a:extLst>
                <a:ext uri="{FF2B5EF4-FFF2-40B4-BE49-F238E27FC236}">
                  <a16:creationId xmlns:a16="http://schemas.microsoft.com/office/drawing/2014/main" id="{DEB52D37-73CF-46DE-8B91-427238E868C5}"/>
                </a:ext>
              </a:extLst>
            </p:cNvPr>
            <p:cNvSpPr/>
            <p:nvPr/>
          </p:nvSpPr>
          <p:spPr>
            <a:xfrm>
              <a:off x="3707901" y="113298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" name="Hexagon 227">
              <a:extLst>
                <a:ext uri="{FF2B5EF4-FFF2-40B4-BE49-F238E27FC236}">
                  <a16:creationId xmlns:a16="http://schemas.microsoft.com/office/drawing/2014/main" id="{D00BA952-3F89-4A81-8CB3-D98D443C2E88}"/>
                </a:ext>
              </a:extLst>
            </p:cNvPr>
            <p:cNvSpPr/>
            <p:nvPr/>
          </p:nvSpPr>
          <p:spPr>
            <a:xfrm>
              <a:off x="4010796" y="136957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" name="Hexagon 228">
              <a:extLst>
                <a:ext uri="{FF2B5EF4-FFF2-40B4-BE49-F238E27FC236}">
                  <a16:creationId xmlns:a16="http://schemas.microsoft.com/office/drawing/2014/main" id="{E35C98C6-4000-4CA3-9669-C2F85F09BF01}"/>
                </a:ext>
              </a:extLst>
            </p:cNvPr>
            <p:cNvSpPr/>
            <p:nvPr/>
          </p:nvSpPr>
          <p:spPr>
            <a:xfrm>
              <a:off x="2942745" y="143538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" name="Hexagon 229">
              <a:extLst>
                <a:ext uri="{FF2B5EF4-FFF2-40B4-BE49-F238E27FC236}">
                  <a16:creationId xmlns:a16="http://schemas.microsoft.com/office/drawing/2014/main" id="{6099CE3B-C050-4C78-A575-64CBD4BE2D86}"/>
                </a:ext>
              </a:extLst>
            </p:cNvPr>
            <p:cNvSpPr/>
            <p:nvPr/>
          </p:nvSpPr>
          <p:spPr>
            <a:xfrm>
              <a:off x="2790085" y="137401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" name="Hexagon 230">
              <a:extLst>
                <a:ext uri="{FF2B5EF4-FFF2-40B4-BE49-F238E27FC236}">
                  <a16:creationId xmlns:a16="http://schemas.microsoft.com/office/drawing/2014/main" id="{67DE611F-0295-4283-B73F-467D1B80A064}"/>
                </a:ext>
              </a:extLst>
            </p:cNvPr>
            <p:cNvSpPr/>
            <p:nvPr/>
          </p:nvSpPr>
          <p:spPr>
            <a:xfrm>
              <a:off x="3396767" y="65802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" name="Hexagon 231">
              <a:extLst>
                <a:ext uri="{FF2B5EF4-FFF2-40B4-BE49-F238E27FC236}">
                  <a16:creationId xmlns:a16="http://schemas.microsoft.com/office/drawing/2014/main" id="{88A832BA-2E3B-4D55-A701-8F8A706C81B5}"/>
                </a:ext>
              </a:extLst>
            </p:cNvPr>
            <p:cNvSpPr/>
            <p:nvPr/>
          </p:nvSpPr>
          <p:spPr>
            <a:xfrm>
              <a:off x="3244367" y="59626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" name="Hexagon 232">
              <a:extLst>
                <a:ext uri="{FF2B5EF4-FFF2-40B4-BE49-F238E27FC236}">
                  <a16:creationId xmlns:a16="http://schemas.microsoft.com/office/drawing/2014/main" id="{9F1E828E-7296-4313-86FC-BFF7537F0CFC}"/>
                </a:ext>
              </a:extLst>
            </p:cNvPr>
            <p:cNvSpPr/>
            <p:nvPr/>
          </p:nvSpPr>
          <p:spPr>
            <a:xfrm>
              <a:off x="3547262" y="59816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" name="Hexagon 233">
              <a:extLst>
                <a:ext uri="{FF2B5EF4-FFF2-40B4-BE49-F238E27FC236}">
                  <a16:creationId xmlns:a16="http://schemas.microsoft.com/office/drawing/2014/main" id="{038D8CE4-EB13-40CC-9156-017ACFF49F01}"/>
                </a:ext>
              </a:extLst>
            </p:cNvPr>
            <p:cNvSpPr/>
            <p:nvPr/>
          </p:nvSpPr>
          <p:spPr>
            <a:xfrm>
              <a:off x="3400466" y="78118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" name="Hexagon 234">
              <a:extLst>
                <a:ext uri="{FF2B5EF4-FFF2-40B4-BE49-F238E27FC236}">
                  <a16:creationId xmlns:a16="http://schemas.microsoft.com/office/drawing/2014/main" id="{04136510-CAD5-4709-BEA1-B8EAD1C78960}"/>
                </a:ext>
              </a:extLst>
            </p:cNvPr>
            <p:cNvSpPr/>
            <p:nvPr/>
          </p:nvSpPr>
          <p:spPr>
            <a:xfrm>
              <a:off x="3550961" y="72132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" name="Hexagon 235">
              <a:extLst>
                <a:ext uri="{FF2B5EF4-FFF2-40B4-BE49-F238E27FC236}">
                  <a16:creationId xmlns:a16="http://schemas.microsoft.com/office/drawing/2014/main" id="{657FD7E9-674A-4C7B-A94E-18A4E8FD0ACE}"/>
                </a:ext>
              </a:extLst>
            </p:cNvPr>
            <p:cNvSpPr/>
            <p:nvPr/>
          </p:nvSpPr>
          <p:spPr>
            <a:xfrm>
              <a:off x="3701430" y="66112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" name="Hexagon 249">
              <a:extLst>
                <a:ext uri="{FF2B5EF4-FFF2-40B4-BE49-F238E27FC236}">
                  <a16:creationId xmlns:a16="http://schemas.microsoft.com/office/drawing/2014/main" id="{DF458486-1244-4A21-AB70-EAA0BAF9D04C}"/>
                </a:ext>
              </a:extLst>
            </p:cNvPr>
            <p:cNvSpPr/>
            <p:nvPr/>
          </p:nvSpPr>
          <p:spPr>
            <a:xfrm>
              <a:off x="3402631" y="161015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" name="Hexagon 252">
              <a:extLst>
                <a:ext uri="{FF2B5EF4-FFF2-40B4-BE49-F238E27FC236}">
                  <a16:creationId xmlns:a16="http://schemas.microsoft.com/office/drawing/2014/main" id="{A60D8871-BF41-4F25-AAD0-54419699E7C2}"/>
                </a:ext>
              </a:extLst>
            </p:cNvPr>
            <p:cNvSpPr/>
            <p:nvPr/>
          </p:nvSpPr>
          <p:spPr>
            <a:xfrm>
              <a:off x="3404165" y="173331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" name="Hexagon 255">
              <a:extLst>
                <a:ext uri="{FF2B5EF4-FFF2-40B4-BE49-F238E27FC236}">
                  <a16:creationId xmlns:a16="http://schemas.microsoft.com/office/drawing/2014/main" id="{673BABEA-59E0-4EDC-81AD-4D7953940B3D}"/>
                </a:ext>
              </a:extLst>
            </p:cNvPr>
            <p:cNvSpPr/>
            <p:nvPr/>
          </p:nvSpPr>
          <p:spPr>
            <a:xfrm>
              <a:off x="3554660" y="179031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" name="Hexagon 256">
              <a:extLst>
                <a:ext uri="{FF2B5EF4-FFF2-40B4-BE49-F238E27FC236}">
                  <a16:creationId xmlns:a16="http://schemas.microsoft.com/office/drawing/2014/main" id="{94A3CC07-CD6B-43FB-8036-99AC381E09E4}"/>
                </a:ext>
              </a:extLst>
            </p:cNvPr>
            <p:cNvSpPr/>
            <p:nvPr/>
          </p:nvSpPr>
          <p:spPr>
            <a:xfrm>
              <a:off x="3554660" y="167344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" name="Hexagon 257">
              <a:extLst>
                <a:ext uri="{FF2B5EF4-FFF2-40B4-BE49-F238E27FC236}">
                  <a16:creationId xmlns:a16="http://schemas.microsoft.com/office/drawing/2014/main" id="{5968AE28-9837-4E8E-A90E-EFBF2AFA0C78}"/>
                </a:ext>
              </a:extLst>
            </p:cNvPr>
            <p:cNvSpPr/>
            <p:nvPr/>
          </p:nvSpPr>
          <p:spPr>
            <a:xfrm>
              <a:off x="3710065" y="196418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" name="Hexagon 258">
              <a:extLst>
                <a:ext uri="{FF2B5EF4-FFF2-40B4-BE49-F238E27FC236}">
                  <a16:creationId xmlns:a16="http://schemas.microsoft.com/office/drawing/2014/main" id="{6398E1A2-2DCD-40F1-8227-B92B8C633534}"/>
                </a:ext>
              </a:extLst>
            </p:cNvPr>
            <p:cNvSpPr/>
            <p:nvPr/>
          </p:nvSpPr>
          <p:spPr>
            <a:xfrm>
              <a:off x="3707901" y="184636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" name="Hexagon 259">
              <a:extLst>
                <a:ext uri="{FF2B5EF4-FFF2-40B4-BE49-F238E27FC236}">
                  <a16:creationId xmlns:a16="http://schemas.microsoft.com/office/drawing/2014/main" id="{FEFE5644-88E3-446D-AA02-AD6EE46780C1}"/>
                </a:ext>
              </a:extLst>
            </p:cNvPr>
            <p:cNvSpPr/>
            <p:nvPr/>
          </p:nvSpPr>
          <p:spPr>
            <a:xfrm>
              <a:off x="3707901" y="17285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" name="Hexagon 262">
              <a:extLst>
                <a:ext uri="{FF2B5EF4-FFF2-40B4-BE49-F238E27FC236}">
                  <a16:creationId xmlns:a16="http://schemas.microsoft.com/office/drawing/2014/main" id="{CC7643FF-B477-4E9E-B111-3E488AEBFF9F}"/>
                </a:ext>
              </a:extLst>
            </p:cNvPr>
            <p:cNvSpPr/>
            <p:nvPr/>
          </p:nvSpPr>
          <p:spPr>
            <a:xfrm>
              <a:off x="3860301" y="190813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" name="Hexagon 265">
              <a:extLst>
                <a:ext uri="{FF2B5EF4-FFF2-40B4-BE49-F238E27FC236}">
                  <a16:creationId xmlns:a16="http://schemas.microsoft.com/office/drawing/2014/main" id="{E487F876-F5B4-49D2-8DB6-2B4DB73EE9AF}"/>
                </a:ext>
              </a:extLst>
            </p:cNvPr>
            <p:cNvSpPr/>
            <p:nvPr/>
          </p:nvSpPr>
          <p:spPr>
            <a:xfrm>
              <a:off x="4010796" y="19660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" name="Hexagon 266">
              <a:extLst>
                <a:ext uri="{FF2B5EF4-FFF2-40B4-BE49-F238E27FC236}">
                  <a16:creationId xmlns:a16="http://schemas.microsoft.com/office/drawing/2014/main" id="{8D0CEBF4-9A87-4FED-8692-C03CADDFE478}"/>
                </a:ext>
              </a:extLst>
            </p:cNvPr>
            <p:cNvSpPr/>
            <p:nvPr/>
          </p:nvSpPr>
          <p:spPr>
            <a:xfrm>
              <a:off x="4010796" y="184827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" name="Hexagon 267">
              <a:extLst>
                <a:ext uri="{FF2B5EF4-FFF2-40B4-BE49-F238E27FC236}">
                  <a16:creationId xmlns:a16="http://schemas.microsoft.com/office/drawing/2014/main" id="{10EAC595-92F6-4A76-8C9C-33941EA031D7}"/>
                </a:ext>
              </a:extLst>
            </p:cNvPr>
            <p:cNvSpPr/>
            <p:nvPr/>
          </p:nvSpPr>
          <p:spPr>
            <a:xfrm>
              <a:off x="4010796" y="173045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" name="Hexagon 269">
              <a:extLst>
                <a:ext uri="{FF2B5EF4-FFF2-40B4-BE49-F238E27FC236}">
                  <a16:creationId xmlns:a16="http://schemas.microsoft.com/office/drawing/2014/main" id="{2FDD5FA5-3F80-429A-9179-CDAED3C56641}"/>
                </a:ext>
              </a:extLst>
            </p:cNvPr>
            <p:cNvSpPr/>
            <p:nvPr/>
          </p:nvSpPr>
          <p:spPr>
            <a:xfrm>
              <a:off x="4164038" y="190432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" name="Hexagon 270">
              <a:extLst>
                <a:ext uri="{FF2B5EF4-FFF2-40B4-BE49-F238E27FC236}">
                  <a16:creationId xmlns:a16="http://schemas.microsoft.com/office/drawing/2014/main" id="{B9B46A3C-8821-442E-9FB3-3F5F46B39F48}"/>
                </a:ext>
              </a:extLst>
            </p:cNvPr>
            <p:cNvSpPr/>
            <p:nvPr/>
          </p:nvSpPr>
          <p:spPr>
            <a:xfrm>
              <a:off x="4164038" y="178650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" name="Hexagon 271">
              <a:extLst>
                <a:ext uri="{FF2B5EF4-FFF2-40B4-BE49-F238E27FC236}">
                  <a16:creationId xmlns:a16="http://schemas.microsoft.com/office/drawing/2014/main" id="{57FF0AB7-9805-4C61-B3BC-C6940D689508}"/>
                </a:ext>
              </a:extLst>
            </p:cNvPr>
            <p:cNvSpPr/>
            <p:nvPr/>
          </p:nvSpPr>
          <p:spPr>
            <a:xfrm>
              <a:off x="4164038" y="166868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" name="Hexagon 272">
              <a:extLst>
                <a:ext uri="{FF2B5EF4-FFF2-40B4-BE49-F238E27FC236}">
                  <a16:creationId xmlns:a16="http://schemas.microsoft.com/office/drawing/2014/main" id="{BEB7DEDB-F7F0-4EAC-9A0A-A2CCA106C3FD}"/>
                </a:ext>
              </a:extLst>
            </p:cNvPr>
            <p:cNvSpPr/>
            <p:nvPr/>
          </p:nvSpPr>
          <p:spPr>
            <a:xfrm>
              <a:off x="4164038" y="155181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" name="Hexagon 273">
              <a:extLst>
                <a:ext uri="{FF2B5EF4-FFF2-40B4-BE49-F238E27FC236}">
                  <a16:creationId xmlns:a16="http://schemas.microsoft.com/office/drawing/2014/main" id="{06174EB8-98B9-4CB9-86A4-DB0B60731496}"/>
                </a:ext>
              </a:extLst>
            </p:cNvPr>
            <p:cNvSpPr/>
            <p:nvPr/>
          </p:nvSpPr>
          <p:spPr>
            <a:xfrm>
              <a:off x="3707901" y="208331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" name="Hexagon 279">
              <a:extLst>
                <a:ext uri="{FF2B5EF4-FFF2-40B4-BE49-F238E27FC236}">
                  <a16:creationId xmlns:a16="http://schemas.microsoft.com/office/drawing/2014/main" id="{8F15AF82-893F-489D-B658-F007397AAF57}"/>
                </a:ext>
              </a:extLst>
            </p:cNvPr>
            <p:cNvSpPr/>
            <p:nvPr/>
          </p:nvSpPr>
          <p:spPr>
            <a:xfrm>
              <a:off x="3862096" y="226348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" name="Hexagon 280">
              <a:extLst>
                <a:ext uri="{FF2B5EF4-FFF2-40B4-BE49-F238E27FC236}">
                  <a16:creationId xmlns:a16="http://schemas.microsoft.com/office/drawing/2014/main" id="{FCA25FBA-6907-4C1D-B9E3-4D482A753027}"/>
                </a:ext>
              </a:extLst>
            </p:cNvPr>
            <p:cNvSpPr/>
            <p:nvPr/>
          </p:nvSpPr>
          <p:spPr>
            <a:xfrm>
              <a:off x="3862096" y="214661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" name="Hexagon 281">
              <a:extLst>
                <a:ext uri="{FF2B5EF4-FFF2-40B4-BE49-F238E27FC236}">
                  <a16:creationId xmlns:a16="http://schemas.microsoft.com/office/drawing/2014/main" id="{3F272291-A782-4624-92D4-AE7F13F3D51D}"/>
                </a:ext>
              </a:extLst>
            </p:cNvPr>
            <p:cNvSpPr/>
            <p:nvPr/>
          </p:nvSpPr>
          <p:spPr>
            <a:xfrm>
              <a:off x="4015120" y="243951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" name="Hexagon 283">
              <a:extLst>
                <a:ext uri="{FF2B5EF4-FFF2-40B4-BE49-F238E27FC236}">
                  <a16:creationId xmlns:a16="http://schemas.microsoft.com/office/drawing/2014/main" id="{201200C7-35C2-4C92-B9A1-4FEC704D54BA}"/>
                </a:ext>
              </a:extLst>
            </p:cNvPr>
            <p:cNvSpPr/>
            <p:nvPr/>
          </p:nvSpPr>
          <p:spPr>
            <a:xfrm>
              <a:off x="4015337" y="220171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" name="Hexagon 286">
              <a:extLst>
                <a:ext uri="{FF2B5EF4-FFF2-40B4-BE49-F238E27FC236}">
                  <a16:creationId xmlns:a16="http://schemas.microsoft.com/office/drawing/2014/main" id="{5758E363-AB31-4F0D-A59D-8FA07D95A061}"/>
                </a:ext>
              </a:extLst>
            </p:cNvPr>
            <p:cNvSpPr/>
            <p:nvPr/>
          </p:nvSpPr>
          <p:spPr>
            <a:xfrm>
              <a:off x="4166578" y="142753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" name="Hexagon 289">
              <a:extLst>
                <a:ext uri="{FF2B5EF4-FFF2-40B4-BE49-F238E27FC236}">
                  <a16:creationId xmlns:a16="http://schemas.microsoft.com/office/drawing/2014/main" id="{7417CC45-EFC8-4919-BACF-17BEAC866268}"/>
                </a:ext>
              </a:extLst>
            </p:cNvPr>
            <p:cNvSpPr/>
            <p:nvPr/>
          </p:nvSpPr>
          <p:spPr>
            <a:xfrm>
              <a:off x="4317073" y="148739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4" name="Hexagon 293">
              <a:extLst>
                <a:ext uri="{FF2B5EF4-FFF2-40B4-BE49-F238E27FC236}">
                  <a16:creationId xmlns:a16="http://schemas.microsoft.com/office/drawing/2014/main" id="{EABA69C6-EAE8-441A-ABC8-F068DD9E9755}"/>
                </a:ext>
              </a:extLst>
            </p:cNvPr>
            <p:cNvSpPr/>
            <p:nvPr/>
          </p:nvSpPr>
          <p:spPr>
            <a:xfrm>
              <a:off x="4013914" y="149326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" name="Hexagon 297">
              <a:extLst>
                <a:ext uri="{FF2B5EF4-FFF2-40B4-BE49-F238E27FC236}">
                  <a16:creationId xmlns:a16="http://schemas.microsoft.com/office/drawing/2014/main" id="{A9C467E3-55D3-4D21-B8E8-0A9BC9AAA347}"/>
                </a:ext>
              </a:extLst>
            </p:cNvPr>
            <p:cNvSpPr/>
            <p:nvPr/>
          </p:nvSpPr>
          <p:spPr>
            <a:xfrm>
              <a:off x="4316120" y="160824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" name="Hexagon 298">
              <a:extLst>
                <a:ext uri="{FF2B5EF4-FFF2-40B4-BE49-F238E27FC236}">
                  <a16:creationId xmlns:a16="http://schemas.microsoft.com/office/drawing/2014/main" id="{40F07FAC-A22F-4D47-A0B5-C9E8D9D21AE4}"/>
                </a:ext>
              </a:extLst>
            </p:cNvPr>
            <p:cNvSpPr/>
            <p:nvPr/>
          </p:nvSpPr>
          <p:spPr>
            <a:xfrm>
              <a:off x="4319819" y="196228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" name="Hexagon 299">
              <a:extLst>
                <a:ext uri="{FF2B5EF4-FFF2-40B4-BE49-F238E27FC236}">
                  <a16:creationId xmlns:a16="http://schemas.microsoft.com/office/drawing/2014/main" id="{3EA06EFA-32C0-4EAA-A180-545B7F0E3356}"/>
                </a:ext>
              </a:extLst>
            </p:cNvPr>
            <p:cNvSpPr/>
            <p:nvPr/>
          </p:nvSpPr>
          <p:spPr>
            <a:xfrm>
              <a:off x="4319819" y="184446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" name="Hexagon 307">
              <a:extLst>
                <a:ext uri="{FF2B5EF4-FFF2-40B4-BE49-F238E27FC236}">
                  <a16:creationId xmlns:a16="http://schemas.microsoft.com/office/drawing/2014/main" id="{ADF751EE-81B3-4388-A01E-1345BC7105B3}"/>
                </a:ext>
              </a:extLst>
            </p:cNvPr>
            <p:cNvSpPr/>
            <p:nvPr/>
          </p:nvSpPr>
          <p:spPr>
            <a:xfrm>
              <a:off x="4323725" y="20844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" name="Hexagon 308">
              <a:extLst>
                <a:ext uri="{FF2B5EF4-FFF2-40B4-BE49-F238E27FC236}">
                  <a16:creationId xmlns:a16="http://schemas.microsoft.com/office/drawing/2014/main" id="{9895B295-5DB6-45A3-84E1-653881576412}"/>
                </a:ext>
              </a:extLst>
            </p:cNvPr>
            <p:cNvSpPr/>
            <p:nvPr/>
          </p:nvSpPr>
          <p:spPr>
            <a:xfrm>
              <a:off x="3862201" y="202688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" name="Hexagon 309">
              <a:extLst>
                <a:ext uri="{FF2B5EF4-FFF2-40B4-BE49-F238E27FC236}">
                  <a16:creationId xmlns:a16="http://schemas.microsoft.com/office/drawing/2014/main" id="{E559B0E5-D28E-4F83-8698-489B32E53AA4}"/>
                </a:ext>
              </a:extLst>
            </p:cNvPr>
            <p:cNvSpPr/>
            <p:nvPr/>
          </p:nvSpPr>
          <p:spPr>
            <a:xfrm>
              <a:off x="4167150" y="214280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" name="Hexagon 310">
              <a:extLst>
                <a:ext uri="{FF2B5EF4-FFF2-40B4-BE49-F238E27FC236}">
                  <a16:creationId xmlns:a16="http://schemas.microsoft.com/office/drawing/2014/main" id="{EBC44A61-D3F7-412F-ABA3-B619038A0A00}"/>
                </a:ext>
              </a:extLst>
            </p:cNvPr>
            <p:cNvSpPr/>
            <p:nvPr/>
          </p:nvSpPr>
          <p:spPr>
            <a:xfrm>
              <a:off x="4167039" y="250065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" name="Hexagon 311">
              <a:extLst>
                <a:ext uri="{FF2B5EF4-FFF2-40B4-BE49-F238E27FC236}">
                  <a16:creationId xmlns:a16="http://schemas.microsoft.com/office/drawing/2014/main" id="{5BE822C0-D1B1-4AF2-8ADA-0B8275BEB247}"/>
                </a:ext>
              </a:extLst>
            </p:cNvPr>
            <p:cNvSpPr/>
            <p:nvPr/>
          </p:nvSpPr>
          <p:spPr>
            <a:xfrm>
              <a:off x="4164658" y="238282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" name="Hexagon 312">
              <a:extLst>
                <a:ext uri="{FF2B5EF4-FFF2-40B4-BE49-F238E27FC236}">
                  <a16:creationId xmlns:a16="http://schemas.microsoft.com/office/drawing/2014/main" id="{7138D722-8901-4261-86CD-DA1157F792AB}"/>
                </a:ext>
              </a:extLst>
            </p:cNvPr>
            <p:cNvSpPr/>
            <p:nvPr/>
          </p:nvSpPr>
          <p:spPr>
            <a:xfrm>
              <a:off x="4167039" y="226596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" name="Hexagon 314">
              <a:extLst>
                <a:ext uri="{FF2B5EF4-FFF2-40B4-BE49-F238E27FC236}">
                  <a16:creationId xmlns:a16="http://schemas.microsoft.com/office/drawing/2014/main" id="{1E6E0F5C-D635-4A88-9D75-446B030BD3CE}"/>
                </a:ext>
              </a:extLst>
            </p:cNvPr>
            <p:cNvSpPr/>
            <p:nvPr/>
          </p:nvSpPr>
          <p:spPr>
            <a:xfrm>
              <a:off x="4321344" y="244078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" name="Hexagon 315">
              <a:extLst>
                <a:ext uri="{FF2B5EF4-FFF2-40B4-BE49-F238E27FC236}">
                  <a16:creationId xmlns:a16="http://schemas.microsoft.com/office/drawing/2014/main" id="{4BB794FA-118D-4371-AB88-526A59F305E5}"/>
                </a:ext>
              </a:extLst>
            </p:cNvPr>
            <p:cNvSpPr/>
            <p:nvPr/>
          </p:nvSpPr>
          <p:spPr>
            <a:xfrm>
              <a:off x="4321344" y="232296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" name="Hexagon 316">
              <a:extLst>
                <a:ext uri="{FF2B5EF4-FFF2-40B4-BE49-F238E27FC236}">
                  <a16:creationId xmlns:a16="http://schemas.microsoft.com/office/drawing/2014/main" id="{192816C2-F090-4930-976B-8968B4979455}"/>
                </a:ext>
              </a:extLst>
            </p:cNvPr>
            <p:cNvSpPr/>
            <p:nvPr/>
          </p:nvSpPr>
          <p:spPr>
            <a:xfrm>
              <a:off x="4321344" y="220609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" name="Hexagon 317">
              <a:extLst>
                <a:ext uri="{FF2B5EF4-FFF2-40B4-BE49-F238E27FC236}">
                  <a16:creationId xmlns:a16="http://schemas.microsoft.com/office/drawing/2014/main" id="{478D0F9D-A9E3-45A3-98C6-7E8DF9EBECD3}"/>
                </a:ext>
              </a:extLst>
            </p:cNvPr>
            <p:cNvSpPr/>
            <p:nvPr/>
          </p:nvSpPr>
          <p:spPr>
            <a:xfrm>
              <a:off x="4474585" y="249683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" name="Hexagon 318">
              <a:extLst>
                <a:ext uri="{FF2B5EF4-FFF2-40B4-BE49-F238E27FC236}">
                  <a16:creationId xmlns:a16="http://schemas.microsoft.com/office/drawing/2014/main" id="{AAE4E231-582F-4DC7-9104-74EB2C5A257A}"/>
                </a:ext>
              </a:extLst>
            </p:cNvPr>
            <p:cNvSpPr/>
            <p:nvPr/>
          </p:nvSpPr>
          <p:spPr>
            <a:xfrm>
              <a:off x="4476966" y="237901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" name="Hexagon 319">
              <a:extLst>
                <a:ext uri="{FF2B5EF4-FFF2-40B4-BE49-F238E27FC236}">
                  <a16:creationId xmlns:a16="http://schemas.microsoft.com/office/drawing/2014/main" id="{C58FFD44-4004-4DB7-B119-35EE559D6506}"/>
                </a:ext>
              </a:extLst>
            </p:cNvPr>
            <p:cNvSpPr/>
            <p:nvPr/>
          </p:nvSpPr>
          <p:spPr>
            <a:xfrm>
              <a:off x="4476966" y="226119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" name="Hexagon 320">
              <a:extLst>
                <a:ext uri="{FF2B5EF4-FFF2-40B4-BE49-F238E27FC236}">
                  <a16:creationId xmlns:a16="http://schemas.microsoft.com/office/drawing/2014/main" id="{D12B98EB-53E8-4DBC-8FA8-B41DE1340BB8}"/>
                </a:ext>
              </a:extLst>
            </p:cNvPr>
            <p:cNvSpPr/>
            <p:nvPr/>
          </p:nvSpPr>
          <p:spPr>
            <a:xfrm>
              <a:off x="4476966" y="214433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" name="Hexagon 321">
              <a:extLst>
                <a:ext uri="{FF2B5EF4-FFF2-40B4-BE49-F238E27FC236}">
                  <a16:creationId xmlns:a16="http://schemas.microsoft.com/office/drawing/2014/main" id="{68E59F5F-E4BC-4ADE-AC9B-CFA46888D961}"/>
                </a:ext>
              </a:extLst>
            </p:cNvPr>
            <p:cNvSpPr/>
            <p:nvPr/>
          </p:nvSpPr>
          <p:spPr>
            <a:xfrm>
              <a:off x="3092028" y="65517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" name="Hexagon 322">
              <a:extLst>
                <a:ext uri="{FF2B5EF4-FFF2-40B4-BE49-F238E27FC236}">
                  <a16:creationId xmlns:a16="http://schemas.microsoft.com/office/drawing/2014/main" id="{17CE63C4-92BF-4280-8184-5B2B4709ED20}"/>
                </a:ext>
              </a:extLst>
            </p:cNvPr>
            <p:cNvSpPr/>
            <p:nvPr/>
          </p:nvSpPr>
          <p:spPr>
            <a:xfrm>
              <a:off x="4162232" y="261503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" name="Hexagon 323">
              <a:extLst>
                <a:ext uri="{FF2B5EF4-FFF2-40B4-BE49-F238E27FC236}">
                  <a16:creationId xmlns:a16="http://schemas.microsoft.com/office/drawing/2014/main" id="{A84EC65A-EDE7-4C81-A25F-BA3711A5D47E}"/>
                </a:ext>
              </a:extLst>
            </p:cNvPr>
            <p:cNvSpPr/>
            <p:nvPr/>
          </p:nvSpPr>
          <p:spPr>
            <a:xfrm>
              <a:off x="4165931" y="297288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" name="Hexagon 324">
              <a:extLst>
                <a:ext uri="{FF2B5EF4-FFF2-40B4-BE49-F238E27FC236}">
                  <a16:creationId xmlns:a16="http://schemas.microsoft.com/office/drawing/2014/main" id="{C09BAF0F-C22F-4F4B-BE80-F543688CCA03}"/>
                </a:ext>
              </a:extLst>
            </p:cNvPr>
            <p:cNvSpPr/>
            <p:nvPr/>
          </p:nvSpPr>
          <p:spPr>
            <a:xfrm>
              <a:off x="4165931" y="285506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" name="Hexagon 325">
              <a:extLst>
                <a:ext uri="{FF2B5EF4-FFF2-40B4-BE49-F238E27FC236}">
                  <a16:creationId xmlns:a16="http://schemas.microsoft.com/office/drawing/2014/main" id="{A0CE80F1-70E8-4B8A-A52B-CFE098EB204F}"/>
                </a:ext>
              </a:extLst>
            </p:cNvPr>
            <p:cNvSpPr/>
            <p:nvPr/>
          </p:nvSpPr>
          <p:spPr>
            <a:xfrm>
              <a:off x="4165931" y="273819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" name="Hexagon 326">
              <a:extLst>
                <a:ext uri="{FF2B5EF4-FFF2-40B4-BE49-F238E27FC236}">
                  <a16:creationId xmlns:a16="http://schemas.microsoft.com/office/drawing/2014/main" id="{DFC47A69-3D82-4E64-8480-BAF4A7FC3A01}"/>
                </a:ext>
              </a:extLst>
            </p:cNvPr>
            <p:cNvSpPr/>
            <p:nvPr/>
          </p:nvSpPr>
          <p:spPr>
            <a:xfrm>
              <a:off x="4164682" y="309340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" name="Hexagon 327">
              <a:extLst>
                <a:ext uri="{FF2B5EF4-FFF2-40B4-BE49-F238E27FC236}">
                  <a16:creationId xmlns:a16="http://schemas.microsoft.com/office/drawing/2014/main" id="{716F9624-6B31-42F4-881C-B9FC480440CD}"/>
                </a:ext>
              </a:extLst>
            </p:cNvPr>
            <p:cNvSpPr/>
            <p:nvPr/>
          </p:nvSpPr>
          <p:spPr>
            <a:xfrm>
              <a:off x="4165610" y="34512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" name="Hexagon 328">
              <a:extLst>
                <a:ext uri="{FF2B5EF4-FFF2-40B4-BE49-F238E27FC236}">
                  <a16:creationId xmlns:a16="http://schemas.microsoft.com/office/drawing/2014/main" id="{17945F4A-F36B-48A8-AE36-68784077BC63}"/>
                </a:ext>
              </a:extLst>
            </p:cNvPr>
            <p:cNvSpPr/>
            <p:nvPr/>
          </p:nvSpPr>
          <p:spPr>
            <a:xfrm>
              <a:off x="4163705" y="333342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" name="Hexagon 329">
              <a:extLst>
                <a:ext uri="{FF2B5EF4-FFF2-40B4-BE49-F238E27FC236}">
                  <a16:creationId xmlns:a16="http://schemas.microsoft.com/office/drawing/2014/main" id="{354431E9-F289-4F39-ABCC-575A662CFC31}"/>
                </a:ext>
              </a:extLst>
            </p:cNvPr>
            <p:cNvSpPr/>
            <p:nvPr/>
          </p:nvSpPr>
          <p:spPr>
            <a:xfrm>
              <a:off x="4163229" y="321656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" name="Hexagon 330">
              <a:extLst>
                <a:ext uri="{FF2B5EF4-FFF2-40B4-BE49-F238E27FC236}">
                  <a16:creationId xmlns:a16="http://schemas.microsoft.com/office/drawing/2014/main" id="{8E23DEC8-378B-45DF-BBC8-A292EDF2E9B9}"/>
                </a:ext>
              </a:extLst>
            </p:cNvPr>
            <p:cNvSpPr/>
            <p:nvPr/>
          </p:nvSpPr>
          <p:spPr>
            <a:xfrm>
              <a:off x="4010907" y="327108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" name="Hexagon 331">
              <a:extLst>
                <a:ext uri="{FF2B5EF4-FFF2-40B4-BE49-F238E27FC236}">
                  <a16:creationId xmlns:a16="http://schemas.microsoft.com/office/drawing/2014/main" id="{9B3DC6E8-68B2-431B-BDA6-AE7FC992E3EE}"/>
                </a:ext>
              </a:extLst>
            </p:cNvPr>
            <p:cNvSpPr/>
            <p:nvPr/>
          </p:nvSpPr>
          <p:spPr>
            <a:xfrm>
              <a:off x="4012983" y="362730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" name="Hexagon 332">
              <a:extLst>
                <a:ext uri="{FF2B5EF4-FFF2-40B4-BE49-F238E27FC236}">
                  <a16:creationId xmlns:a16="http://schemas.microsoft.com/office/drawing/2014/main" id="{BF369959-5AB1-4ED1-BE08-D31B3257C08A}"/>
                </a:ext>
              </a:extLst>
            </p:cNvPr>
            <p:cNvSpPr/>
            <p:nvPr/>
          </p:nvSpPr>
          <p:spPr>
            <a:xfrm>
              <a:off x="4012701" y="350920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" name="Hexagon 333">
              <a:extLst>
                <a:ext uri="{FF2B5EF4-FFF2-40B4-BE49-F238E27FC236}">
                  <a16:creationId xmlns:a16="http://schemas.microsoft.com/office/drawing/2014/main" id="{9D81E3F9-CC42-441E-98CA-8CD1378F650D}"/>
                </a:ext>
              </a:extLst>
            </p:cNvPr>
            <p:cNvSpPr/>
            <p:nvPr/>
          </p:nvSpPr>
          <p:spPr>
            <a:xfrm>
              <a:off x="4012701" y="339043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" name="Hexagon 334">
              <a:extLst>
                <a:ext uri="{FF2B5EF4-FFF2-40B4-BE49-F238E27FC236}">
                  <a16:creationId xmlns:a16="http://schemas.microsoft.com/office/drawing/2014/main" id="{FD8E0971-9B0D-4D35-B554-96606EA1C632}"/>
                </a:ext>
              </a:extLst>
            </p:cNvPr>
            <p:cNvSpPr/>
            <p:nvPr/>
          </p:nvSpPr>
          <p:spPr>
            <a:xfrm>
              <a:off x="4012420" y="302996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" name="Hexagon 335">
              <a:extLst>
                <a:ext uri="{FF2B5EF4-FFF2-40B4-BE49-F238E27FC236}">
                  <a16:creationId xmlns:a16="http://schemas.microsoft.com/office/drawing/2014/main" id="{858E2CE5-C07C-4C69-871D-BDE3CE3163C1}"/>
                </a:ext>
              </a:extLst>
            </p:cNvPr>
            <p:cNvSpPr/>
            <p:nvPr/>
          </p:nvSpPr>
          <p:spPr>
            <a:xfrm>
              <a:off x="3861076" y="320931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7" name="Hexagon 336">
              <a:extLst>
                <a:ext uri="{FF2B5EF4-FFF2-40B4-BE49-F238E27FC236}">
                  <a16:creationId xmlns:a16="http://schemas.microsoft.com/office/drawing/2014/main" id="{A7A52B0A-496D-4E9E-98F0-043616DD2F62}"/>
                </a:ext>
              </a:extLst>
            </p:cNvPr>
            <p:cNvSpPr/>
            <p:nvPr/>
          </p:nvSpPr>
          <p:spPr>
            <a:xfrm>
              <a:off x="3859169" y="356547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" name="Hexagon 337">
              <a:extLst>
                <a:ext uri="{FF2B5EF4-FFF2-40B4-BE49-F238E27FC236}">
                  <a16:creationId xmlns:a16="http://schemas.microsoft.com/office/drawing/2014/main" id="{3B532D15-E30A-4AA8-AF9D-BF70F7A86687}"/>
                </a:ext>
              </a:extLst>
            </p:cNvPr>
            <p:cNvSpPr/>
            <p:nvPr/>
          </p:nvSpPr>
          <p:spPr>
            <a:xfrm>
              <a:off x="3856677" y="392332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9" name="Hexagon 338">
              <a:extLst>
                <a:ext uri="{FF2B5EF4-FFF2-40B4-BE49-F238E27FC236}">
                  <a16:creationId xmlns:a16="http://schemas.microsoft.com/office/drawing/2014/main" id="{77C8A466-6F2C-4DA6-A8B6-920D9BFFC023}"/>
                </a:ext>
              </a:extLst>
            </p:cNvPr>
            <p:cNvSpPr/>
            <p:nvPr/>
          </p:nvSpPr>
          <p:spPr>
            <a:xfrm>
              <a:off x="3854772" y="38035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" name="Hexagon 339">
              <a:extLst>
                <a:ext uri="{FF2B5EF4-FFF2-40B4-BE49-F238E27FC236}">
                  <a16:creationId xmlns:a16="http://schemas.microsoft.com/office/drawing/2014/main" id="{EF5DE7D3-786A-42DB-8617-3E5105E5AA31}"/>
                </a:ext>
              </a:extLst>
            </p:cNvPr>
            <p:cNvSpPr/>
            <p:nvPr/>
          </p:nvSpPr>
          <p:spPr>
            <a:xfrm>
              <a:off x="3857152" y="368482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" name="Hexagon 340">
              <a:extLst>
                <a:ext uri="{FF2B5EF4-FFF2-40B4-BE49-F238E27FC236}">
                  <a16:creationId xmlns:a16="http://schemas.microsoft.com/office/drawing/2014/main" id="{789A3359-FD0C-495A-9971-CABD89F944C5}"/>
                </a:ext>
              </a:extLst>
            </p:cNvPr>
            <p:cNvSpPr/>
            <p:nvPr/>
          </p:nvSpPr>
          <p:spPr>
            <a:xfrm>
              <a:off x="3704091" y="386287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" name="Hexagon 341">
              <a:extLst>
                <a:ext uri="{FF2B5EF4-FFF2-40B4-BE49-F238E27FC236}">
                  <a16:creationId xmlns:a16="http://schemas.microsoft.com/office/drawing/2014/main" id="{DEFE135F-F3B7-4F87-BE80-B57C58EDE9C0}"/>
                </a:ext>
              </a:extLst>
            </p:cNvPr>
            <p:cNvSpPr/>
            <p:nvPr/>
          </p:nvSpPr>
          <p:spPr>
            <a:xfrm>
              <a:off x="3705885" y="421596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" name="Hexagon 342">
              <a:extLst>
                <a:ext uri="{FF2B5EF4-FFF2-40B4-BE49-F238E27FC236}">
                  <a16:creationId xmlns:a16="http://schemas.microsoft.com/office/drawing/2014/main" id="{CC532C82-C4A7-49B6-BADB-1492DFEBF58B}"/>
                </a:ext>
              </a:extLst>
            </p:cNvPr>
            <p:cNvSpPr/>
            <p:nvPr/>
          </p:nvSpPr>
          <p:spPr>
            <a:xfrm>
              <a:off x="3705885" y="409624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" name="Hexagon 343">
              <a:extLst>
                <a:ext uri="{FF2B5EF4-FFF2-40B4-BE49-F238E27FC236}">
                  <a16:creationId xmlns:a16="http://schemas.microsoft.com/office/drawing/2014/main" id="{15391E9A-01D7-4D1B-B31A-63E1CBB58E1B}"/>
                </a:ext>
              </a:extLst>
            </p:cNvPr>
            <p:cNvSpPr/>
            <p:nvPr/>
          </p:nvSpPr>
          <p:spPr>
            <a:xfrm>
              <a:off x="3705885" y="397746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" name="Hexagon 344">
              <a:extLst>
                <a:ext uri="{FF2B5EF4-FFF2-40B4-BE49-F238E27FC236}">
                  <a16:creationId xmlns:a16="http://schemas.microsoft.com/office/drawing/2014/main" id="{D8144A5E-0CAA-4510-8C18-32CE2D1B0783}"/>
                </a:ext>
              </a:extLst>
            </p:cNvPr>
            <p:cNvSpPr/>
            <p:nvPr/>
          </p:nvSpPr>
          <p:spPr>
            <a:xfrm>
              <a:off x="3554444" y="416105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" name="Hexagon 345">
              <a:extLst>
                <a:ext uri="{FF2B5EF4-FFF2-40B4-BE49-F238E27FC236}">
                  <a16:creationId xmlns:a16="http://schemas.microsoft.com/office/drawing/2014/main" id="{4C2C1A24-F82E-45F8-A8D5-5E3BE50DA034}"/>
                </a:ext>
              </a:extLst>
            </p:cNvPr>
            <p:cNvSpPr/>
            <p:nvPr/>
          </p:nvSpPr>
          <p:spPr>
            <a:xfrm>
              <a:off x="3552279" y="403656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" name="Hexagon 346">
              <a:extLst>
                <a:ext uri="{FF2B5EF4-FFF2-40B4-BE49-F238E27FC236}">
                  <a16:creationId xmlns:a16="http://schemas.microsoft.com/office/drawing/2014/main" id="{112780E4-BBDD-45B6-B62E-DBEFE305FA00}"/>
                </a:ext>
              </a:extLst>
            </p:cNvPr>
            <p:cNvSpPr/>
            <p:nvPr/>
          </p:nvSpPr>
          <p:spPr>
            <a:xfrm>
              <a:off x="3552279" y="391779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" name="Hexagon 347">
              <a:extLst>
                <a:ext uri="{FF2B5EF4-FFF2-40B4-BE49-F238E27FC236}">
                  <a16:creationId xmlns:a16="http://schemas.microsoft.com/office/drawing/2014/main" id="{DD24D298-98CD-47C4-983E-F90AA00BF871}"/>
                </a:ext>
              </a:extLst>
            </p:cNvPr>
            <p:cNvSpPr/>
            <p:nvPr/>
          </p:nvSpPr>
          <p:spPr>
            <a:xfrm>
              <a:off x="3403002" y="409840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" name="Hexagon 348">
              <a:extLst>
                <a:ext uri="{FF2B5EF4-FFF2-40B4-BE49-F238E27FC236}">
                  <a16:creationId xmlns:a16="http://schemas.microsoft.com/office/drawing/2014/main" id="{992E8C58-269F-4E90-A104-CF1ADD49DCF8}"/>
                </a:ext>
              </a:extLst>
            </p:cNvPr>
            <p:cNvSpPr/>
            <p:nvPr/>
          </p:nvSpPr>
          <p:spPr>
            <a:xfrm>
              <a:off x="3398932" y="397867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" name="Hexagon 349">
              <a:extLst>
                <a:ext uri="{FF2B5EF4-FFF2-40B4-BE49-F238E27FC236}">
                  <a16:creationId xmlns:a16="http://schemas.microsoft.com/office/drawing/2014/main" id="{5F27BF83-0D9A-4FA4-97A7-0C761C2519F8}"/>
                </a:ext>
              </a:extLst>
            </p:cNvPr>
            <p:cNvSpPr/>
            <p:nvPr/>
          </p:nvSpPr>
          <p:spPr>
            <a:xfrm>
              <a:off x="4008357" y="41002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" name="Hexagon 350">
              <a:extLst>
                <a:ext uri="{FF2B5EF4-FFF2-40B4-BE49-F238E27FC236}">
                  <a16:creationId xmlns:a16="http://schemas.microsoft.com/office/drawing/2014/main" id="{82481D9F-BD17-44DE-B743-A9A131FD9941}"/>
                </a:ext>
              </a:extLst>
            </p:cNvPr>
            <p:cNvSpPr/>
            <p:nvPr/>
          </p:nvSpPr>
          <p:spPr>
            <a:xfrm>
              <a:off x="3856351" y="404046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" name="Hexagon 351">
              <a:extLst>
                <a:ext uri="{FF2B5EF4-FFF2-40B4-BE49-F238E27FC236}">
                  <a16:creationId xmlns:a16="http://schemas.microsoft.com/office/drawing/2014/main" id="{D594C07B-6F9E-4B36-9FA5-55115C36B06C}"/>
                </a:ext>
              </a:extLst>
            </p:cNvPr>
            <p:cNvSpPr/>
            <p:nvPr/>
          </p:nvSpPr>
          <p:spPr>
            <a:xfrm>
              <a:off x="3850480" y="440021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" name="Hexagon 352">
              <a:extLst>
                <a:ext uri="{FF2B5EF4-FFF2-40B4-BE49-F238E27FC236}">
                  <a16:creationId xmlns:a16="http://schemas.microsoft.com/office/drawing/2014/main" id="{A2E4B9AF-B019-4CA9-8AD3-C28752382284}"/>
                </a:ext>
              </a:extLst>
            </p:cNvPr>
            <p:cNvSpPr/>
            <p:nvPr/>
          </p:nvSpPr>
          <p:spPr>
            <a:xfrm>
              <a:off x="3852861" y="428049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" name="Hexagon 353">
              <a:extLst>
                <a:ext uri="{FF2B5EF4-FFF2-40B4-BE49-F238E27FC236}">
                  <a16:creationId xmlns:a16="http://schemas.microsoft.com/office/drawing/2014/main" id="{476294FC-F6CB-4931-B853-3B7F096B9D03}"/>
                </a:ext>
              </a:extLst>
            </p:cNvPr>
            <p:cNvSpPr/>
            <p:nvPr/>
          </p:nvSpPr>
          <p:spPr>
            <a:xfrm>
              <a:off x="3854594" y="416171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" name="Hexagon 354">
              <a:extLst>
                <a:ext uri="{FF2B5EF4-FFF2-40B4-BE49-F238E27FC236}">
                  <a16:creationId xmlns:a16="http://schemas.microsoft.com/office/drawing/2014/main" id="{369733EB-CA80-43AF-B07B-BA40B63AD18C}"/>
                </a:ext>
              </a:extLst>
            </p:cNvPr>
            <p:cNvSpPr/>
            <p:nvPr/>
          </p:nvSpPr>
          <p:spPr>
            <a:xfrm>
              <a:off x="3704091" y="445229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" name="Hexagon 355">
              <a:extLst>
                <a:ext uri="{FF2B5EF4-FFF2-40B4-BE49-F238E27FC236}">
                  <a16:creationId xmlns:a16="http://schemas.microsoft.com/office/drawing/2014/main" id="{AD6FD97D-F8E3-4E10-A2E3-426E0FF5F42D}"/>
                </a:ext>
              </a:extLst>
            </p:cNvPr>
            <p:cNvSpPr/>
            <p:nvPr/>
          </p:nvSpPr>
          <p:spPr>
            <a:xfrm>
              <a:off x="3852972" y="463654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" name="Hexagon 356">
              <a:extLst>
                <a:ext uri="{FF2B5EF4-FFF2-40B4-BE49-F238E27FC236}">
                  <a16:creationId xmlns:a16="http://schemas.microsoft.com/office/drawing/2014/main" id="{629DFAFF-C9E5-4793-B5C7-EBC7B708B1FA}"/>
                </a:ext>
              </a:extLst>
            </p:cNvPr>
            <p:cNvSpPr/>
            <p:nvPr/>
          </p:nvSpPr>
          <p:spPr>
            <a:xfrm>
              <a:off x="3852972" y="451681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" name="Hexagon 357">
              <a:extLst>
                <a:ext uri="{FF2B5EF4-FFF2-40B4-BE49-F238E27FC236}">
                  <a16:creationId xmlns:a16="http://schemas.microsoft.com/office/drawing/2014/main" id="{16A04C7B-94CD-421D-856B-7E89CA79C2CF}"/>
                </a:ext>
              </a:extLst>
            </p:cNvPr>
            <p:cNvSpPr/>
            <p:nvPr/>
          </p:nvSpPr>
          <p:spPr>
            <a:xfrm>
              <a:off x="3547151" y="450927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" name="Hexagon 358">
              <a:extLst>
                <a:ext uri="{FF2B5EF4-FFF2-40B4-BE49-F238E27FC236}">
                  <a16:creationId xmlns:a16="http://schemas.microsoft.com/office/drawing/2014/main" id="{84CE689A-6BC7-426C-8F44-CBCD13223400}"/>
                </a:ext>
              </a:extLst>
            </p:cNvPr>
            <p:cNvSpPr/>
            <p:nvPr/>
          </p:nvSpPr>
          <p:spPr>
            <a:xfrm>
              <a:off x="3549167" y="474560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" name="Hexagon 359">
              <a:extLst>
                <a:ext uri="{FF2B5EF4-FFF2-40B4-BE49-F238E27FC236}">
                  <a16:creationId xmlns:a16="http://schemas.microsoft.com/office/drawing/2014/main" id="{5A9D617D-4D44-43D6-972A-6744BF0F9842}"/>
                </a:ext>
              </a:extLst>
            </p:cNvPr>
            <p:cNvSpPr/>
            <p:nvPr/>
          </p:nvSpPr>
          <p:spPr>
            <a:xfrm>
              <a:off x="3547262" y="462778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" name="Hexagon 360">
              <a:extLst>
                <a:ext uri="{FF2B5EF4-FFF2-40B4-BE49-F238E27FC236}">
                  <a16:creationId xmlns:a16="http://schemas.microsoft.com/office/drawing/2014/main" id="{4C1BF289-6592-46AC-B33B-59E4D202A952}"/>
                </a:ext>
              </a:extLst>
            </p:cNvPr>
            <p:cNvSpPr/>
            <p:nvPr/>
          </p:nvSpPr>
          <p:spPr>
            <a:xfrm>
              <a:off x="3697625" y="457306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" name="Hexagon 361">
              <a:extLst>
                <a:ext uri="{FF2B5EF4-FFF2-40B4-BE49-F238E27FC236}">
                  <a16:creationId xmlns:a16="http://schemas.microsoft.com/office/drawing/2014/main" id="{BCD88027-CC26-4D11-B367-222E86C16F21}"/>
                </a:ext>
              </a:extLst>
            </p:cNvPr>
            <p:cNvSpPr/>
            <p:nvPr/>
          </p:nvSpPr>
          <p:spPr>
            <a:xfrm>
              <a:off x="3700006" y="481036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3" name="Hexagon 362">
              <a:extLst>
                <a:ext uri="{FF2B5EF4-FFF2-40B4-BE49-F238E27FC236}">
                  <a16:creationId xmlns:a16="http://schemas.microsoft.com/office/drawing/2014/main" id="{F38E8B83-6ACD-44EE-BE78-9C6F1FC6CDF9}"/>
                </a:ext>
              </a:extLst>
            </p:cNvPr>
            <p:cNvSpPr/>
            <p:nvPr/>
          </p:nvSpPr>
          <p:spPr>
            <a:xfrm>
              <a:off x="3396566" y="480044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4" name="Hexagon 363">
              <a:extLst>
                <a:ext uri="{FF2B5EF4-FFF2-40B4-BE49-F238E27FC236}">
                  <a16:creationId xmlns:a16="http://schemas.microsoft.com/office/drawing/2014/main" id="{745D0FE6-3D32-4BF0-9EBA-FE55528D5E23}"/>
                </a:ext>
              </a:extLst>
            </p:cNvPr>
            <p:cNvSpPr/>
            <p:nvPr/>
          </p:nvSpPr>
          <p:spPr>
            <a:xfrm>
              <a:off x="3396677" y="491895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5" name="Hexagon 364">
              <a:extLst>
                <a:ext uri="{FF2B5EF4-FFF2-40B4-BE49-F238E27FC236}">
                  <a16:creationId xmlns:a16="http://schemas.microsoft.com/office/drawing/2014/main" id="{7606D5BC-25CD-442E-B555-1B3EADFA034F}"/>
                </a:ext>
              </a:extLst>
            </p:cNvPr>
            <p:cNvSpPr/>
            <p:nvPr/>
          </p:nvSpPr>
          <p:spPr>
            <a:xfrm>
              <a:off x="3547040" y="486423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6" name="Hexagon 365">
              <a:extLst>
                <a:ext uri="{FF2B5EF4-FFF2-40B4-BE49-F238E27FC236}">
                  <a16:creationId xmlns:a16="http://schemas.microsoft.com/office/drawing/2014/main" id="{1C08191E-1D5D-4D26-8E4D-3A6F3219AAC5}"/>
                </a:ext>
              </a:extLst>
            </p:cNvPr>
            <p:cNvSpPr/>
            <p:nvPr/>
          </p:nvSpPr>
          <p:spPr>
            <a:xfrm>
              <a:off x="3093868" y="504495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7" name="Hexagon 366">
              <a:extLst>
                <a:ext uri="{FF2B5EF4-FFF2-40B4-BE49-F238E27FC236}">
                  <a16:creationId xmlns:a16="http://schemas.microsoft.com/office/drawing/2014/main" id="{C365A148-972C-4B61-B3A4-83C3F9142B02}"/>
                </a:ext>
              </a:extLst>
            </p:cNvPr>
            <p:cNvSpPr/>
            <p:nvPr/>
          </p:nvSpPr>
          <p:spPr>
            <a:xfrm>
              <a:off x="3096142" y="516346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8" name="Hexagon 367">
              <a:extLst>
                <a:ext uri="{FF2B5EF4-FFF2-40B4-BE49-F238E27FC236}">
                  <a16:creationId xmlns:a16="http://schemas.microsoft.com/office/drawing/2014/main" id="{53F42199-8F31-422D-BF7F-6837C2B948AD}"/>
                </a:ext>
              </a:extLst>
            </p:cNvPr>
            <p:cNvSpPr/>
            <p:nvPr/>
          </p:nvSpPr>
          <p:spPr>
            <a:xfrm>
              <a:off x="3096137" y="527937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9" name="Hexagon 368">
              <a:extLst>
                <a:ext uri="{FF2B5EF4-FFF2-40B4-BE49-F238E27FC236}">
                  <a16:creationId xmlns:a16="http://schemas.microsoft.com/office/drawing/2014/main" id="{13EC6993-2B0A-489A-8B80-02010B0C8FCE}"/>
                </a:ext>
              </a:extLst>
            </p:cNvPr>
            <p:cNvSpPr/>
            <p:nvPr/>
          </p:nvSpPr>
          <p:spPr>
            <a:xfrm>
              <a:off x="3098413" y="539788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0" name="Hexagon 369">
              <a:extLst>
                <a:ext uri="{FF2B5EF4-FFF2-40B4-BE49-F238E27FC236}">
                  <a16:creationId xmlns:a16="http://schemas.microsoft.com/office/drawing/2014/main" id="{C29D2231-29CC-4876-A401-581CCF13B5F7}"/>
                </a:ext>
              </a:extLst>
            </p:cNvPr>
            <p:cNvSpPr/>
            <p:nvPr/>
          </p:nvSpPr>
          <p:spPr>
            <a:xfrm>
              <a:off x="2944761" y="522332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1" name="Hexagon 370">
              <a:extLst>
                <a:ext uri="{FF2B5EF4-FFF2-40B4-BE49-F238E27FC236}">
                  <a16:creationId xmlns:a16="http://schemas.microsoft.com/office/drawing/2014/main" id="{452C8171-CE16-41C1-8B8F-4BDC9FF81878}"/>
                </a:ext>
              </a:extLst>
            </p:cNvPr>
            <p:cNvSpPr/>
            <p:nvPr/>
          </p:nvSpPr>
          <p:spPr>
            <a:xfrm>
              <a:off x="2944872" y="534183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2" name="Hexagon 371">
              <a:extLst>
                <a:ext uri="{FF2B5EF4-FFF2-40B4-BE49-F238E27FC236}">
                  <a16:creationId xmlns:a16="http://schemas.microsoft.com/office/drawing/2014/main" id="{DF306AE6-5D9A-481B-84A3-3D14B92CE158}"/>
                </a:ext>
              </a:extLst>
            </p:cNvPr>
            <p:cNvSpPr/>
            <p:nvPr/>
          </p:nvSpPr>
          <p:spPr>
            <a:xfrm>
              <a:off x="2942485" y="54577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3" name="Hexagon 372">
              <a:extLst>
                <a:ext uri="{FF2B5EF4-FFF2-40B4-BE49-F238E27FC236}">
                  <a16:creationId xmlns:a16="http://schemas.microsoft.com/office/drawing/2014/main" id="{E9E1086D-36E1-4417-972B-8BA8BAE35AF1}"/>
                </a:ext>
              </a:extLst>
            </p:cNvPr>
            <p:cNvSpPr/>
            <p:nvPr/>
          </p:nvSpPr>
          <p:spPr>
            <a:xfrm>
              <a:off x="3251771" y="533733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4" name="Hexagon 373">
              <a:extLst>
                <a:ext uri="{FF2B5EF4-FFF2-40B4-BE49-F238E27FC236}">
                  <a16:creationId xmlns:a16="http://schemas.microsoft.com/office/drawing/2014/main" id="{3491EF57-9D13-47A8-90B7-19DBC5778B2B}"/>
                </a:ext>
              </a:extLst>
            </p:cNvPr>
            <p:cNvSpPr/>
            <p:nvPr/>
          </p:nvSpPr>
          <p:spPr>
            <a:xfrm>
              <a:off x="3249502" y="545584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5" name="Hexagon 374">
              <a:extLst>
                <a:ext uri="{FF2B5EF4-FFF2-40B4-BE49-F238E27FC236}">
                  <a16:creationId xmlns:a16="http://schemas.microsoft.com/office/drawing/2014/main" id="{0E541F31-274D-447B-B7E1-7726F8923845}"/>
                </a:ext>
              </a:extLst>
            </p:cNvPr>
            <p:cNvSpPr/>
            <p:nvPr/>
          </p:nvSpPr>
          <p:spPr>
            <a:xfrm>
              <a:off x="3098336" y="551570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6" name="Hexagon 375">
              <a:extLst>
                <a:ext uri="{FF2B5EF4-FFF2-40B4-BE49-F238E27FC236}">
                  <a16:creationId xmlns:a16="http://schemas.microsoft.com/office/drawing/2014/main" id="{E348B7BD-673A-45B5-AD5B-2997F2746BF5}"/>
                </a:ext>
              </a:extLst>
            </p:cNvPr>
            <p:cNvSpPr/>
            <p:nvPr/>
          </p:nvSpPr>
          <p:spPr>
            <a:xfrm>
              <a:off x="3396566" y="539910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7" name="Hexagon 376">
              <a:extLst>
                <a:ext uri="{FF2B5EF4-FFF2-40B4-BE49-F238E27FC236}">
                  <a16:creationId xmlns:a16="http://schemas.microsoft.com/office/drawing/2014/main" id="{7EA131E6-C88C-48A6-B1E6-CCC234DB30FB}"/>
                </a:ext>
              </a:extLst>
            </p:cNvPr>
            <p:cNvSpPr/>
            <p:nvPr/>
          </p:nvSpPr>
          <p:spPr>
            <a:xfrm>
              <a:off x="3396677" y="551761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8" name="Hexagon 377">
              <a:extLst>
                <a:ext uri="{FF2B5EF4-FFF2-40B4-BE49-F238E27FC236}">
                  <a16:creationId xmlns:a16="http://schemas.microsoft.com/office/drawing/2014/main" id="{04275C71-6079-4EE0-9719-04790D2B3D79}"/>
                </a:ext>
              </a:extLst>
            </p:cNvPr>
            <p:cNvSpPr/>
            <p:nvPr/>
          </p:nvSpPr>
          <p:spPr>
            <a:xfrm>
              <a:off x="3242655" y="557556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9" name="Hexagon 378">
              <a:extLst>
                <a:ext uri="{FF2B5EF4-FFF2-40B4-BE49-F238E27FC236}">
                  <a16:creationId xmlns:a16="http://schemas.microsoft.com/office/drawing/2014/main" id="{377AC6DA-937B-4DAE-BF2D-5D954A20EE74}"/>
                </a:ext>
              </a:extLst>
            </p:cNvPr>
            <p:cNvSpPr/>
            <p:nvPr/>
          </p:nvSpPr>
          <p:spPr>
            <a:xfrm>
              <a:off x="3547040" y="545822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0" name="Hexagon 379">
              <a:extLst>
                <a:ext uri="{FF2B5EF4-FFF2-40B4-BE49-F238E27FC236}">
                  <a16:creationId xmlns:a16="http://schemas.microsoft.com/office/drawing/2014/main" id="{EB4C4F1E-34FF-442A-B158-B92450AB60B1}"/>
                </a:ext>
              </a:extLst>
            </p:cNvPr>
            <p:cNvSpPr/>
            <p:nvPr/>
          </p:nvSpPr>
          <p:spPr>
            <a:xfrm>
              <a:off x="3550961" y="557673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1" name="Hexagon 380">
              <a:extLst>
                <a:ext uri="{FF2B5EF4-FFF2-40B4-BE49-F238E27FC236}">
                  <a16:creationId xmlns:a16="http://schemas.microsoft.com/office/drawing/2014/main" id="{EC8BCEA0-B81A-4AAA-9CB5-05C9A3F79272}"/>
                </a:ext>
              </a:extLst>
            </p:cNvPr>
            <p:cNvSpPr/>
            <p:nvPr/>
          </p:nvSpPr>
          <p:spPr>
            <a:xfrm>
              <a:off x="3399363" y="563611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2" name="Hexagon 381">
              <a:extLst>
                <a:ext uri="{FF2B5EF4-FFF2-40B4-BE49-F238E27FC236}">
                  <a16:creationId xmlns:a16="http://schemas.microsoft.com/office/drawing/2014/main" id="{4DF6A2B9-A3A0-42EB-B49B-CD9EBCE12690}"/>
                </a:ext>
              </a:extLst>
            </p:cNvPr>
            <p:cNvSpPr/>
            <p:nvPr/>
          </p:nvSpPr>
          <p:spPr>
            <a:xfrm>
              <a:off x="3404075" y="575953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3" name="Hexagon 382">
              <a:extLst>
                <a:ext uri="{FF2B5EF4-FFF2-40B4-BE49-F238E27FC236}">
                  <a16:creationId xmlns:a16="http://schemas.microsoft.com/office/drawing/2014/main" id="{811BC85C-F328-4C14-B768-45D5222955C9}"/>
                </a:ext>
              </a:extLst>
            </p:cNvPr>
            <p:cNvSpPr/>
            <p:nvPr/>
          </p:nvSpPr>
          <p:spPr>
            <a:xfrm>
              <a:off x="3401805" y="587803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" name="Hexagon 383">
              <a:extLst>
                <a:ext uri="{FF2B5EF4-FFF2-40B4-BE49-F238E27FC236}">
                  <a16:creationId xmlns:a16="http://schemas.microsoft.com/office/drawing/2014/main" id="{0FAFDFFF-B8E2-406B-B69F-C1FACA92D513}"/>
                </a:ext>
              </a:extLst>
            </p:cNvPr>
            <p:cNvSpPr/>
            <p:nvPr/>
          </p:nvSpPr>
          <p:spPr>
            <a:xfrm>
              <a:off x="3556454" y="581627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" name="Hexagon 384">
              <a:extLst>
                <a:ext uri="{FF2B5EF4-FFF2-40B4-BE49-F238E27FC236}">
                  <a16:creationId xmlns:a16="http://schemas.microsoft.com/office/drawing/2014/main" id="{7DEA5C3E-034F-4833-A5B5-612801AD1732}"/>
                </a:ext>
              </a:extLst>
            </p:cNvPr>
            <p:cNvSpPr/>
            <p:nvPr/>
          </p:nvSpPr>
          <p:spPr>
            <a:xfrm>
              <a:off x="3556565" y="593477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" name="Hexagon 385">
              <a:extLst>
                <a:ext uri="{FF2B5EF4-FFF2-40B4-BE49-F238E27FC236}">
                  <a16:creationId xmlns:a16="http://schemas.microsoft.com/office/drawing/2014/main" id="{556AD63E-7A01-4108-B876-55D6115BDC77}"/>
                </a:ext>
              </a:extLst>
            </p:cNvPr>
            <p:cNvSpPr/>
            <p:nvPr/>
          </p:nvSpPr>
          <p:spPr>
            <a:xfrm>
              <a:off x="3405980" y="599764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" name="Hexagon 386">
              <a:extLst>
                <a:ext uri="{FF2B5EF4-FFF2-40B4-BE49-F238E27FC236}">
                  <a16:creationId xmlns:a16="http://schemas.microsoft.com/office/drawing/2014/main" id="{62B94309-1D89-42E1-985E-2BA4A42427E2}"/>
                </a:ext>
              </a:extLst>
            </p:cNvPr>
            <p:cNvSpPr/>
            <p:nvPr/>
          </p:nvSpPr>
          <p:spPr>
            <a:xfrm>
              <a:off x="3252131" y="593731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" name="Hexagon 387">
              <a:extLst>
                <a:ext uri="{FF2B5EF4-FFF2-40B4-BE49-F238E27FC236}">
                  <a16:creationId xmlns:a16="http://schemas.microsoft.com/office/drawing/2014/main" id="{D91B5DA0-73EE-435C-B2B9-A9F4457D916D}"/>
                </a:ext>
              </a:extLst>
            </p:cNvPr>
            <p:cNvSpPr/>
            <p:nvPr/>
          </p:nvSpPr>
          <p:spPr>
            <a:xfrm>
              <a:off x="3252243" y="605582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" name="Hexagon 388">
              <a:extLst>
                <a:ext uri="{FF2B5EF4-FFF2-40B4-BE49-F238E27FC236}">
                  <a16:creationId xmlns:a16="http://schemas.microsoft.com/office/drawing/2014/main" id="{B19A734F-A3CF-4BDE-9276-49B52E85DDEB}"/>
                </a:ext>
              </a:extLst>
            </p:cNvPr>
            <p:cNvSpPr/>
            <p:nvPr/>
          </p:nvSpPr>
          <p:spPr>
            <a:xfrm>
              <a:off x="3099752" y="611487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" name="Hexagon 389">
              <a:extLst>
                <a:ext uri="{FF2B5EF4-FFF2-40B4-BE49-F238E27FC236}">
                  <a16:creationId xmlns:a16="http://schemas.microsoft.com/office/drawing/2014/main" id="{4F6D67B6-ECA8-4F82-A145-9F517A4A6832}"/>
                </a:ext>
              </a:extLst>
            </p:cNvPr>
            <p:cNvSpPr/>
            <p:nvPr/>
          </p:nvSpPr>
          <p:spPr>
            <a:xfrm>
              <a:off x="2648473" y="605322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" name="Hexagon 390">
              <a:extLst>
                <a:ext uri="{FF2B5EF4-FFF2-40B4-BE49-F238E27FC236}">
                  <a16:creationId xmlns:a16="http://schemas.microsoft.com/office/drawing/2014/main" id="{32BBED35-69D0-421C-BF9C-22C5AA9100D5}"/>
                </a:ext>
              </a:extLst>
            </p:cNvPr>
            <p:cNvSpPr/>
            <p:nvPr/>
          </p:nvSpPr>
          <p:spPr>
            <a:xfrm>
              <a:off x="2794956" y="611309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" name="Hexagon 391">
              <a:extLst>
                <a:ext uri="{FF2B5EF4-FFF2-40B4-BE49-F238E27FC236}">
                  <a16:creationId xmlns:a16="http://schemas.microsoft.com/office/drawing/2014/main" id="{15FAB084-A7ED-49D2-9A42-6461F51FE454}"/>
                </a:ext>
              </a:extLst>
            </p:cNvPr>
            <p:cNvSpPr/>
            <p:nvPr/>
          </p:nvSpPr>
          <p:spPr>
            <a:xfrm>
              <a:off x="2947335" y="617364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" name="Hexagon 392">
              <a:extLst>
                <a:ext uri="{FF2B5EF4-FFF2-40B4-BE49-F238E27FC236}">
                  <a16:creationId xmlns:a16="http://schemas.microsoft.com/office/drawing/2014/main" id="{2EA93EF3-F266-4FEA-9305-30660199C3EB}"/>
                </a:ext>
              </a:extLst>
            </p:cNvPr>
            <p:cNvSpPr/>
            <p:nvPr/>
          </p:nvSpPr>
          <p:spPr>
            <a:xfrm>
              <a:off x="2648361" y="617295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" name="Hexagon 393">
              <a:extLst>
                <a:ext uri="{FF2B5EF4-FFF2-40B4-BE49-F238E27FC236}">
                  <a16:creationId xmlns:a16="http://schemas.microsoft.com/office/drawing/2014/main" id="{794C5F24-988B-4D87-80C1-9A25CD9EFA50}"/>
                </a:ext>
              </a:extLst>
            </p:cNvPr>
            <p:cNvSpPr/>
            <p:nvPr/>
          </p:nvSpPr>
          <p:spPr>
            <a:xfrm>
              <a:off x="2646092" y="629384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" name="Hexagon 394">
              <a:extLst>
                <a:ext uri="{FF2B5EF4-FFF2-40B4-BE49-F238E27FC236}">
                  <a16:creationId xmlns:a16="http://schemas.microsoft.com/office/drawing/2014/main" id="{06933DBB-166A-489F-BA90-FD19E650BD21}"/>
                </a:ext>
              </a:extLst>
            </p:cNvPr>
            <p:cNvSpPr/>
            <p:nvPr/>
          </p:nvSpPr>
          <p:spPr>
            <a:xfrm>
              <a:off x="2342056" y="605492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" name="Hexagon 395">
              <a:extLst>
                <a:ext uri="{FF2B5EF4-FFF2-40B4-BE49-F238E27FC236}">
                  <a16:creationId xmlns:a16="http://schemas.microsoft.com/office/drawing/2014/main" id="{4C7219A0-06AF-4CF2-A663-0EE8BF50D705}"/>
                </a:ext>
              </a:extLst>
            </p:cNvPr>
            <p:cNvSpPr/>
            <p:nvPr/>
          </p:nvSpPr>
          <p:spPr>
            <a:xfrm>
              <a:off x="2495311" y="599580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" name="Hexagon 396">
              <a:extLst>
                <a:ext uri="{FF2B5EF4-FFF2-40B4-BE49-F238E27FC236}">
                  <a16:creationId xmlns:a16="http://schemas.microsoft.com/office/drawing/2014/main" id="{3A88E011-F8B5-4FD0-BD8A-2FF9D750E13D}"/>
                </a:ext>
              </a:extLst>
            </p:cNvPr>
            <p:cNvSpPr/>
            <p:nvPr/>
          </p:nvSpPr>
          <p:spPr>
            <a:xfrm>
              <a:off x="2340448" y="617703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" name="Hexagon 397">
              <a:extLst>
                <a:ext uri="{FF2B5EF4-FFF2-40B4-BE49-F238E27FC236}">
                  <a16:creationId xmlns:a16="http://schemas.microsoft.com/office/drawing/2014/main" id="{50954DCE-5D23-440D-9263-93295655A7E3}"/>
                </a:ext>
              </a:extLst>
            </p:cNvPr>
            <p:cNvSpPr/>
            <p:nvPr/>
          </p:nvSpPr>
          <p:spPr>
            <a:xfrm>
              <a:off x="2495208" y="623519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" name="Hexagon 398">
              <a:extLst>
                <a:ext uri="{FF2B5EF4-FFF2-40B4-BE49-F238E27FC236}">
                  <a16:creationId xmlns:a16="http://schemas.microsoft.com/office/drawing/2014/main" id="{9584F969-7F01-4552-9478-B0A3844740AF}"/>
                </a:ext>
              </a:extLst>
            </p:cNvPr>
            <p:cNvSpPr/>
            <p:nvPr/>
          </p:nvSpPr>
          <p:spPr>
            <a:xfrm>
              <a:off x="2036438" y="60524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" name="Hexagon 399">
              <a:extLst>
                <a:ext uri="{FF2B5EF4-FFF2-40B4-BE49-F238E27FC236}">
                  <a16:creationId xmlns:a16="http://schemas.microsoft.com/office/drawing/2014/main" id="{92A7E9C0-4F3C-47B8-B52E-42DCA61D62AD}"/>
                </a:ext>
              </a:extLst>
            </p:cNvPr>
            <p:cNvSpPr/>
            <p:nvPr/>
          </p:nvSpPr>
          <p:spPr>
            <a:xfrm>
              <a:off x="2191198" y="611326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" name="Hexagon 400">
              <a:extLst>
                <a:ext uri="{FF2B5EF4-FFF2-40B4-BE49-F238E27FC236}">
                  <a16:creationId xmlns:a16="http://schemas.microsoft.com/office/drawing/2014/main" id="{34902204-AF05-4575-A65E-9EE22F7DFC3D}"/>
                </a:ext>
              </a:extLst>
            </p:cNvPr>
            <p:cNvSpPr/>
            <p:nvPr/>
          </p:nvSpPr>
          <p:spPr>
            <a:xfrm>
              <a:off x="4316613" y="351192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2" name="Hexagon 401">
              <a:extLst>
                <a:ext uri="{FF2B5EF4-FFF2-40B4-BE49-F238E27FC236}">
                  <a16:creationId xmlns:a16="http://schemas.microsoft.com/office/drawing/2014/main" id="{6665EA9B-ABAE-45A8-BDB6-2F1782C72E90}"/>
                </a:ext>
              </a:extLst>
            </p:cNvPr>
            <p:cNvSpPr/>
            <p:nvPr/>
          </p:nvSpPr>
          <p:spPr>
            <a:xfrm>
              <a:off x="4163705" y="356988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3" name="Hexagon 402">
              <a:extLst>
                <a:ext uri="{FF2B5EF4-FFF2-40B4-BE49-F238E27FC236}">
                  <a16:creationId xmlns:a16="http://schemas.microsoft.com/office/drawing/2014/main" id="{770D8F13-E624-4FCF-A259-EAE57EEC949A}"/>
                </a:ext>
              </a:extLst>
            </p:cNvPr>
            <p:cNvSpPr/>
            <p:nvPr/>
          </p:nvSpPr>
          <p:spPr>
            <a:xfrm>
              <a:off x="4316070" y="303147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4" name="Hexagon 403">
              <a:extLst>
                <a:ext uri="{FF2B5EF4-FFF2-40B4-BE49-F238E27FC236}">
                  <a16:creationId xmlns:a16="http://schemas.microsoft.com/office/drawing/2014/main" id="{8CC5DEAA-140E-4D18-B198-5B7411F243EA}"/>
                </a:ext>
              </a:extLst>
            </p:cNvPr>
            <p:cNvSpPr/>
            <p:nvPr/>
          </p:nvSpPr>
          <p:spPr>
            <a:xfrm>
              <a:off x="4313739" y="314982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5" name="Hexagon 404">
              <a:extLst>
                <a:ext uri="{FF2B5EF4-FFF2-40B4-BE49-F238E27FC236}">
                  <a16:creationId xmlns:a16="http://schemas.microsoft.com/office/drawing/2014/main" id="{DCF48B9A-4436-4A70-80B2-6DC9A445524C}"/>
                </a:ext>
              </a:extLst>
            </p:cNvPr>
            <p:cNvSpPr/>
            <p:nvPr/>
          </p:nvSpPr>
          <p:spPr>
            <a:xfrm>
              <a:off x="4315533" y="327060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6" name="Hexagon 405">
              <a:extLst>
                <a:ext uri="{FF2B5EF4-FFF2-40B4-BE49-F238E27FC236}">
                  <a16:creationId xmlns:a16="http://schemas.microsoft.com/office/drawing/2014/main" id="{3088D51D-E96B-40DC-8929-56373E82FC79}"/>
                </a:ext>
              </a:extLst>
            </p:cNvPr>
            <p:cNvSpPr/>
            <p:nvPr/>
          </p:nvSpPr>
          <p:spPr>
            <a:xfrm>
              <a:off x="4469139" y="285042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7" name="Hexagon 406">
              <a:extLst>
                <a:ext uri="{FF2B5EF4-FFF2-40B4-BE49-F238E27FC236}">
                  <a16:creationId xmlns:a16="http://schemas.microsoft.com/office/drawing/2014/main" id="{8A356CF1-C33A-4DC5-9B55-50F8F4FC6DC8}"/>
                </a:ext>
              </a:extLst>
            </p:cNvPr>
            <p:cNvSpPr/>
            <p:nvPr/>
          </p:nvSpPr>
          <p:spPr>
            <a:xfrm>
              <a:off x="4466865" y="308829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8" name="Hexagon 407">
              <a:extLst>
                <a:ext uri="{FF2B5EF4-FFF2-40B4-BE49-F238E27FC236}">
                  <a16:creationId xmlns:a16="http://schemas.microsoft.com/office/drawing/2014/main" id="{734B6258-DE48-4BBB-9E56-B27F9E01A961}"/>
                </a:ext>
              </a:extLst>
            </p:cNvPr>
            <p:cNvSpPr/>
            <p:nvPr/>
          </p:nvSpPr>
          <p:spPr>
            <a:xfrm>
              <a:off x="4470934" y="297120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9" name="Hexagon 408">
              <a:extLst>
                <a:ext uri="{FF2B5EF4-FFF2-40B4-BE49-F238E27FC236}">
                  <a16:creationId xmlns:a16="http://schemas.microsoft.com/office/drawing/2014/main" id="{A8830C6B-ABD2-4F41-879E-F061C290B630}"/>
                </a:ext>
              </a:extLst>
            </p:cNvPr>
            <p:cNvSpPr/>
            <p:nvPr/>
          </p:nvSpPr>
          <p:spPr>
            <a:xfrm>
              <a:off x="4318501" y="279155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0" name="Hexagon 409">
              <a:extLst>
                <a:ext uri="{FF2B5EF4-FFF2-40B4-BE49-F238E27FC236}">
                  <a16:creationId xmlns:a16="http://schemas.microsoft.com/office/drawing/2014/main" id="{82DD8751-3B36-4442-B2B9-ECF0AB9632FB}"/>
                </a:ext>
              </a:extLst>
            </p:cNvPr>
            <p:cNvSpPr/>
            <p:nvPr/>
          </p:nvSpPr>
          <p:spPr>
            <a:xfrm>
              <a:off x="4621444" y="290685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1" name="Hexagon 410">
              <a:extLst>
                <a:ext uri="{FF2B5EF4-FFF2-40B4-BE49-F238E27FC236}">
                  <a16:creationId xmlns:a16="http://schemas.microsoft.com/office/drawing/2014/main" id="{7E2303F3-F1BB-446B-A51E-A4D45886B544}"/>
                </a:ext>
              </a:extLst>
            </p:cNvPr>
            <p:cNvSpPr/>
            <p:nvPr/>
          </p:nvSpPr>
          <p:spPr>
            <a:xfrm>
              <a:off x="4623238" y="303001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2" name="Hexagon 411">
              <a:extLst>
                <a:ext uri="{FF2B5EF4-FFF2-40B4-BE49-F238E27FC236}">
                  <a16:creationId xmlns:a16="http://schemas.microsoft.com/office/drawing/2014/main" id="{43895E1A-E774-477A-8AEB-71E8C77393D3}"/>
                </a:ext>
              </a:extLst>
            </p:cNvPr>
            <p:cNvSpPr/>
            <p:nvPr/>
          </p:nvSpPr>
          <p:spPr>
            <a:xfrm>
              <a:off x="4924652" y="278917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3" name="Hexagon 412">
              <a:extLst>
                <a:ext uri="{FF2B5EF4-FFF2-40B4-BE49-F238E27FC236}">
                  <a16:creationId xmlns:a16="http://schemas.microsoft.com/office/drawing/2014/main" id="{EEEFA033-BE07-40B8-81E6-6D237F0AC80F}"/>
                </a:ext>
              </a:extLst>
            </p:cNvPr>
            <p:cNvSpPr/>
            <p:nvPr/>
          </p:nvSpPr>
          <p:spPr>
            <a:xfrm>
              <a:off x="5231039" y="290838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4" name="Hexagon 413">
              <a:extLst>
                <a:ext uri="{FF2B5EF4-FFF2-40B4-BE49-F238E27FC236}">
                  <a16:creationId xmlns:a16="http://schemas.microsoft.com/office/drawing/2014/main" id="{8ACD6A8B-FED1-4E07-AD79-0F2D72BA9D57}"/>
                </a:ext>
              </a:extLst>
            </p:cNvPr>
            <p:cNvSpPr/>
            <p:nvPr/>
          </p:nvSpPr>
          <p:spPr>
            <a:xfrm>
              <a:off x="5230927" y="314841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5" name="Hexagon 414">
              <a:extLst>
                <a:ext uri="{FF2B5EF4-FFF2-40B4-BE49-F238E27FC236}">
                  <a16:creationId xmlns:a16="http://schemas.microsoft.com/office/drawing/2014/main" id="{B4584BF6-E252-47E6-8C59-0C9CA11B36D0}"/>
                </a:ext>
              </a:extLst>
            </p:cNvPr>
            <p:cNvSpPr/>
            <p:nvPr/>
          </p:nvSpPr>
          <p:spPr>
            <a:xfrm>
              <a:off x="5077850" y="2971242"/>
              <a:ext cx="198316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6" name="Hexagon 415">
              <a:extLst>
                <a:ext uri="{FF2B5EF4-FFF2-40B4-BE49-F238E27FC236}">
                  <a16:creationId xmlns:a16="http://schemas.microsoft.com/office/drawing/2014/main" id="{5B289CB4-001A-4B9E-8516-74E14EA2740F}"/>
                </a:ext>
              </a:extLst>
            </p:cNvPr>
            <p:cNvSpPr/>
            <p:nvPr/>
          </p:nvSpPr>
          <p:spPr>
            <a:xfrm>
              <a:off x="5078019" y="284713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7" name="Hexagon 416">
              <a:extLst>
                <a:ext uri="{FF2B5EF4-FFF2-40B4-BE49-F238E27FC236}">
                  <a16:creationId xmlns:a16="http://schemas.microsoft.com/office/drawing/2014/main" id="{F679F8AC-C93E-437A-B8C1-790AE75698AC}"/>
                </a:ext>
              </a:extLst>
            </p:cNvPr>
            <p:cNvSpPr/>
            <p:nvPr/>
          </p:nvSpPr>
          <p:spPr>
            <a:xfrm>
              <a:off x="5383343" y="296481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8" name="Hexagon 417">
              <a:extLst>
                <a:ext uri="{FF2B5EF4-FFF2-40B4-BE49-F238E27FC236}">
                  <a16:creationId xmlns:a16="http://schemas.microsoft.com/office/drawing/2014/main" id="{E3A4F1BE-9588-4D6D-B96B-AC5E2B036647}"/>
                </a:ext>
              </a:extLst>
            </p:cNvPr>
            <p:cNvSpPr/>
            <p:nvPr/>
          </p:nvSpPr>
          <p:spPr>
            <a:xfrm>
              <a:off x="4769839" y="296406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9" name="Hexagon 418">
              <a:extLst>
                <a:ext uri="{FF2B5EF4-FFF2-40B4-BE49-F238E27FC236}">
                  <a16:creationId xmlns:a16="http://schemas.microsoft.com/office/drawing/2014/main" id="{091BF107-B15C-4DCE-AB3B-84173C41B4F2}"/>
                </a:ext>
              </a:extLst>
            </p:cNvPr>
            <p:cNvSpPr/>
            <p:nvPr/>
          </p:nvSpPr>
          <p:spPr>
            <a:xfrm>
              <a:off x="5077850" y="3084898"/>
              <a:ext cx="198316" cy="11842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0" name="Hexagon 419">
              <a:extLst>
                <a:ext uri="{FF2B5EF4-FFF2-40B4-BE49-F238E27FC236}">
                  <a16:creationId xmlns:a16="http://schemas.microsoft.com/office/drawing/2014/main" id="{B6C86356-17AB-4750-A376-DEBE3B67AEA0}"/>
                </a:ext>
              </a:extLst>
            </p:cNvPr>
            <p:cNvSpPr/>
            <p:nvPr/>
          </p:nvSpPr>
          <p:spPr>
            <a:xfrm>
              <a:off x="4924830" y="302364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1" name="Hexagon 420">
              <a:extLst>
                <a:ext uri="{FF2B5EF4-FFF2-40B4-BE49-F238E27FC236}">
                  <a16:creationId xmlns:a16="http://schemas.microsoft.com/office/drawing/2014/main" id="{78C1BEBB-0150-4113-A53F-D900AD0BFDF0}"/>
                </a:ext>
              </a:extLst>
            </p:cNvPr>
            <p:cNvSpPr/>
            <p:nvPr/>
          </p:nvSpPr>
          <p:spPr>
            <a:xfrm>
              <a:off x="4776257" y="308797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2" name="Hexagon 421">
              <a:extLst>
                <a:ext uri="{FF2B5EF4-FFF2-40B4-BE49-F238E27FC236}">
                  <a16:creationId xmlns:a16="http://schemas.microsoft.com/office/drawing/2014/main" id="{921158EF-754D-4805-AC11-71BD1A392411}"/>
                </a:ext>
              </a:extLst>
            </p:cNvPr>
            <p:cNvSpPr/>
            <p:nvPr/>
          </p:nvSpPr>
          <p:spPr>
            <a:xfrm>
              <a:off x="5841111" y="279250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3" name="Hexagon 422">
              <a:extLst>
                <a:ext uri="{FF2B5EF4-FFF2-40B4-BE49-F238E27FC236}">
                  <a16:creationId xmlns:a16="http://schemas.microsoft.com/office/drawing/2014/main" id="{2DE9E108-53AB-4A9C-A326-8BA005173AC8}"/>
                </a:ext>
              </a:extLst>
            </p:cNvPr>
            <p:cNvSpPr/>
            <p:nvPr/>
          </p:nvSpPr>
          <p:spPr>
            <a:xfrm>
              <a:off x="5838996" y="291302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4" name="Hexagon 423">
              <a:extLst>
                <a:ext uri="{FF2B5EF4-FFF2-40B4-BE49-F238E27FC236}">
                  <a16:creationId xmlns:a16="http://schemas.microsoft.com/office/drawing/2014/main" id="{D2CE9C02-C2FD-4724-A70F-7E74F35313E7}"/>
                </a:ext>
              </a:extLst>
            </p:cNvPr>
            <p:cNvSpPr/>
            <p:nvPr/>
          </p:nvSpPr>
          <p:spPr>
            <a:xfrm>
              <a:off x="5993415" y="284893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5" name="Hexagon 424">
              <a:extLst>
                <a:ext uri="{FF2B5EF4-FFF2-40B4-BE49-F238E27FC236}">
                  <a16:creationId xmlns:a16="http://schemas.microsoft.com/office/drawing/2014/main" id="{58EBD7DF-1626-4F6C-8E32-77FB83ED15EB}"/>
                </a:ext>
              </a:extLst>
            </p:cNvPr>
            <p:cNvSpPr/>
            <p:nvPr/>
          </p:nvSpPr>
          <p:spPr>
            <a:xfrm>
              <a:off x="5991300" y="296945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6" name="Hexagon 425">
              <a:extLst>
                <a:ext uri="{FF2B5EF4-FFF2-40B4-BE49-F238E27FC236}">
                  <a16:creationId xmlns:a16="http://schemas.microsoft.com/office/drawing/2014/main" id="{27F96540-A935-48E2-B664-9E95F270C000}"/>
                </a:ext>
              </a:extLst>
            </p:cNvPr>
            <p:cNvSpPr/>
            <p:nvPr/>
          </p:nvSpPr>
          <p:spPr>
            <a:xfrm>
              <a:off x="6146374" y="291008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7" name="Hexagon 426">
              <a:extLst>
                <a:ext uri="{FF2B5EF4-FFF2-40B4-BE49-F238E27FC236}">
                  <a16:creationId xmlns:a16="http://schemas.microsoft.com/office/drawing/2014/main" id="{4B51704D-17E9-4006-9C1C-822160253EFE}"/>
                </a:ext>
              </a:extLst>
            </p:cNvPr>
            <p:cNvSpPr/>
            <p:nvPr/>
          </p:nvSpPr>
          <p:spPr>
            <a:xfrm>
              <a:off x="6146114" y="279321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33" name="Hexagon 432">
              <a:extLst>
                <a:ext uri="{FF2B5EF4-FFF2-40B4-BE49-F238E27FC236}">
                  <a16:creationId xmlns:a16="http://schemas.microsoft.com/office/drawing/2014/main" id="{E822856F-4036-4597-AD75-CBA91FBE31C5}"/>
                </a:ext>
              </a:extLst>
            </p:cNvPr>
            <p:cNvSpPr/>
            <p:nvPr/>
          </p:nvSpPr>
          <p:spPr>
            <a:xfrm>
              <a:off x="5841966" y="267375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34" name="Hexagon 433">
              <a:extLst>
                <a:ext uri="{FF2B5EF4-FFF2-40B4-BE49-F238E27FC236}">
                  <a16:creationId xmlns:a16="http://schemas.microsoft.com/office/drawing/2014/main" id="{9EF5AFD8-6594-4066-A6E7-836D122487C5}"/>
                </a:ext>
              </a:extLst>
            </p:cNvPr>
            <p:cNvSpPr/>
            <p:nvPr/>
          </p:nvSpPr>
          <p:spPr>
            <a:xfrm>
              <a:off x="5989890" y="260966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35" name="Hexagon 434">
              <a:extLst>
                <a:ext uri="{FF2B5EF4-FFF2-40B4-BE49-F238E27FC236}">
                  <a16:creationId xmlns:a16="http://schemas.microsoft.com/office/drawing/2014/main" id="{0C426C97-42B5-4464-BC24-C025EA060512}"/>
                </a:ext>
              </a:extLst>
            </p:cNvPr>
            <p:cNvSpPr/>
            <p:nvPr/>
          </p:nvSpPr>
          <p:spPr>
            <a:xfrm>
              <a:off x="6145014" y="267081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36" name="Hexagon 435">
              <a:extLst>
                <a:ext uri="{FF2B5EF4-FFF2-40B4-BE49-F238E27FC236}">
                  <a16:creationId xmlns:a16="http://schemas.microsoft.com/office/drawing/2014/main" id="{5FEA4697-FCE2-41BE-A995-9C8890D0613A}"/>
                </a:ext>
              </a:extLst>
            </p:cNvPr>
            <p:cNvSpPr/>
            <p:nvPr/>
          </p:nvSpPr>
          <p:spPr>
            <a:xfrm>
              <a:off x="6144754" y="255394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37" name="Hexagon 436">
              <a:extLst>
                <a:ext uri="{FF2B5EF4-FFF2-40B4-BE49-F238E27FC236}">
                  <a16:creationId xmlns:a16="http://schemas.microsoft.com/office/drawing/2014/main" id="{1EB402CC-FE87-4F9D-8DDD-072C537E3B4E}"/>
                </a:ext>
              </a:extLst>
            </p:cNvPr>
            <p:cNvSpPr/>
            <p:nvPr/>
          </p:nvSpPr>
          <p:spPr>
            <a:xfrm>
              <a:off x="5688203" y="285094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38" name="Hexagon 437">
              <a:extLst>
                <a:ext uri="{FF2B5EF4-FFF2-40B4-BE49-F238E27FC236}">
                  <a16:creationId xmlns:a16="http://schemas.microsoft.com/office/drawing/2014/main" id="{8BC98DA8-F07D-4DBF-9253-6CEC41C0F411}"/>
                </a:ext>
              </a:extLst>
            </p:cNvPr>
            <p:cNvSpPr/>
            <p:nvPr/>
          </p:nvSpPr>
          <p:spPr>
            <a:xfrm>
              <a:off x="5373580" y="3328912"/>
              <a:ext cx="205029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39" name="Hexagon 438">
              <a:extLst>
                <a:ext uri="{FF2B5EF4-FFF2-40B4-BE49-F238E27FC236}">
                  <a16:creationId xmlns:a16="http://schemas.microsoft.com/office/drawing/2014/main" id="{8667E393-D2FC-45C0-A3E5-ED5FA93EC66B}"/>
                </a:ext>
              </a:extLst>
            </p:cNvPr>
            <p:cNvSpPr/>
            <p:nvPr/>
          </p:nvSpPr>
          <p:spPr>
            <a:xfrm>
              <a:off x="5373580" y="3445620"/>
              <a:ext cx="201030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0" name="Hexagon 439">
              <a:extLst>
                <a:ext uri="{FF2B5EF4-FFF2-40B4-BE49-F238E27FC236}">
                  <a16:creationId xmlns:a16="http://schemas.microsoft.com/office/drawing/2014/main" id="{1F06E7B5-6F11-46FD-9734-9F6D03A8B7DB}"/>
                </a:ext>
              </a:extLst>
            </p:cNvPr>
            <p:cNvSpPr/>
            <p:nvPr/>
          </p:nvSpPr>
          <p:spPr>
            <a:xfrm>
              <a:off x="5538091" y="338534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1" name="Hexagon 440">
              <a:extLst>
                <a:ext uri="{FF2B5EF4-FFF2-40B4-BE49-F238E27FC236}">
                  <a16:creationId xmlns:a16="http://schemas.microsoft.com/office/drawing/2014/main" id="{C49A488E-6CA7-4FBC-8C36-C9AC5977C67A}"/>
                </a:ext>
              </a:extLst>
            </p:cNvPr>
            <p:cNvSpPr/>
            <p:nvPr/>
          </p:nvSpPr>
          <p:spPr>
            <a:xfrm>
              <a:off x="5534071" y="350395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2" name="Hexagon 441">
              <a:extLst>
                <a:ext uri="{FF2B5EF4-FFF2-40B4-BE49-F238E27FC236}">
                  <a16:creationId xmlns:a16="http://schemas.microsoft.com/office/drawing/2014/main" id="{C175D16B-EB51-4987-A6FC-AEE95474D1E1}"/>
                </a:ext>
              </a:extLst>
            </p:cNvPr>
            <p:cNvSpPr/>
            <p:nvPr/>
          </p:nvSpPr>
          <p:spPr>
            <a:xfrm>
              <a:off x="5691265" y="344267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3" name="Hexagon 442">
              <a:extLst>
                <a:ext uri="{FF2B5EF4-FFF2-40B4-BE49-F238E27FC236}">
                  <a16:creationId xmlns:a16="http://schemas.microsoft.com/office/drawing/2014/main" id="{ADBBE02E-FC77-4725-B94E-FFC0A9060BAF}"/>
                </a:ext>
              </a:extLst>
            </p:cNvPr>
            <p:cNvSpPr/>
            <p:nvPr/>
          </p:nvSpPr>
          <p:spPr>
            <a:xfrm>
              <a:off x="5691265" y="332580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4" name="Hexagon 443">
              <a:extLst>
                <a:ext uri="{FF2B5EF4-FFF2-40B4-BE49-F238E27FC236}">
                  <a16:creationId xmlns:a16="http://schemas.microsoft.com/office/drawing/2014/main" id="{F58EE8B2-7947-4484-A0A4-D5E98FE49E01}"/>
                </a:ext>
              </a:extLst>
            </p:cNvPr>
            <p:cNvSpPr/>
            <p:nvPr/>
          </p:nvSpPr>
          <p:spPr>
            <a:xfrm>
              <a:off x="5529022" y="361820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5" name="Hexagon 444">
              <a:extLst>
                <a:ext uri="{FF2B5EF4-FFF2-40B4-BE49-F238E27FC236}">
                  <a16:creationId xmlns:a16="http://schemas.microsoft.com/office/drawing/2014/main" id="{594B367A-04BA-42F2-BC78-5A72C4D46722}"/>
                </a:ext>
              </a:extLst>
            </p:cNvPr>
            <p:cNvSpPr/>
            <p:nvPr/>
          </p:nvSpPr>
          <p:spPr>
            <a:xfrm>
              <a:off x="5684183" y="367511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6" name="Hexagon 445">
              <a:extLst>
                <a:ext uri="{FF2B5EF4-FFF2-40B4-BE49-F238E27FC236}">
                  <a16:creationId xmlns:a16="http://schemas.microsoft.com/office/drawing/2014/main" id="{66A74451-C4B1-4FFE-BE35-1F6E5004C684}"/>
                </a:ext>
              </a:extLst>
            </p:cNvPr>
            <p:cNvSpPr/>
            <p:nvPr/>
          </p:nvSpPr>
          <p:spPr>
            <a:xfrm>
              <a:off x="5838996" y="361383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7" name="Hexagon 446">
              <a:extLst>
                <a:ext uri="{FF2B5EF4-FFF2-40B4-BE49-F238E27FC236}">
                  <a16:creationId xmlns:a16="http://schemas.microsoft.com/office/drawing/2014/main" id="{C87845D3-100F-43F6-84BF-3F4C649A5EBA}"/>
                </a:ext>
              </a:extLst>
            </p:cNvPr>
            <p:cNvSpPr/>
            <p:nvPr/>
          </p:nvSpPr>
          <p:spPr>
            <a:xfrm>
              <a:off x="5838996" y="349696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8" name="Hexagon 447">
              <a:extLst>
                <a:ext uri="{FF2B5EF4-FFF2-40B4-BE49-F238E27FC236}">
                  <a16:creationId xmlns:a16="http://schemas.microsoft.com/office/drawing/2014/main" id="{F44CC29C-3D4E-4530-B9D1-55CE72D84080}"/>
                </a:ext>
              </a:extLst>
            </p:cNvPr>
            <p:cNvSpPr/>
            <p:nvPr/>
          </p:nvSpPr>
          <p:spPr>
            <a:xfrm>
              <a:off x="4624736" y="219258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9" name="Hexagon 448">
              <a:extLst>
                <a:ext uri="{FF2B5EF4-FFF2-40B4-BE49-F238E27FC236}">
                  <a16:creationId xmlns:a16="http://schemas.microsoft.com/office/drawing/2014/main" id="{87BDBAA6-FE0E-4BBC-999A-FC141E31F5D2}"/>
                </a:ext>
              </a:extLst>
            </p:cNvPr>
            <p:cNvSpPr/>
            <p:nvPr/>
          </p:nvSpPr>
          <p:spPr>
            <a:xfrm>
              <a:off x="4628642" y="23147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0" name="Hexagon 449">
              <a:extLst>
                <a:ext uri="{FF2B5EF4-FFF2-40B4-BE49-F238E27FC236}">
                  <a16:creationId xmlns:a16="http://schemas.microsoft.com/office/drawing/2014/main" id="{E5412529-03C6-48C5-85B9-3BF67C196D01}"/>
                </a:ext>
              </a:extLst>
            </p:cNvPr>
            <p:cNvSpPr/>
            <p:nvPr/>
          </p:nvSpPr>
          <p:spPr>
            <a:xfrm>
              <a:off x="4626261" y="267108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1" name="Hexagon 450">
              <a:extLst>
                <a:ext uri="{FF2B5EF4-FFF2-40B4-BE49-F238E27FC236}">
                  <a16:creationId xmlns:a16="http://schemas.microsoft.com/office/drawing/2014/main" id="{450420C8-75A8-42EB-B049-D85E1AB7C0A8}"/>
                </a:ext>
              </a:extLst>
            </p:cNvPr>
            <p:cNvSpPr/>
            <p:nvPr/>
          </p:nvSpPr>
          <p:spPr>
            <a:xfrm>
              <a:off x="4626261" y="255326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2" name="Hexagon 451">
              <a:extLst>
                <a:ext uri="{FF2B5EF4-FFF2-40B4-BE49-F238E27FC236}">
                  <a16:creationId xmlns:a16="http://schemas.microsoft.com/office/drawing/2014/main" id="{41025F75-A73C-4EEC-82D0-86F0FC5A97CB}"/>
                </a:ext>
              </a:extLst>
            </p:cNvPr>
            <p:cNvSpPr/>
            <p:nvPr/>
          </p:nvSpPr>
          <p:spPr>
            <a:xfrm>
              <a:off x="4628642" y="243639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3" name="Hexagon 452">
              <a:extLst>
                <a:ext uri="{FF2B5EF4-FFF2-40B4-BE49-F238E27FC236}">
                  <a16:creationId xmlns:a16="http://schemas.microsoft.com/office/drawing/2014/main" id="{B38ED1B9-E83D-4BBD-A90D-1198A44618D3}"/>
                </a:ext>
              </a:extLst>
            </p:cNvPr>
            <p:cNvSpPr/>
            <p:nvPr/>
          </p:nvSpPr>
          <p:spPr>
            <a:xfrm>
              <a:off x="4778803" y="272829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4" name="Hexagon 453">
              <a:extLst>
                <a:ext uri="{FF2B5EF4-FFF2-40B4-BE49-F238E27FC236}">
                  <a16:creationId xmlns:a16="http://schemas.microsoft.com/office/drawing/2014/main" id="{739C69B6-BC01-4F11-9994-BF28AF0CC625}"/>
                </a:ext>
              </a:extLst>
            </p:cNvPr>
            <p:cNvSpPr/>
            <p:nvPr/>
          </p:nvSpPr>
          <p:spPr>
            <a:xfrm>
              <a:off x="4778803" y="261047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5" name="Hexagon 454">
              <a:extLst>
                <a:ext uri="{FF2B5EF4-FFF2-40B4-BE49-F238E27FC236}">
                  <a16:creationId xmlns:a16="http://schemas.microsoft.com/office/drawing/2014/main" id="{B0BAC983-93C4-42DA-9D4A-E9C3B61ECCCE}"/>
                </a:ext>
              </a:extLst>
            </p:cNvPr>
            <p:cNvSpPr/>
            <p:nvPr/>
          </p:nvSpPr>
          <p:spPr>
            <a:xfrm>
              <a:off x="4778803" y="249360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6" name="Hexagon 455">
              <a:extLst>
                <a:ext uri="{FF2B5EF4-FFF2-40B4-BE49-F238E27FC236}">
                  <a16:creationId xmlns:a16="http://schemas.microsoft.com/office/drawing/2014/main" id="{BCF31C74-403C-4410-AF25-51C225AAAACE}"/>
                </a:ext>
              </a:extLst>
            </p:cNvPr>
            <p:cNvSpPr/>
            <p:nvPr/>
          </p:nvSpPr>
          <p:spPr>
            <a:xfrm>
              <a:off x="4928411" y="266373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7" name="Hexagon 456">
              <a:extLst>
                <a:ext uri="{FF2B5EF4-FFF2-40B4-BE49-F238E27FC236}">
                  <a16:creationId xmlns:a16="http://schemas.microsoft.com/office/drawing/2014/main" id="{977F5C50-D74C-40EA-B026-D2BFA76C6C53}"/>
                </a:ext>
              </a:extLst>
            </p:cNvPr>
            <p:cNvSpPr/>
            <p:nvPr/>
          </p:nvSpPr>
          <p:spPr>
            <a:xfrm>
              <a:off x="4928411" y="25468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8" name="Hexagon 457">
              <a:extLst>
                <a:ext uri="{FF2B5EF4-FFF2-40B4-BE49-F238E27FC236}">
                  <a16:creationId xmlns:a16="http://schemas.microsoft.com/office/drawing/2014/main" id="{36FD5078-EB95-4348-84B2-0E23ECFC8755}"/>
                </a:ext>
              </a:extLst>
            </p:cNvPr>
            <p:cNvSpPr/>
            <p:nvPr/>
          </p:nvSpPr>
          <p:spPr>
            <a:xfrm>
              <a:off x="5073121" y="272726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9" name="Hexagon 458">
              <a:extLst>
                <a:ext uri="{FF2B5EF4-FFF2-40B4-BE49-F238E27FC236}">
                  <a16:creationId xmlns:a16="http://schemas.microsoft.com/office/drawing/2014/main" id="{7AEAB34B-6766-452D-99C8-94C931B70DC6}"/>
                </a:ext>
              </a:extLst>
            </p:cNvPr>
            <p:cNvSpPr/>
            <p:nvPr/>
          </p:nvSpPr>
          <p:spPr>
            <a:xfrm>
              <a:off x="5223282" y="278447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60" name="Hexagon 459">
              <a:extLst>
                <a:ext uri="{FF2B5EF4-FFF2-40B4-BE49-F238E27FC236}">
                  <a16:creationId xmlns:a16="http://schemas.microsoft.com/office/drawing/2014/main" id="{31433E3E-5EFC-408B-B04A-5BAB60FD2643}"/>
                </a:ext>
              </a:extLst>
            </p:cNvPr>
            <p:cNvSpPr/>
            <p:nvPr/>
          </p:nvSpPr>
          <p:spPr>
            <a:xfrm>
              <a:off x="5227092" y="266856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61" name="Hexagon 460">
              <a:extLst>
                <a:ext uri="{FF2B5EF4-FFF2-40B4-BE49-F238E27FC236}">
                  <a16:creationId xmlns:a16="http://schemas.microsoft.com/office/drawing/2014/main" id="{122C9E43-C413-4A58-8DA5-B3F6A5F99C43}"/>
                </a:ext>
              </a:extLst>
            </p:cNvPr>
            <p:cNvSpPr/>
            <p:nvPr/>
          </p:nvSpPr>
          <p:spPr>
            <a:xfrm>
              <a:off x="4772849" y="225663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62" name="Hexagon 461">
              <a:extLst>
                <a:ext uri="{FF2B5EF4-FFF2-40B4-BE49-F238E27FC236}">
                  <a16:creationId xmlns:a16="http://schemas.microsoft.com/office/drawing/2014/main" id="{4F54DD93-AED5-4185-810D-81B297695D24}"/>
                </a:ext>
              </a:extLst>
            </p:cNvPr>
            <p:cNvSpPr/>
            <p:nvPr/>
          </p:nvSpPr>
          <p:spPr>
            <a:xfrm>
              <a:off x="4772849" y="213881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63" name="Hexagon 462">
              <a:extLst>
                <a:ext uri="{FF2B5EF4-FFF2-40B4-BE49-F238E27FC236}">
                  <a16:creationId xmlns:a16="http://schemas.microsoft.com/office/drawing/2014/main" id="{9486B943-8105-4FF4-8D04-4B56A36130E1}"/>
                </a:ext>
              </a:extLst>
            </p:cNvPr>
            <p:cNvSpPr/>
            <p:nvPr/>
          </p:nvSpPr>
          <p:spPr>
            <a:xfrm>
              <a:off x="4926090" y="207704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64" name="Hexagon 463">
              <a:extLst>
                <a:ext uri="{FF2B5EF4-FFF2-40B4-BE49-F238E27FC236}">
                  <a16:creationId xmlns:a16="http://schemas.microsoft.com/office/drawing/2014/main" id="{A09A3C1E-0FE6-42B0-9BC0-3353D42FBBC5}"/>
                </a:ext>
              </a:extLst>
            </p:cNvPr>
            <p:cNvSpPr/>
            <p:nvPr/>
          </p:nvSpPr>
          <p:spPr>
            <a:xfrm>
              <a:off x="5075860" y="213633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65" name="Hexagon 464">
              <a:extLst>
                <a:ext uri="{FF2B5EF4-FFF2-40B4-BE49-F238E27FC236}">
                  <a16:creationId xmlns:a16="http://schemas.microsoft.com/office/drawing/2014/main" id="{47DA5285-D5CF-44C6-A3DF-DA6407DC2E08}"/>
                </a:ext>
              </a:extLst>
            </p:cNvPr>
            <p:cNvSpPr/>
            <p:nvPr/>
          </p:nvSpPr>
          <p:spPr>
            <a:xfrm>
              <a:off x="5075860" y="225605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66" name="Hexagon 465">
              <a:extLst>
                <a:ext uri="{FF2B5EF4-FFF2-40B4-BE49-F238E27FC236}">
                  <a16:creationId xmlns:a16="http://schemas.microsoft.com/office/drawing/2014/main" id="{AE11EBFC-3B8B-4DE6-B876-6C478D3DED7E}"/>
                </a:ext>
              </a:extLst>
            </p:cNvPr>
            <p:cNvSpPr/>
            <p:nvPr/>
          </p:nvSpPr>
          <p:spPr>
            <a:xfrm>
              <a:off x="5079193" y="202087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67" name="Hexagon 466">
              <a:extLst>
                <a:ext uri="{FF2B5EF4-FFF2-40B4-BE49-F238E27FC236}">
                  <a16:creationId xmlns:a16="http://schemas.microsoft.com/office/drawing/2014/main" id="{41FD4D7B-DBA3-4E6D-9F67-578FFEC826E9}"/>
                </a:ext>
              </a:extLst>
            </p:cNvPr>
            <p:cNvSpPr/>
            <p:nvPr/>
          </p:nvSpPr>
          <p:spPr>
            <a:xfrm>
              <a:off x="5228652" y="196252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68" name="Hexagon 467">
              <a:extLst>
                <a:ext uri="{FF2B5EF4-FFF2-40B4-BE49-F238E27FC236}">
                  <a16:creationId xmlns:a16="http://schemas.microsoft.com/office/drawing/2014/main" id="{D2FF64F3-F115-4C72-9982-65370FF8A76A}"/>
                </a:ext>
              </a:extLst>
            </p:cNvPr>
            <p:cNvSpPr/>
            <p:nvPr/>
          </p:nvSpPr>
          <p:spPr>
            <a:xfrm>
              <a:off x="5230868" y="207635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69" name="Hexagon 468">
              <a:extLst>
                <a:ext uri="{FF2B5EF4-FFF2-40B4-BE49-F238E27FC236}">
                  <a16:creationId xmlns:a16="http://schemas.microsoft.com/office/drawing/2014/main" id="{0C74B657-676B-4D3B-9431-7FE39E14B4A9}"/>
                </a:ext>
              </a:extLst>
            </p:cNvPr>
            <p:cNvSpPr/>
            <p:nvPr/>
          </p:nvSpPr>
          <p:spPr>
            <a:xfrm>
              <a:off x="5382696" y="202203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70" name="Hexagon 469">
              <a:extLst>
                <a:ext uri="{FF2B5EF4-FFF2-40B4-BE49-F238E27FC236}">
                  <a16:creationId xmlns:a16="http://schemas.microsoft.com/office/drawing/2014/main" id="{21A91D6E-8499-4D1D-B547-6B8E9AB901DB}"/>
                </a:ext>
              </a:extLst>
            </p:cNvPr>
            <p:cNvSpPr/>
            <p:nvPr/>
          </p:nvSpPr>
          <p:spPr>
            <a:xfrm>
              <a:off x="5226295" y="244014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71" name="Hexagon 470">
              <a:extLst>
                <a:ext uri="{FF2B5EF4-FFF2-40B4-BE49-F238E27FC236}">
                  <a16:creationId xmlns:a16="http://schemas.microsoft.com/office/drawing/2014/main" id="{70DAA408-0B65-42C3-8BCF-9A990325DBBF}"/>
                </a:ext>
              </a:extLst>
            </p:cNvPr>
            <p:cNvSpPr/>
            <p:nvPr/>
          </p:nvSpPr>
          <p:spPr>
            <a:xfrm>
              <a:off x="5226295" y="232232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72" name="Hexagon 471">
              <a:extLst>
                <a:ext uri="{FF2B5EF4-FFF2-40B4-BE49-F238E27FC236}">
                  <a16:creationId xmlns:a16="http://schemas.microsoft.com/office/drawing/2014/main" id="{418A87A6-8EF6-46E8-BF79-B3870A6284AB}"/>
                </a:ext>
              </a:extLst>
            </p:cNvPr>
            <p:cNvSpPr/>
            <p:nvPr/>
          </p:nvSpPr>
          <p:spPr>
            <a:xfrm>
              <a:off x="5378395" y="213588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73" name="Hexagon 472">
              <a:extLst>
                <a:ext uri="{FF2B5EF4-FFF2-40B4-BE49-F238E27FC236}">
                  <a16:creationId xmlns:a16="http://schemas.microsoft.com/office/drawing/2014/main" id="{B976FF62-6150-4FDB-BCF5-E7D698D6B2EF}"/>
                </a:ext>
              </a:extLst>
            </p:cNvPr>
            <p:cNvSpPr/>
            <p:nvPr/>
          </p:nvSpPr>
          <p:spPr>
            <a:xfrm>
              <a:off x="5379616" y="225807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74" name="Hexagon 473">
              <a:extLst>
                <a:ext uri="{FF2B5EF4-FFF2-40B4-BE49-F238E27FC236}">
                  <a16:creationId xmlns:a16="http://schemas.microsoft.com/office/drawing/2014/main" id="{0C4978C5-4BFF-43F9-B5C7-360492CBA26B}"/>
                </a:ext>
              </a:extLst>
            </p:cNvPr>
            <p:cNvSpPr/>
            <p:nvPr/>
          </p:nvSpPr>
          <p:spPr>
            <a:xfrm>
              <a:off x="5377971" y="261248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75" name="Hexagon 474">
              <a:extLst>
                <a:ext uri="{FF2B5EF4-FFF2-40B4-BE49-F238E27FC236}">
                  <a16:creationId xmlns:a16="http://schemas.microsoft.com/office/drawing/2014/main" id="{BCEF57F1-D686-4F20-9782-0429E786F5EA}"/>
                </a:ext>
              </a:extLst>
            </p:cNvPr>
            <p:cNvSpPr/>
            <p:nvPr/>
          </p:nvSpPr>
          <p:spPr>
            <a:xfrm>
              <a:off x="5377971" y="249656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76" name="Hexagon 475">
              <a:extLst>
                <a:ext uri="{FF2B5EF4-FFF2-40B4-BE49-F238E27FC236}">
                  <a16:creationId xmlns:a16="http://schemas.microsoft.com/office/drawing/2014/main" id="{E465BB1A-D860-40E5-9AEF-C035A5D441EB}"/>
                </a:ext>
              </a:extLst>
            </p:cNvPr>
            <p:cNvSpPr/>
            <p:nvPr/>
          </p:nvSpPr>
          <p:spPr>
            <a:xfrm>
              <a:off x="5377971" y="237970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77" name="Hexagon 476">
              <a:extLst>
                <a:ext uri="{FF2B5EF4-FFF2-40B4-BE49-F238E27FC236}">
                  <a16:creationId xmlns:a16="http://schemas.microsoft.com/office/drawing/2014/main" id="{8D9757F0-9822-4793-B26F-E07ECA1F22E5}"/>
                </a:ext>
              </a:extLst>
            </p:cNvPr>
            <p:cNvSpPr/>
            <p:nvPr/>
          </p:nvSpPr>
          <p:spPr>
            <a:xfrm>
              <a:off x="5532216" y="23174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78" name="Hexagon 477">
              <a:extLst>
                <a:ext uri="{FF2B5EF4-FFF2-40B4-BE49-F238E27FC236}">
                  <a16:creationId xmlns:a16="http://schemas.microsoft.com/office/drawing/2014/main" id="{7203AA82-C266-4468-997D-5A7436A3BEF4}"/>
                </a:ext>
              </a:extLst>
            </p:cNvPr>
            <p:cNvSpPr/>
            <p:nvPr/>
          </p:nvSpPr>
          <p:spPr>
            <a:xfrm>
              <a:off x="5530311" y="219962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79" name="Hexagon 478">
              <a:extLst>
                <a:ext uri="{FF2B5EF4-FFF2-40B4-BE49-F238E27FC236}">
                  <a16:creationId xmlns:a16="http://schemas.microsoft.com/office/drawing/2014/main" id="{9AC4675A-33A2-4BAB-A329-345E917CE5E1}"/>
                </a:ext>
              </a:extLst>
            </p:cNvPr>
            <p:cNvSpPr/>
            <p:nvPr/>
          </p:nvSpPr>
          <p:spPr>
            <a:xfrm>
              <a:off x="5686316" y="225700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80" name="Hexagon 479">
              <a:extLst>
                <a:ext uri="{FF2B5EF4-FFF2-40B4-BE49-F238E27FC236}">
                  <a16:creationId xmlns:a16="http://schemas.microsoft.com/office/drawing/2014/main" id="{2813BB8E-8299-4127-8645-7164A1885B8E}"/>
                </a:ext>
              </a:extLst>
            </p:cNvPr>
            <p:cNvSpPr/>
            <p:nvPr/>
          </p:nvSpPr>
          <p:spPr>
            <a:xfrm>
              <a:off x="5376066" y="285044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81" name="Hexagon 480">
              <a:extLst>
                <a:ext uri="{FF2B5EF4-FFF2-40B4-BE49-F238E27FC236}">
                  <a16:creationId xmlns:a16="http://schemas.microsoft.com/office/drawing/2014/main" id="{A52AB9A7-A3FD-497F-9AA0-4E2598E80D46}"/>
                </a:ext>
              </a:extLst>
            </p:cNvPr>
            <p:cNvSpPr/>
            <p:nvPr/>
          </p:nvSpPr>
          <p:spPr>
            <a:xfrm>
              <a:off x="5376066" y="273262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82" name="Hexagon 481">
              <a:extLst>
                <a:ext uri="{FF2B5EF4-FFF2-40B4-BE49-F238E27FC236}">
                  <a16:creationId xmlns:a16="http://schemas.microsoft.com/office/drawing/2014/main" id="{B73F7908-BA6F-421C-A2EF-1C6F640AEDFE}"/>
                </a:ext>
              </a:extLst>
            </p:cNvPr>
            <p:cNvSpPr/>
            <p:nvPr/>
          </p:nvSpPr>
          <p:spPr>
            <a:xfrm>
              <a:off x="5531551" y="267027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83" name="Hexagon 482">
              <a:extLst>
                <a:ext uri="{FF2B5EF4-FFF2-40B4-BE49-F238E27FC236}">
                  <a16:creationId xmlns:a16="http://schemas.microsoft.com/office/drawing/2014/main" id="{9A76AF23-3E2B-4413-ABE5-D70E27ABECA6}"/>
                </a:ext>
              </a:extLst>
            </p:cNvPr>
            <p:cNvSpPr/>
            <p:nvPr/>
          </p:nvSpPr>
          <p:spPr>
            <a:xfrm>
              <a:off x="5531551" y="279000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84" name="Hexagon 483">
              <a:extLst>
                <a:ext uri="{FF2B5EF4-FFF2-40B4-BE49-F238E27FC236}">
                  <a16:creationId xmlns:a16="http://schemas.microsoft.com/office/drawing/2014/main" id="{FFF2E7C8-3320-499E-9E08-D13367F5526B}"/>
                </a:ext>
              </a:extLst>
            </p:cNvPr>
            <p:cNvSpPr/>
            <p:nvPr/>
          </p:nvSpPr>
          <p:spPr>
            <a:xfrm>
              <a:off x="5685796" y="273156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85" name="Hexagon 484">
              <a:extLst>
                <a:ext uri="{FF2B5EF4-FFF2-40B4-BE49-F238E27FC236}">
                  <a16:creationId xmlns:a16="http://schemas.microsoft.com/office/drawing/2014/main" id="{4956EE02-C9EE-44CB-83D7-FF3894FC08CD}"/>
                </a:ext>
              </a:extLst>
            </p:cNvPr>
            <p:cNvSpPr/>
            <p:nvPr/>
          </p:nvSpPr>
          <p:spPr>
            <a:xfrm>
              <a:off x="5683891" y="261755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86" name="Hexagon 485">
              <a:extLst>
                <a:ext uri="{FF2B5EF4-FFF2-40B4-BE49-F238E27FC236}">
                  <a16:creationId xmlns:a16="http://schemas.microsoft.com/office/drawing/2014/main" id="{F33304C3-71B9-4B44-92F0-E2F502BA41A8}"/>
                </a:ext>
              </a:extLst>
            </p:cNvPr>
            <p:cNvSpPr/>
            <p:nvPr/>
          </p:nvSpPr>
          <p:spPr>
            <a:xfrm>
              <a:off x="5531995" y="255378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87" name="Hexagon 486">
              <a:extLst>
                <a:ext uri="{FF2B5EF4-FFF2-40B4-BE49-F238E27FC236}">
                  <a16:creationId xmlns:a16="http://schemas.microsoft.com/office/drawing/2014/main" id="{2134E1C6-1634-47BF-BAFE-6855FF8DE35B}"/>
                </a:ext>
              </a:extLst>
            </p:cNvPr>
            <p:cNvSpPr/>
            <p:nvPr/>
          </p:nvSpPr>
          <p:spPr>
            <a:xfrm>
              <a:off x="5531995" y="24359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88" name="Hexagon 487">
              <a:extLst>
                <a:ext uri="{FF2B5EF4-FFF2-40B4-BE49-F238E27FC236}">
                  <a16:creationId xmlns:a16="http://schemas.microsoft.com/office/drawing/2014/main" id="{FF3518E4-9736-4BFE-9161-9BD6298B425B}"/>
                </a:ext>
              </a:extLst>
            </p:cNvPr>
            <p:cNvSpPr/>
            <p:nvPr/>
          </p:nvSpPr>
          <p:spPr>
            <a:xfrm>
              <a:off x="5687480" y="237362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89" name="Hexagon 488">
              <a:extLst>
                <a:ext uri="{FF2B5EF4-FFF2-40B4-BE49-F238E27FC236}">
                  <a16:creationId xmlns:a16="http://schemas.microsoft.com/office/drawing/2014/main" id="{D3145B24-80AE-44D2-9836-E31353232E93}"/>
                </a:ext>
              </a:extLst>
            </p:cNvPr>
            <p:cNvSpPr/>
            <p:nvPr/>
          </p:nvSpPr>
          <p:spPr>
            <a:xfrm>
              <a:off x="5687480" y="24933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0" name="Hexagon 489">
              <a:extLst>
                <a:ext uri="{FF2B5EF4-FFF2-40B4-BE49-F238E27FC236}">
                  <a16:creationId xmlns:a16="http://schemas.microsoft.com/office/drawing/2014/main" id="{6E07D0FF-E92C-4692-8CD9-26532EFEA034}"/>
                </a:ext>
              </a:extLst>
            </p:cNvPr>
            <p:cNvSpPr/>
            <p:nvPr/>
          </p:nvSpPr>
          <p:spPr>
            <a:xfrm>
              <a:off x="5841726" y="243490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1" name="Hexagon 490">
              <a:extLst>
                <a:ext uri="{FF2B5EF4-FFF2-40B4-BE49-F238E27FC236}">
                  <a16:creationId xmlns:a16="http://schemas.microsoft.com/office/drawing/2014/main" id="{3BD4482E-9948-472E-87D2-7BFAB676E1A7}"/>
                </a:ext>
              </a:extLst>
            </p:cNvPr>
            <p:cNvSpPr/>
            <p:nvPr/>
          </p:nvSpPr>
          <p:spPr>
            <a:xfrm>
              <a:off x="5837657" y="23208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2" name="Hexagon 491">
              <a:extLst>
                <a:ext uri="{FF2B5EF4-FFF2-40B4-BE49-F238E27FC236}">
                  <a16:creationId xmlns:a16="http://schemas.microsoft.com/office/drawing/2014/main" id="{4E73C2D6-22F3-4B0D-836F-ED205DE8332C}"/>
                </a:ext>
              </a:extLst>
            </p:cNvPr>
            <p:cNvSpPr/>
            <p:nvPr/>
          </p:nvSpPr>
          <p:spPr>
            <a:xfrm>
              <a:off x="5831496" y="219775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3" name="Hexagon 492">
              <a:extLst>
                <a:ext uri="{FF2B5EF4-FFF2-40B4-BE49-F238E27FC236}">
                  <a16:creationId xmlns:a16="http://schemas.microsoft.com/office/drawing/2014/main" id="{E105F7BE-D3ED-4CD3-80DC-EDF59E9A2BE1}"/>
                </a:ext>
              </a:extLst>
            </p:cNvPr>
            <p:cNvSpPr/>
            <p:nvPr/>
          </p:nvSpPr>
          <p:spPr>
            <a:xfrm>
              <a:off x="5983432" y="213955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4" name="Hexagon 493">
              <a:extLst>
                <a:ext uri="{FF2B5EF4-FFF2-40B4-BE49-F238E27FC236}">
                  <a16:creationId xmlns:a16="http://schemas.microsoft.com/office/drawing/2014/main" id="{F17FB4F4-20AE-440A-AF36-B1147681A5DE}"/>
                </a:ext>
              </a:extLst>
            </p:cNvPr>
            <p:cNvSpPr/>
            <p:nvPr/>
          </p:nvSpPr>
          <p:spPr>
            <a:xfrm>
              <a:off x="5988926" y="225616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5" name="Hexagon 494">
              <a:extLst>
                <a:ext uri="{FF2B5EF4-FFF2-40B4-BE49-F238E27FC236}">
                  <a16:creationId xmlns:a16="http://schemas.microsoft.com/office/drawing/2014/main" id="{15B93B3A-5316-4B6A-B393-8F60FDAA8D37}"/>
                </a:ext>
              </a:extLst>
            </p:cNvPr>
            <p:cNvSpPr/>
            <p:nvPr/>
          </p:nvSpPr>
          <p:spPr>
            <a:xfrm>
              <a:off x="5988926" y="237372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6" name="Hexagon 495">
              <a:extLst>
                <a:ext uri="{FF2B5EF4-FFF2-40B4-BE49-F238E27FC236}">
                  <a16:creationId xmlns:a16="http://schemas.microsoft.com/office/drawing/2014/main" id="{BB01BABA-BD5D-4DCB-8B27-5537559AC93F}"/>
                </a:ext>
              </a:extLst>
            </p:cNvPr>
            <p:cNvSpPr/>
            <p:nvPr/>
          </p:nvSpPr>
          <p:spPr>
            <a:xfrm>
              <a:off x="6141266" y="231363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7" name="Hexagon 496">
              <a:extLst>
                <a:ext uri="{FF2B5EF4-FFF2-40B4-BE49-F238E27FC236}">
                  <a16:creationId xmlns:a16="http://schemas.microsoft.com/office/drawing/2014/main" id="{B9CF51B8-DD9C-47B5-898A-85A8A255085F}"/>
                </a:ext>
              </a:extLst>
            </p:cNvPr>
            <p:cNvSpPr/>
            <p:nvPr/>
          </p:nvSpPr>
          <p:spPr>
            <a:xfrm>
              <a:off x="6141266" y="219772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8" name="Hexagon 497">
              <a:extLst>
                <a:ext uri="{FF2B5EF4-FFF2-40B4-BE49-F238E27FC236}">
                  <a16:creationId xmlns:a16="http://schemas.microsoft.com/office/drawing/2014/main" id="{9E0522B5-3E36-4631-B9C9-F1B2F0CD8EF1}"/>
                </a:ext>
              </a:extLst>
            </p:cNvPr>
            <p:cNvSpPr/>
            <p:nvPr/>
          </p:nvSpPr>
          <p:spPr>
            <a:xfrm>
              <a:off x="6137012" y="208410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9" name="Hexagon 498">
              <a:extLst>
                <a:ext uri="{FF2B5EF4-FFF2-40B4-BE49-F238E27FC236}">
                  <a16:creationId xmlns:a16="http://schemas.microsoft.com/office/drawing/2014/main" id="{BECC9D9C-53B2-4FC2-84CD-E2AE06726B7B}"/>
                </a:ext>
              </a:extLst>
            </p:cNvPr>
            <p:cNvSpPr/>
            <p:nvPr/>
          </p:nvSpPr>
          <p:spPr>
            <a:xfrm>
              <a:off x="6139393" y="196243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0" name="Hexagon 499">
              <a:extLst>
                <a:ext uri="{FF2B5EF4-FFF2-40B4-BE49-F238E27FC236}">
                  <a16:creationId xmlns:a16="http://schemas.microsoft.com/office/drawing/2014/main" id="{E4BAED78-8DE1-4A60-9CEE-D02F57200755}"/>
                </a:ext>
              </a:extLst>
            </p:cNvPr>
            <p:cNvSpPr/>
            <p:nvPr/>
          </p:nvSpPr>
          <p:spPr>
            <a:xfrm>
              <a:off x="6290804" y="225317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1" name="Hexagon 500">
              <a:extLst>
                <a:ext uri="{FF2B5EF4-FFF2-40B4-BE49-F238E27FC236}">
                  <a16:creationId xmlns:a16="http://schemas.microsoft.com/office/drawing/2014/main" id="{05F06598-EE51-4127-8C4F-B21F89EE346B}"/>
                </a:ext>
              </a:extLst>
            </p:cNvPr>
            <p:cNvSpPr/>
            <p:nvPr/>
          </p:nvSpPr>
          <p:spPr>
            <a:xfrm>
              <a:off x="6286550" y="213955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2" name="Hexagon 501">
              <a:extLst>
                <a:ext uri="{FF2B5EF4-FFF2-40B4-BE49-F238E27FC236}">
                  <a16:creationId xmlns:a16="http://schemas.microsoft.com/office/drawing/2014/main" id="{16B4E80D-3EE3-4A27-8040-58D239D487E5}"/>
                </a:ext>
              </a:extLst>
            </p:cNvPr>
            <p:cNvSpPr/>
            <p:nvPr/>
          </p:nvSpPr>
          <p:spPr>
            <a:xfrm>
              <a:off x="6286550" y="201788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3" name="Hexagon 502">
              <a:extLst>
                <a:ext uri="{FF2B5EF4-FFF2-40B4-BE49-F238E27FC236}">
                  <a16:creationId xmlns:a16="http://schemas.microsoft.com/office/drawing/2014/main" id="{E0AD84CF-F8CE-48D0-A4B3-1632A86AEA2F}"/>
                </a:ext>
              </a:extLst>
            </p:cNvPr>
            <p:cNvSpPr/>
            <p:nvPr/>
          </p:nvSpPr>
          <p:spPr>
            <a:xfrm>
              <a:off x="6440529" y="231683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4" name="Hexagon 503">
              <a:extLst>
                <a:ext uri="{FF2B5EF4-FFF2-40B4-BE49-F238E27FC236}">
                  <a16:creationId xmlns:a16="http://schemas.microsoft.com/office/drawing/2014/main" id="{706FF5E4-CEE4-4615-8E6B-631D9B731B95}"/>
                </a:ext>
              </a:extLst>
            </p:cNvPr>
            <p:cNvSpPr/>
            <p:nvPr/>
          </p:nvSpPr>
          <p:spPr>
            <a:xfrm>
              <a:off x="6436274" y="219940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5" name="Hexagon 504">
              <a:extLst>
                <a:ext uri="{FF2B5EF4-FFF2-40B4-BE49-F238E27FC236}">
                  <a16:creationId xmlns:a16="http://schemas.microsoft.com/office/drawing/2014/main" id="{B80442B8-81E3-4A7E-8B55-7A1109F282C4}"/>
                </a:ext>
              </a:extLst>
            </p:cNvPr>
            <p:cNvSpPr/>
            <p:nvPr/>
          </p:nvSpPr>
          <p:spPr>
            <a:xfrm>
              <a:off x="6440084" y="207774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6" name="Hexagon 505">
              <a:extLst>
                <a:ext uri="{FF2B5EF4-FFF2-40B4-BE49-F238E27FC236}">
                  <a16:creationId xmlns:a16="http://schemas.microsoft.com/office/drawing/2014/main" id="{62875DD4-28F7-4DB1-95B1-3AD2AF653E75}"/>
                </a:ext>
              </a:extLst>
            </p:cNvPr>
            <p:cNvSpPr/>
            <p:nvPr/>
          </p:nvSpPr>
          <p:spPr>
            <a:xfrm>
              <a:off x="6448530" y="255668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7" name="Hexagon 506">
              <a:extLst>
                <a:ext uri="{FF2B5EF4-FFF2-40B4-BE49-F238E27FC236}">
                  <a16:creationId xmlns:a16="http://schemas.microsoft.com/office/drawing/2014/main" id="{F04CF7D7-7C5B-4AB9-9F5D-9AD46AE9A82B}"/>
                </a:ext>
              </a:extLst>
            </p:cNvPr>
            <p:cNvSpPr/>
            <p:nvPr/>
          </p:nvSpPr>
          <p:spPr>
            <a:xfrm>
              <a:off x="6444277" y="243925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8" name="Hexagon 507">
              <a:extLst>
                <a:ext uri="{FF2B5EF4-FFF2-40B4-BE49-F238E27FC236}">
                  <a16:creationId xmlns:a16="http://schemas.microsoft.com/office/drawing/2014/main" id="{343104FE-6C81-4BAE-B474-2BB43267BE24}"/>
                </a:ext>
              </a:extLst>
            </p:cNvPr>
            <p:cNvSpPr/>
            <p:nvPr/>
          </p:nvSpPr>
          <p:spPr>
            <a:xfrm>
              <a:off x="6590529" y="201706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9" name="Hexagon 508">
              <a:extLst>
                <a:ext uri="{FF2B5EF4-FFF2-40B4-BE49-F238E27FC236}">
                  <a16:creationId xmlns:a16="http://schemas.microsoft.com/office/drawing/2014/main" id="{5CABF898-458A-400A-A53C-CE99A313C3C4}"/>
                </a:ext>
              </a:extLst>
            </p:cNvPr>
            <p:cNvSpPr/>
            <p:nvPr/>
          </p:nvSpPr>
          <p:spPr>
            <a:xfrm>
              <a:off x="6595801" y="189963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0" name="Hexagon 509">
              <a:extLst>
                <a:ext uri="{FF2B5EF4-FFF2-40B4-BE49-F238E27FC236}">
                  <a16:creationId xmlns:a16="http://schemas.microsoft.com/office/drawing/2014/main" id="{1D2A5200-55A6-467A-84D1-98B1CF1CAE03}"/>
                </a:ext>
              </a:extLst>
            </p:cNvPr>
            <p:cNvSpPr/>
            <p:nvPr/>
          </p:nvSpPr>
          <p:spPr>
            <a:xfrm>
              <a:off x="6597706" y="177987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1" name="Hexagon 510">
              <a:extLst>
                <a:ext uri="{FF2B5EF4-FFF2-40B4-BE49-F238E27FC236}">
                  <a16:creationId xmlns:a16="http://schemas.microsoft.com/office/drawing/2014/main" id="{3E4F391E-32D5-49CC-8391-EC641B328DF6}"/>
                </a:ext>
              </a:extLst>
            </p:cNvPr>
            <p:cNvSpPr/>
            <p:nvPr/>
          </p:nvSpPr>
          <p:spPr>
            <a:xfrm>
              <a:off x="6594721" y="225500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2" name="Hexagon 511">
              <a:extLst>
                <a:ext uri="{FF2B5EF4-FFF2-40B4-BE49-F238E27FC236}">
                  <a16:creationId xmlns:a16="http://schemas.microsoft.com/office/drawing/2014/main" id="{4426B593-241D-4A84-A2A5-2B004A8D2E8F}"/>
                </a:ext>
              </a:extLst>
            </p:cNvPr>
            <p:cNvSpPr/>
            <p:nvPr/>
          </p:nvSpPr>
          <p:spPr>
            <a:xfrm>
              <a:off x="6590467" y="213757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3" name="Hexagon 512">
              <a:extLst>
                <a:ext uri="{FF2B5EF4-FFF2-40B4-BE49-F238E27FC236}">
                  <a16:creationId xmlns:a16="http://schemas.microsoft.com/office/drawing/2014/main" id="{AEC99E85-61E0-4BF5-BBB9-937017529F23}"/>
                </a:ext>
              </a:extLst>
            </p:cNvPr>
            <p:cNvSpPr/>
            <p:nvPr/>
          </p:nvSpPr>
          <p:spPr>
            <a:xfrm>
              <a:off x="6590467" y="237801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4" name="Hexagon 513">
              <a:extLst>
                <a:ext uri="{FF2B5EF4-FFF2-40B4-BE49-F238E27FC236}">
                  <a16:creationId xmlns:a16="http://schemas.microsoft.com/office/drawing/2014/main" id="{B604592F-1519-42CA-802C-F3A79270F424}"/>
                </a:ext>
              </a:extLst>
            </p:cNvPr>
            <p:cNvSpPr/>
            <p:nvPr/>
          </p:nvSpPr>
          <p:spPr>
            <a:xfrm>
              <a:off x="6594659" y="261595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5" name="Hexagon 514">
              <a:extLst>
                <a:ext uri="{FF2B5EF4-FFF2-40B4-BE49-F238E27FC236}">
                  <a16:creationId xmlns:a16="http://schemas.microsoft.com/office/drawing/2014/main" id="{68C3D222-CF8E-46F5-8304-B4390D2CCFEF}"/>
                </a:ext>
              </a:extLst>
            </p:cNvPr>
            <p:cNvSpPr/>
            <p:nvPr/>
          </p:nvSpPr>
          <p:spPr>
            <a:xfrm>
              <a:off x="6590405" y="249852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6" name="Hexagon 515">
              <a:extLst>
                <a:ext uri="{FF2B5EF4-FFF2-40B4-BE49-F238E27FC236}">
                  <a16:creationId xmlns:a16="http://schemas.microsoft.com/office/drawing/2014/main" id="{B9104B83-16AF-4ED2-B95D-CCBB1EF4CD28}"/>
                </a:ext>
              </a:extLst>
            </p:cNvPr>
            <p:cNvSpPr/>
            <p:nvPr/>
          </p:nvSpPr>
          <p:spPr>
            <a:xfrm>
              <a:off x="6743620" y="183859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7" name="Hexagon 516">
              <a:extLst>
                <a:ext uri="{FF2B5EF4-FFF2-40B4-BE49-F238E27FC236}">
                  <a16:creationId xmlns:a16="http://schemas.microsoft.com/office/drawing/2014/main" id="{D8F7BB85-49CC-4D5C-B53C-C552F25BB695}"/>
                </a:ext>
              </a:extLst>
            </p:cNvPr>
            <p:cNvSpPr/>
            <p:nvPr/>
          </p:nvSpPr>
          <p:spPr>
            <a:xfrm>
              <a:off x="6746986" y="172116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8" name="Hexagon 517">
              <a:extLst>
                <a:ext uri="{FF2B5EF4-FFF2-40B4-BE49-F238E27FC236}">
                  <a16:creationId xmlns:a16="http://schemas.microsoft.com/office/drawing/2014/main" id="{D5748C8A-816C-4C5F-B165-E45DB67B57E1}"/>
                </a:ext>
              </a:extLst>
            </p:cNvPr>
            <p:cNvSpPr/>
            <p:nvPr/>
          </p:nvSpPr>
          <p:spPr>
            <a:xfrm>
              <a:off x="6746986" y="160140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9" name="Hexagon 518">
              <a:extLst>
                <a:ext uri="{FF2B5EF4-FFF2-40B4-BE49-F238E27FC236}">
                  <a16:creationId xmlns:a16="http://schemas.microsoft.com/office/drawing/2014/main" id="{83F97801-820D-4817-A022-6BD137B0B66A}"/>
                </a:ext>
              </a:extLst>
            </p:cNvPr>
            <p:cNvSpPr/>
            <p:nvPr/>
          </p:nvSpPr>
          <p:spPr>
            <a:xfrm>
              <a:off x="6744001" y="207654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0" name="Hexagon 519">
              <a:extLst>
                <a:ext uri="{FF2B5EF4-FFF2-40B4-BE49-F238E27FC236}">
                  <a16:creationId xmlns:a16="http://schemas.microsoft.com/office/drawing/2014/main" id="{D72BFE5D-34BB-4911-8A21-83EF00DA1B8D}"/>
                </a:ext>
              </a:extLst>
            </p:cNvPr>
            <p:cNvSpPr/>
            <p:nvPr/>
          </p:nvSpPr>
          <p:spPr>
            <a:xfrm>
              <a:off x="6743558" y="195911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1" name="Hexagon 520">
              <a:extLst>
                <a:ext uri="{FF2B5EF4-FFF2-40B4-BE49-F238E27FC236}">
                  <a16:creationId xmlns:a16="http://schemas.microsoft.com/office/drawing/2014/main" id="{DAF823FB-28CF-426E-96D2-AFADDDC31023}"/>
                </a:ext>
              </a:extLst>
            </p:cNvPr>
            <p:cNvSpPr/>
            <p:nvPr/>
          </p:nvSpPr>
          <p:spPr>
            <a:xfrm>
              <a:off x="6746542" y="231381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2" name="Hexagon 521">
              <a:extLst>
                <a:ext uri="{FF2B5EF4-FFF2-40B4-BE49-F238E27FC236}">
                  <a16:creationId xmlns:a16="http://schemas.microsoft.com/office/drawing/2014/main" id="{FEEBE406-AF55-4A96-8234-973DB864643B}"/>
                </a:ext>
              </a:extLst>
            </p:cNvPr>
            <p:cNvSpPr/>
            <p:nvPr/>
          </p:nvSpPr>
          <p:spPr>
            <a:xfrm>
              <a:off x="6898005" y="166281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3" name="Hexagon 522">
              <a:extLst>
                <a:ext uri="{FF2B5EF4-FFF2-40B4-BE49-F238E27FC236}">
                  <a16:creationId xmlns:a16="http://schemas.microsoft.com/office/drawing/2014/main" id="{A15791A0-13D0-45AF-A4F7-015172A54179}"/>
                </a:ext>
              </a:extLst>
            </p:cNvPr>
            <p:cNvSpPr/>
            <p:nvPr/>
          </p:nvSpPr>
          <p:spPr>
            <a:xfrm>
              <a:off x="6902756" y="154729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4" name="Hexagon 523">
              <a:extLst>
                <a:ext uri="{FF2B5EF4-FFF2-40B4-BE49-F238E27FC236}">
                  <a16:creationId xmlns:a16="http://schemas.microsoft.com/office/drawing/2014/main" id="{BCF84520-B404-491C-B475-52064A308EC1}"/>
                </a:ext>
              </a:extLst>
            </p:cNvPr>
            <p:cNvSpPr/>
            <p:nvPr/>
          </p:nvSpPr>
          <p:spPr>
            <a:xfrm>
              <a:off x="6902756" y="142753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5" name="Hexagon 524">
              <a:extLst>
                <a:ext uri="{FF2B5EF4-FFF2-40B4-BE49-F238E27FC236}">
                  <a16:creationId xmlns:a16="http://schemas.microsoft.com/office/drawing/2014/main" id="{32C0CDE9-64BD-4C29-B0FE-058E21B3B6AB}"/>
                </a:ext>
              </a:extLst>
            </p:cNvPr>
            <p:cNvSpPr/>
            <p:nvPr/>
          </p:nvSpPr>
          <p:spPr>
            <a:xfrm>
              <a:off x="6898127" y="189911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6" name="Hexagon 525">
              <a:extLst>
                <a:ext uri="{FF2B5EF4-FFF2-40B4-BE49-F238E27FC236}">
                  <a16:creationId xmlns:a16="http://schemas.microsoft.com/office/drawing/2014/main" id="{E320833D-7E86-420F-BE96-A94ECA99418A}"/>
                </a:ext>
              </a:extLst>
            </p:cNvPr>
            <p:cNvSpPr/>
            <p:nvPr/>
          </p:nvSpPr>
          <p:spPr>
            <a:xfrm>
              <a:off x="6893613" y="178333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7" name="Hexagon 526">
              <a:extLst>
                <a:ext uri="{FF2B5EF4-FFF2-40B4-BE49-F238E27FC236}">
                  <a16:creationId xmlns:a16="http://schemas.microsoft.com/office/drawing/2014/main" id="{903211F5-8939-4B59-A6F5-53DD6F03F81C}"/>
                </a:ext>
              </a:extLst>
            </p:cNvPr>
            <p:cNvSpPr/>
            <p:nvPr/>
          </p:nvSpPr>
          <p:spPr>
            <a:xfrm>
              <a:off x="6898324" y="214011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8" name="Hexagon 527">
              <a:extLst>
                <a:ext uri="{FF2B5EF4-FFF2-40B4-BE49-F238E27FC236}">
                  <a16:creationId xmlns:a16="http://schemas.microsoft.com/office/drawing/2014/main" id="{4AE6EA3E-16CC-4D70-A86E-2040406800C9}"/>
                </a:ext>
              </a:extLst>
            </p:cNvPr>
            <p:cNvSpPr/>
            <p:nvPr/>
          </p:nvSpPr>
          <p:spPr>
            <a:xfrm>
              <a:off x="6893594" y="202173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9" name="Hexagon 528">
              <a:extLst>
                <a:ext uri="{FF2B5EF4-FFF2-40B4-BE49-F238E27FC236}">
                  <a16:creationId xmlns:a16="http://schemas.microsoft.com/office/drawing/2014/main" id="{1BA0D8A5-75B9-4D79-997F-5D504B16D55C}"/>
                </a:ext>
              </a:extLst>
            </p:cNvPr>
            <p:cNvSpPr/>
            <p:nvPr/>
          </p:nvSpPr>
          <p:spPr>
            <a:xfrm>
              <a:off x="7053275" y="148107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0" name="Hexagon 529">
              <a:extLst>
                <a:ext uri="{FF2B5EF4-FFF2-40B4-BE49-F238E27FC236}">
                  <a16:creationId xmlns:a16="http://schemas.microsoft.com/office/drawing/2014/main" id="{688AF6EB-984E-4E75-B1B3-0C808549F004}"/>
                </a:ext>
              </a:extLst>
            </p:cNvPr>
            <p:cNvSpPr/>
            <p:nvPr/>
          </p:nvSpPr>
          <p:spPr>
            <a:xfrm>
              <a:off x="7056641" y="136555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1" name="Hexagon 530">
              <a:extLst>
                <a:ext uri="{FF2B5EF4-FFF2-40B4-BE49-F238E27FC236}">
                  <a16:creationId xmlns:a16="http://schemas.microsoft.com/office/drawing/2014/main" id="{339C755F-5640-4DA2-BE37-1C1D6589B97C}"/>
                </a:ext>
              </a:extLst>
            </p:cNvPr>
            <p:cNvSpPr/>
            <p:nvPr/>
          </p:nvSpPr>
          <p:spPr>
            <a:xfrm>
              <a:off x="7054736" y="124769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2" name="Hexagon 531">
              <a:extLst>
                <a:ext uri="{FF2B5EF4-FFF2-40B4-BE49-F238E27FC236}">
                  <a16:creationId xmlns:a16="http://schemas.microsoft.com/office/drawing/2014/main" id="{D345D520-067B-46EE-B283-AFEC9C37840F}"/>
                </a:ext>
              </a:extLst>
            </p:cNvPr>
            <p:cNvSpPr/>
            <p:nvPr/>
          </p:nvSpPr>
          <p:spPr>
            <a:xfrm>
              <a:off x="7051308" y="160159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3" name="Hexagon 532">
              <a:extLst>
                <a:ext uri="{FF2B5EF4-FFF2-40B4-BE49-F238E27FC236}">
                  <a16:creationId xmlns:a16="http://schemas.microsoft.com/office/drawing/2014/main" id="{20319993-7F0B-4722-9193-F298B42F9B74}"/>
                </a:ext>
              </a:extLst>
            </p:cNvPr>
            <p:cNvSpPr/>
            <p:nvPr/>
          </p:nvSpPr>
          <p:spPr>
            <a:xfrm>
              <a:off x="4005137" y="398252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4" name="Hexagon 533">
              <a:extLst>
                <a:ext uri="{FF2B5EF4-FFF2-40B4-BE49-F238E27FC236}">
                  <a16:creationId xmlns:a16="http://schemas.microsoft.com/office/drawing/2014/main" id="{38F7C4CD-1037-4CE4-9D63-C96644BC904F}"/>
                </a:ext>
              </a:extLst>
            </p:cNvPr>
            <p:cNvSpPr/>
            <p:nvPr/>
          </p:nvSpPr>
          <p:spPr>
            <a:xfrm>
              <a:off x="4007042" y="386279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5" name="Hexagon 534">
              <a:extLst>
                <a:ext uri="{FF2B5EF4-FFF2-40B4-BE49-F238E27FC236}">
                  <a16:creationId xmlns:a16="http://schemas.microsoft.com/office/drawing/2014/main" id="{86943090-61B6-4F36-A772-50DECD4128AF}"/>
                </a:ext>
              </a:extLst>
            </p:cNvPr>
            <p:cNvSpPr/>
            <p:nvPr/>
          </p:nvSpPr>
          <p:spPr>
            <a:xfrm>
              <a:off x="4159108" y="403782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6" name="Hexagon 535">
              <a:extLst>
                <a:ext uri="{FF2B5EF4-FFF2-40B4-BE49-F238E27FC236}">
                  <a16:creationId xmlns:a16="http://schemas.microsoft.com/office/drawing/2014/main" id="{A65ABD53-5E25-4C95-BC44-B480030EACAF}"/>
                </a:ext>
              </a:extLst>
            </p:cNvPr>
            <p:cNvSpPr/>
            <p:nvPr/>
          </p:nvSpPr>
          <p:spPr>
            <a:xfrm>
              <a:off x="4157463" y="392191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7" name="Hexagon 536">
              <a:extLst>
                <a:ext uri="{FF2B5EF4-FFF2-40B4-BE49-F238E27FC236}">
                  <a16:creationId xmlns:a16="http://schemas.microsoft.com/office/drawing/2014/main" id="{D63618F6-47C2-4054-AF45-C1E7067A6F1D}"/>
                </a:ext>
              </a:extLst>
            </p:cNvPr>
            <p:cNvSpPr/>
            <p:nvPr/>
          </p:nvSpPr>
          <p:spPr>
            <a:xfrm>
              <a:off x="4311141" y="397924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8" name="Hexagon 537">
              <a:extLst>
                <a:ext uri="{FF2B5EF4-FFF2-40B4-BE49-F238E27FC236}">
                  <a16:creationId xmlns:a16="http://schemas.microsoft.com/office/drawing/2014/main" id="{90ABCF1C-4B08-48B9-A8CD-159A667AE30C}"/>
                </a:ext>
              </a:extLst>
            </p:cNvPr>
            <p:cNvSpPr/>
            <p:nvPr/>
          </p:nvSpPr>
          <p:spPr>
            <a:xfrm>
              <a:off x="4310881" y="386211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9" name="Hexagon 538">
              <a:extLst>
                <a:ext uri="{FF2B5EF4-FFF2-40B4-BE49-F238E27FC236}">
                  <a16:creationId xmlns:a16="http://schemas.microsoft.com/office/drawing/2014/main" id="{CB9CA69B-13C5-4C2A-B1CE-82B98D59145D}"/>
                </a:ext>
              </a:extLst>
            </p:cNvPr>
            <p:cNvSpPr/>
            <p:nvPr/>
          </p:nvSpPr>
          <p:spPr>
            <a:xfrm>
              <a:off x="4319420" y="374645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40" name="Hexagon 539">
              <a:extLst>
                <a:ext uri="{FF2B5EF4-FFF2-40B4-BE49-F238E27FC236}">
                  <a16:creationId xmlns:a16="http://schemas.microsoft.com/office/drawing/2014/main" id="{E71DE408-E8F3-4112-8B13-F17E3D7749BA}"/>
                </a:ext>
              </a:extLst>
            </p:cNvPr>
            <p:cNvSpPr/>
            <p:nvPr/>
          </p:nvSpPr>
          <p:spPr>
            <a:xfrm>
              <a:off x="4317515" y="363054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41" name="Hexagon 540">
              <a:extLst>
                <a:ext uri="{FF2B5EF4-FFF2-40B4-BE49-F238E27FC236}">
                  <a16:creationId xmlns:a16="http://schemas.microsoft.com/office/drawing/2014/main" id="{3EB46E38-B1A3-41ED-AD10-D61D0CD03000}"/>
                </a:ext>
              </a:extLst>
            </p:cNvPr>
            <p:cNvSpPr/>
            <p:nvPr/>
          </p:nvSpPr>
          <p:spPr>
            <a:xfrm>
              <a:off x="4469029" y="368570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42" name="Hexagon 541">
              <a:extLst>
                <a:ext uri="{FF2B5EF4-FFF2-40B4-BE49-F238E27FC236}">
                  <a16:creationId xmlns:a16="http://schemas.microsoft.com/office/drawing/2014/main" id="{5DB41D94-318D-4727-8242-A0FADF4D43BF}"/>
                </a:ext>
              </a:extLst>
            </p:cNvPr>
            <p:cNvSpPr/>
            <p:nvPr/>
          </p:nvSpPr>
          <p:spPr>
            <a:xfrm>
              <a:off x="4470934" y="357074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43" name="Hexagon 542">
              <a:extLst>
                <a:ext uri="{FF2B5EF4-FFF2-40B4-BE49-F238E27FC236}">
                  <a16:creationId xmlns:a16="http://schemas.microsoft.com/office/drawing/2014/main" id="{D913CE03-A49B-4470-A8FA-6D44E079012B}"/>
                </a:ext>
              </a:extLst>
            </p:cNvPr>
            <p:cNvSpPr/>
            <p:nvPr/>
          </p:nvSpPr>
          <p:spPr>
            <a:xfrm>
              <a:off x="4468707" y="344936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44" name="Hexagon 543">
              <a:extLst>
                <a:ext uri="{FF2B5EF4-FFF2-40B4-BE49-F238E27FC236}">
                  <a16:creationId xmlns:a16="http://schemas.microsoft.com/office/drawing/2014/main" id="{3181B661-9BBC-49A3-BF7C-0BE711CD8580}"/>
                </a:ext>
              </a:extLst>
            </p:cNvPr>
            <p:cNvSpPr/>
            <p:nvPr/>
          </p:nvSpPr>
          <p:spPr>
            <a:xfrm>
              <a:off x="4470612" y="332964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45" name="Hexagon 544">
              <a:extLst>
                <a:ext uri="{FF2B5EF4-FFF2-40B4-BE49-F238E27FC236}">
                  <a16:creationId xmlns:a16="http://schemas.microsoft.com/office/drawing/2014/main" id="{B274852A-4982-439B-A759-8F9C8C802D4B}"/>
                </a:ext>
              </a:extLst>
            </p:cNvPr>
            <p:cNvSpPr/>
            <p:nvPr/>
          </p:nvSpPr>
          <p:spPr>
            <a:xfrm>
              <a:off x="4620774" y="350467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46" name="Hexagon 545">
              <a:extLst>
                <a:ext uri="{FF2B5EF4-FFF2-40B4-BE49-F238E27FC236}">
                  <a16:creationId xmlns:a16="http://schemas.microsoft.com/office/drawing/2014/main" id="{17733554-43B6-4E05-8356-7F57996D4F79}"/>
                </a:ext>
              </a:extLst>
            </p:cNvPr>
            <p:cNvSpPr/>
            <p:nvPr/>
          </p:nvSpPr>
          <p:spPr>
            <a:xfrm>
              <a:off x="4618869" y="338875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48" name="Hexagon 547">
              <a:extLst>
                <a:ext uri="{FF2B5EF4-FFF2-40B4-BE49-F238E27FC236}">
                  <a16:creationId xmlns:a16="http://schemas.microsoft.com/office/drawing/2014/main" id="{1076F6E8-4EE3-4A93-A35A-02393ED59D7D}"/>
                </a:ext>
              </a:extLst>
            </p:cNvPr>
            <p:cNvSpPr/>
            <p:nvPr/>
          </p:nvSpPr>
          <p:spPr>
            <a:xfrm>
              <a:off x="4767232" y="356528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49" name="Hexagon 548">
              <a:extLst>
                <a:ext uri="{FF2B5EF4-FFF2-40B4-BE49-F238E27FC236}">
                  <a16:creationId xmlns:a16="http://schemas.microsoft.com/office/drawing/2014/main" id="{B3DB4454-6BFD-493F-A6F8-55ACF91A662B}"/>
                </a:ext>
              </a:extLst>
            </p:cNvPr>
            <p:cNvSpPr/>
            <p:nvPr/>
          </p:nvSpPr>
          <p:spPr>
            <a:xfrm>
              <a:off x="4769137" y="344555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50" name="Hexagon 549">
              <a:extLst>
                <a:ext uri="{FF2B5EF4-FFF2-40B4-BE49-F238E27FC236}">
                  <a16:creationId xmlns:a16="http://schemas.microsoft.com/office/drawing/2014/main" id="{8419D466-2E0F-4C0D-8A1A-1ACA6091D01D}"/>
                </a:ext>
              </a:extLst>
            </p:cNvPr>
            <p:cNvSpPr/>
            <p:nvPr/>
          </p:nvSpPr>
          <p:spPr>
            <a:xfrm>
              <a:off x="4919298" y="362058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51" name="Hexagon 550">
              <a:extLst>
                <a:ext uri="{FF2B5EF4-FFF2-40B4-BE49-F238E27FC236}">
                  <a16:creationId xmlns:a16="http://schemas.microsoft.com/office/drawing/2014/main" id="{495B0042-43F0-43F5-8C00-CD65FF23BAC1}"/>
                </a:ext>
              </a:extLst>
            </p:cNvPr>
            <p:cNvSpPr/>
            <p:nvPr/>
          </p:nvSpPr>
          <p:spPr>
            <a:xfrm>
              <a:off x="4917393" y="350467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52" name="Hexagon 551">
              <a:extLst>
                <a:ext uri="{FF2B5EF4-FFF2-40B4-BE49-F238E27FC236}">
                  <a16:creationId xmlns:a16="http://schemas.microsoft.com/office/drawing/2014/main" id="{CFE734B2-F25B-4904-8506-3F9B2F23D47F}"/>
                </a:ext>
              </a:extLst>
            </p:cNvPr>
            <p:cNvSpPr/>
            <p:nvPr/>
          </p:nvSpPr>
          <p:spPr>
            <a:xfrm>
              <a:off x="4163223" y="415951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53" name="Hexagon 552">
              <a:extLst>
                <a:ext uri="{FF2B5EF4-FFF2-40B4-BE49-F238E27FC236}">
                  <a16:creationId xmlns:a16="http://schemas.microsoft.com/office/drawing/2014/main" id="{013A5A37-BFF8-4D34-AB3C-31CC5A7D38CF}"/>
                </a:ext>
              </a:extLst>
            </p:cNvPr>
            <p:cNvSpPr/>
            <p:nvPr/>
          </p:nvSpPr>
          <p:spPr>
            <a:xfrm>
              <a:off x="4313384" y="421672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54" name="Hexagon 553">
              <a:extLst>
                <a:ext uri="{FF2B5EF4-FFF2-40B4-BE49-F238E27FC236}">
                  <a16:creationId xmlns:a16="http://schemas.microsoft.com/office/drawing/2014/main" id="{1F8A335F-54C9-4597-AADC-4685BDA0E286}"/>
                </a:ext>
              </a:extLst>
            </p:cNvPr>
            <p:cNvSpPr/>
            <p:nvPr/>
          </p:nvSpPr>
          <p:spPr>
            <a:xfrm>
              <a:off x="4466802" y="415978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55" name="Hexagon 554">
              <a:extLst>
                <a:ext uri="{FF2B5EF4-FFF2-40B4-BE49-F238E27FC236}">
                  <a16:creationId xmlns:a16="http://schemas.microsoft.com/office/drawing/2014/main" id="{3C790B74-9236-4347-9721-CD8F3E7E7948}"/>
                </a:ext>
              </a:extLst>
            </p:cNvPr>
            <p:cNvSpPr/>
            <p:nvPr/>
          </p:nvSpPr>
          <p:spPr>
            <a:xfrm>
              <a:off x="4464897" y="404101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56" name="Hexagon 555">
              <a:extLst>
                <a:ext uri="{FF2B5EF4-FFF2-40B4-BE49-F238E27FC236}">
                  <a16:creationId xmlns:a16="http://schemas.microsoft.com/office/drawing/2014/main" id="{454822FE-394F-4793-944D-9B7EC35C2220}"/>
                </a:ext>
              </a:extLst>
            </p:cNvPr>
            <p:cNvSpPr/>
            <p:nvPr/>
          </p:nvSpPr>
          <p:spPr>
            <a:xfrm>
              <a:off x="4005633" y="433904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57" name="Hexagon 556">
              <a:extLst>
                <a:ext uri="{FF2B5EF4-FFF2-40B4-BE49-F238E27FC236}">
                  <a16:creationId xmlns:a16="http://schemas.microsoft.com/office/drawing/2014/main" id="{625AF694-D97C-4DE7-9DA3-216C5C069DCE}"/>
                </a:ext>
              </a:extLst>
            </p:cNvPr>
            <p:cNvSpPr/>
            <p:nvPr/>
          </p:nvSpPr>
          <p:spPr>
            <a:xfrm>
              <a:off x="4161509" y="439434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58" name="Hexagon 557">
              <a:extLst>
                <a:ext uri="{FF2B5EF4-FFF2-40B4-BE49-F238E27FC236}">
                  <a16:creationId xmlns:a16="http://schemas.microsoft.com/office/drawing/2014/main" id="{67393856-B109-4CF3-B74F-0E8DBF9BC8FE}"/>
                </a:ext>
              </a:extLst>
            </p:cNvPr>
            <p:cNvSpPr/>
            <p:nvPr/>
          </p:nvSpPr>
          <p:spPr>
            <a:xfrm>
              <a:off x="4159604" y="427843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59" name="Hexagon 558">
              <a:extLst>
                <a:ext uri="{FF2B5EF4-FFF2-40B4-BE49-F238E27FC236}">
                  <a16:creationId xmlns:a16="http://schemas.microsoft.com/office/drawing/2014/main" id="{DF3DCA95-88AF-4069-8DA0-3B7A97AB13BC}"/>
                </a:ext>
              </a:extLst>
            </p:cNvPr>
            <p:cNvSpPr/>
            <p:nvPr/>
          </p:nvSpPr>
          <p:spPr>
            <a:xfrm>
              <a:off x="4008653" y="445498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60" name="Hexagon 559">
              <a:extLst>
                <a:ext uri="{FF2B5EF4-FFF2-40B4-BE49-F238E27FC236}">
                  <a16:creationId xmlns:a16="http://schemas.microsoft.com/office/drawing/2014/main" id="{C6180B6D-AB72-4C2B-9E59-7FDA88B1C6E0}"/>
                </a:ext>
              </a:extLst>
            </p:cNvPr>
            <p:cNvSpPr/>
            <p:nvPr/>
          </p:nvSpPr>
          <p:spPr>
            <a:xfrm>
              <a:off x="4008959" y="457477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61" name="Hexagon 560">
              <a:extLst>
                <a:ext uri="{FF2B5EF4-FFF2-40B4-BE49-F238E27FC236}">
                  <a16:creationId xmlns:a16="http://schemas.microsoft.com/office/drawing/2014/main" id="{5F236291-1FF6-4576-8E7B-D9EA45312BC8}"/>
                </a:ext>
              </a:extLst>
            </p:cNvPr>
            <p:cNvSpPr/>
            <p:nvPr/>
          </p:nvSpPr>
          <p:spPr>
            <a:xfrm>
              <a:off x="3853793" y="475265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62" name="Hexagon 561">
              <a:extLst>
                <a:ext uri="{FF2B5EF4-FFF2-40B4-BE49-F238E27FC236}">
                  <a16:creationId xmlns:a16="http://schemas.microsoft.com/office/drawing/2014/main" id="{8C7285FB-7E8E-4FE6-ABAD-7DEC8A135300}"/>
                </a:ext>
              </a:extLst>
            </p:cNvPr>
            <p:cNvSpPr/>
            <p:nvPr/>
          </p:nvSpPr>
          <p:spPr>
            <a:xfrm>
              <a:off x="4009626" y="480959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63" name="Hexagon 562">
              <a:extLst>
                <a:ext uri="{FF2B5EF4-FFF2-40B4-BE49-F238E27FC236}">
                  <a16:creationId xmlns:a16="http://schemas.microsoft.com/office/drawing/2014/main" id="{217DD52A-F365-4541-B9F9-7272358F8C77}"/>
                </a:ext>
              </a:extLst>
            </p:cNvPr>
            <p:cNvSpPr/>
            <p:nvPr/>
          </p:nvSpPr>
          <p:spPr>
            <a:xfrm>
              <a:off x="4007245" y="469368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64" name="Hexagon 563">
              <a:extLst>
                <a:ext uri="{FF2B5EF4-FFF2-40B4-BE49-F238E27FC236}">
                  <a16:creationId xmlns:a16="http://schemas.microsoft.com/office/drawing/2014/main" id="{F39881D5-2CDB-47FC-AAFE-BB1F7B79A83B}"/>
                </a:ext>
              </a:extLst>
            </p:cNvPr>
            <p:cNvSpPr/>
            <p:nvPr/>
          </p:nvSpPr>
          <p:spPr>
            <a:xfrm>
              <a:off x="3697514" y="49290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65" name="Hexagon 564">
              <a:extLst>
                <a:ext uri="{FF2B5EF4-FFF2-40B4-BE49-F238E27FC236}">
                  <a16:creationId xmlns:a16="http://schemas.microsoft.com/office/drawing/2014/main" id="{A5BE63FA-7873-4D60-B531-0D806723E44F}"/>
                </a:ext>
              </a:extLst>
            </p:cNvPr>
            <p:cNvSpPr/>
            <p:nvPr/>
          </p:nvSpPr>
          <p:spPr>
            <a:xfrm>
              <a:off x="3855295" y="498821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66" name="Hexagon 565">
              <a:extLst>
                <a:ext uri="{FF2B5EF4-FFF2-40B4-BE49-F238E27FC236}">
                  <a16:creationId xmlns:a16="http://schemas.microsoft.com/office/drawing/2014/main" id="{EC7A563D-A718-4B78-A23D-AAE1EC92664C}"/>
                </a:ext>
              </a:extLst>
            </p:cNvPr>
            <p:cNvSpPr/>
            <p:nvPr/>
          </p:nvSpPr>
          <p:spPr>
            <a:xfrm>
              <a:off x="3855295" y="487229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67" name="Hexagon 566">
              <a:extLst>
                <a:ext uri="{FF2B5EF4-FFF2-40B4-BE49-F238E27FC236}">
                  <a16:creationId xmlns:a16="http://schemas.microsoft.com/office/drawing/2014/main" id="{13327D4C-14B2-404A-9553-B0F8C36BB14A}"/>
                </a:ext>
              </a:extLst>
            </p:cNvPr>
            <p:cNvSpPr/>
            <p:nvPr/>
          </p:nvSpPr>
          <p:spPr>
            <a:xfrm>
              <a:off x="3703882" y="504501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68" name="Hexagon 567">
              <a:extLst>
                <a:ext uri="{FF2B5EF4-FFF2-40B4-BE49-F238E27FC236}">
                  <a16:creationId xmlns:a16="http://schemas.microsoft.com/office/drawing/2014/main" id="{DF7C8E43-5CDF-451F-8225-CB3E9CF931EF}"/>
                </a:ext>
              </a:extLst>
            </p:cNvPr>
            <p:cNvSpPr/>
            <p:nvPr/>
          </p:nvSpPr>
          <p:spPr>
            <a:xfrm>
              <a:off x="3859714" y="510412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69" name="Hexagon 568">
              <a:extLst>
                <a:ext uri="{FF2B5EF4-FFF2-40B4-BE49-F238E27FC236}">
                  <a16:creationId xmlns:a16="http://schemas.microsoft.com/office/drawing/2014/main" id="{26372D45-74BA-4F1C-A3CB-60546EC9DEEE}"/>
                </a:ext>
              </a:extLst>
            </p:cNvPr>
            <p:cNvSpPr/>
            <p:nvPr/>
          </p:nvSpPr>
          <p:spPr>
            <a:xfrm>
              <a:off x="3708501" y="516491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70" name="Hexagon 569">
              <a:extLst>
                <a:ext uri="{FF2B5EF4-FFF2-40B4-BE49-F238E27FC236}">
                  <a16:creationId xmlns:a16="http://schemas.microsoft.com/office/drawing/2014/main" id="{2A1342B5-E040-463A-A19F-66F45EAB3185}"/>
                </a:ext>
              </a:extLst>
            </p:cNvPr>
            <p:cNvSpPr/>
            <p:nvPr/>
          </p:nvSpPr>
          <p:spPr>
            <a:xfrm>
              <a:off x="3553920" y="510457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71" name="Hexagon 570">
              <a:extLst>
                <a:ext uri="{FF2B5EF4-FFF2-40B4-BE49-F238E27FC236}">
                  <a16:creationId xmlns:a16="http://schemas.microsoft.com/office/drawing/2014/main" id="{199A11F7-E8F0-40AC-9035-0F8E3F9EEC76}"/>
                </a:ext>
              </a:extLst>
            </p:cNvPr>
            <p:cNvSpPr/>
            <p:nvPr/>
          </p:nvSpPr>
          <p:spPr>
            <a:xfrm>
              <a:off x="3555422" y="522399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72" name="Hexagon 571">
              <a:extLst>
                <a:ext uri="{FF2B5EF4-FFF2-40B4-BE49-F238E27FC236}">
                  <a16:creationId xmlns:a16="http://schemas.microsoft.com/office/drawing/2014/main" id="{B6D9F371-705D-4B75-8D00-FD4D82629D28}"/>
                </a:ext>
              </a:extLst>
            </p:cNvPr>
            <p:cNvSpPr/>
            <p:nvPr/>
          </p:nvSpPr>
          <p:spPr>
            <a:xfrm>
              <a:off x="3854300" y="522806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73" name="Hexagon 572">
              <a:extLst>
                <a:ext uri="{FF2B5EF4-FFF2-40B4-BE49-F238E27FC236}">
                  <a16:creationId xmlns:a16="http://schemas.microsoft.com/office/drawing/2014/main" id="{09876A72-7075-42D9-B173-0FFBF00964D9}"/>
                </a:ext>
              </a:extLst>
            </p:cNvPr>
            <p:cNvSpPr/>
            <p:nvPr/>
          </p:nvSpPr>
          <p:spPr>
            <a:xfrm>
              <a:off x="3704515" y="528859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74" name="Hexagon 573">
              <a:extLst>
                <a:ext uri="{FF2B5EF4-FFF2-40B4-BE49-F238E27FC236}">
                  <a16:creationId xmlns:a16="http://schemas.microsoft.com/office/drawing/2014/main" id="{0EA52BE5-0E61-4383-8AC6-5BAF059FF013}"/>
                </a:ext>
              </a:extLst>
            </p:cNvPr>
            <p:cNvSpPr/>
            <p:nvPr/>
          </p:nvSpPr>
          <p:spPr>
            <a:xfrm>
              <a:off x="3705309" y="563834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75" name="Hexagon 574">
              <a:extLst>
                <a:ext uri="{FF2B5EF4-FFF2-40B4-BE49-F238E27FC236}">
                  <a16:creationId xmlns:a16="http://schemas.microsoft.com/office/drawing/2014/main" id="{9D7EA6A0-34C5-45F9-AFBA-70A4C3523092}"/>
                </a:ext>
              </a:extLst>
            </p:cNvPr>
            <p:cNvSpPr/>
            <p:nvPr/>
          </p:nvSpPr>
          <p:spPr>
            <a:xfrm>
              <a:off x="3863090" y="569746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76" name="Hexagon 575">
              <a:extLst>
                <a:ext uri="{FF2B5EF4-FFF2-40B4-BE49-F238E27FC236}">
                  <a16:creationId xmlns:a16="http://schemas.microsoft.com/office/drawing/2014/main" id="{01BBBD36-0594-4675-A713-8D278C051676}"/>
                </a:ext>
              </a:extLst>
            </p:cNvPr>
            <p:cNvSpPr/>
            <p:nvPr/>
          </p:nvSpPr>
          <p:spPr>
            <a:xfrm>
              <a:off x="3707331" y="575825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77" name="Hexagon 576">
              <a:extLst>
                <a:ext uri="{FF2B5EF4-FFF2-40B4-BE49-F238E27FC236}">
                  <a16:creationId xmlns:a16="http://schemas.microsoft.com/office/drawing/2014/main" id="{C4615A36-C74C-4540-9E88-30320FED9269}"/>
                </a:ext>
              </a:extLst>
            </p:cNvPr>
            <p:cNvSpPr/>
            <p:nvPr/>
          </p:nvSpPr>
          <p:spPr>
            <a:xfrm>
              <a:off x="3855295" y="582139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78" name="Hexagon 577">
              <a:extLst>
                <a:ext uri="{FF2B5EF4-FFF2-40B4-BE49-F238E27FC236}">
                  <a16:creationId xmlns:a16="http://schemas.microsoft.com/office/drawing/2014/main" id="{EEDB24F1-3AAE-4B18-839F-A6B5A63854DF}"/>
                </a:ext>
              </a:extLst>
            </p:cNvPr>
            <p:cNvSpPr/>
            <p:nvPr/>
          </p:nvSpPr>
          <p:spPr>
            <a:xfrm>
              <a:off x="3703346" y="588409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79" name="Hexagon 578">
              <a:extLst>
                <a:ext uri="{FF2B5EF4-FFF2-40B4-BE49-F238E27FC236}">
                  <a16:creationId xmlns:a16="http://schemas.microsoft.com/office/drawing/2014/main" id="{678A667A-64A5-4FEB-96C7-5646A4D6CE60}"/>
                </a:ext>
              </a:extLst>
            </p:cNvPr>
            <p:cNvSpPr/>
            <p:nvPr/>
          </p:nvSpPr>
          <p:spPr>
            <a:xfrm>
              <a:off x="4917072" y="33870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80" name="Hexagon 579">
              <a:extLst>
                <a:ext uri="{FF2B5EF4-FFF2-40B4-BE49-F238E27FC236}">
                  <a16:creationId xmlns:a16="http://schemas.microsoft.com/office/drawing/2014/main" id="{615A75A0-02A4-4084-9558-4C4FE55C2852}"/>
                </a:ext>
              </a:extLst>
            </p:cNvPr>
            <p:cNvSpPr/>
            <p:nvPr/>
          </p:nvSpPr>
          <p:spPr>
            <a:xfrm>
              <a:off x="5066453" y="344451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81" name="Hexagon 580">
              <a:extLst>
                <a:ext uri="{FF2B5EF4-FFF2-40B4-BE49-F238E27FC236}">
                  <a16:creationId xmlns:a16="http://schemas.microsoft.com/office/drawing/2014/main" id="{CD491C22-92D6-4972-BD3D-D041F85AE4EE}"/>
                </a:ext>
              </a:extLst>
            </p:cNvPr>
            <p:cNvSpPr/>
            <p:nvPr/>
          </p:nvSpPr>
          <p:spPr>
            <a:xfrm>
              <a:off x="5066723" y="3326436"/>
              <a:ext cx="195605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82" name="Hexagon 581">
              <a:extLst>
                <a:ext uri="{FF2B5EF4-FFF2-40B4-BE49-F238E27FC236}">
                  <a16:creationId xmlns:a16="http://schemas.microsoft.com/office/drawing/2014/main" id="{A36A832F-383F-4EF2-91C9-CCF53A573938}"/>
                </a:ext>
              </a:extLst>
            </p:cNvPr>
            <p:cNvSpPr/>
            <p:nvPr/>
          </p:nvSpPr>
          <p:spPr>
            <a:xfrm>
              <a:off x="5078512" y="320926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83" name="Hexagon 582">
              <a:extLst>
                <a:ext uri="{FF2B5EF4-FFF2-40B4-BE49-F238E27FC236}">
                  <a16:creationId xmlns:a16="http://schemas.microsoft.com/office/drawing/2014/main" id="{1D659D05-DC1E-4B21-BDA9-8DD1C8F3F69D}"/>
                </a:ext>
              </a:extLst>
            </p:cNvPr>
            <p:cNvSpPr/>
            <p:nvPr/>
          </p:nvSpPr>
          <p:spPr>
            <a:xfrm>
              <a:off x="5211978" y="3384294"/>
              <a:ext cx="205440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84" name="Hexagon 583">
              <a:extLst>
                <a:ext uri="{FF2B5EF4-FFF2-40B4-BE49-F238E27FC236}">
                  <a16:creationId xmlns:a16="http://schemas.microsoft.com/office/drawing/2014/main" id="{8B1FFD5E-B04E-484B-BE6E-FA62E195C74F}"/>
                </a:ext>
              </a:extLst>
            </p:cNvPr>
            <p:cNvSpPr/>
            <p:nvPr/>
          </p:nvSpPr>
          <p:spPr>
            <a:xfrm>
              <a:off x="5223522" y="326837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85" name="Hexagon 584">
              <a:extLst>
                <a:ext uri="{FF2B5EF4-FFF2-40B4-BE49-F238E27FC236}">
                  <a16:creationId xmlns:a16="http://schemas.microsoft.com/office/drawing/2014/main" id="{6ED19B89-0091-42D6-B8E1-96975B3A15E9}"/>
                </a:ext>
              </a:extLst>
            </p:cNvPr>
            <p:cNvSpPr/>
            <p:nvPr/>
          </p:nvSpPr>
          <p:spPr>
            <a:xfrm>
              <a:off x="5067557" y="367854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86" name="Hexagon 585">
              <a:extLst>
                <a:ext uri="{FF2B5EF4-FFF2-40B4-BE49-F238E27FC236}">
                  <a16:creationId xmlns:a16="http://schemas.microsoft.com/office/drawing/2014/main" id="{6551A318-4E63-4A3C-80D9-931C47ED17EE}"/>
                </a:ext>
              </a:extLst>
            </p:cNvPr>
            <p:cNvSpPr/>
            <p:nvPr/>
          </p:nvSpPr>
          <p:spPr>
            <a:xfrm>
              <a:off x="5067557" y="35647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87" name="Hexagon 586">
              <a:extLst>
                <a:ext uri="{FF2B5EF4-FFF2-40B4-BE49-F238E27FC236}">
                  <a16:creationId xmlns:a16="http://schemas.microsoft.com/office/drawing/2014/main" id="{0882B049-C7EA-4FD1-8686-D56BF2ACC0FD}"/>
                </a:ext>
              </a:extLst>
            </p:cNvPr>
            <p:cNvSpPr/>
            <p:nvPr/>
          </p:nvSpPr>
          <p:spPr>
            <a:xfrm>
              <a:off x="5221377" y="361858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88" name="Hexagon 587">
              <a:extLst>
                <a:ext uri="{FF2B5EF4-FFF2-40B4-BE49-F238E27FC236}">
                  <a16:creationId xmlns:a16="http://schemas.microsoft.com/office/drawing/2014/main" id="{F3636B69-0CA5-4C11-AA82-D3E7184ECC4C}"/>
                </a:ext>
              </a:extLst>
            </p:cNvPr>
            <p:cNvSpPr/>
            <p:nvPr/>
          </p:nvSpPr>
          <p:spPr>
            <a:xfrm>
              <a:off x="5208729" y="3504572"/>
              <a:ext cx="207441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89" name="Hexagon 588">
              <a:extLst>
                <a:ext uri="{FF2B5EF4-FFF2-40B4-BE49-F238E27FC236}">
                  <a16:creationId xmlns:a16="http://schemas.microsoft.com/office/drawing/2014/main" id="{ED804796-F691-41B3-949F-7EF17FE36808}"/>
                </a:ext>
              </a:extLst>
            </p:cNvPr>
            <p:cNvSpPr/>
            <p:nvPr/>
          </p:nvSpPr>
          <p:spPr>
            <a:xfrm>
              <a:off x="4919298" y="374267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90" name="Hexagon 589">
              <a:extLst>
                <a:ext uri="{FF2B5EF4-FFF2-40B4-BE49-F238E27FC236}">
                  <a16:creationId xmlns:a16="http://schemas.microsoft.com/office/drawing/2014/main" id="{96CEA502-8302-4332-A8D4-EDC90BFA35CF}"/>
                </a:ext>
              </a:extLst>
            </p:cNvPr>
            <p:cNvSpPr/>
            <p:nvPr/>
          </p:nvSpPr>
          <p:spPr>
            <a:xfrm>
              <a:off x="5067557" y="380062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91" name="Hexagon 590">
              <a:extLst>
                <a:ext uri="{FF2B5EF4-FFF2-40B4-BE49-F238E27FC236}">
                  <a16:creationId xmlns:a16="http://schemas.microsoft.com/office/drawing/2014/main" id="{0346CB54-EB83-41D0-9039-1B361C924792}"/>
                </a:ext>
              </a:extLst>
            </p:cNvPr>
            <p:cNvSpPr/>
            <p:nvPr/>
          </p:nvSpPr>
          <p:spPr>
            <a:xfrm>
              <a:off x="5221117" y="374066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92" name="Hexagon 591">
              <a:extLst>
                <a:ext uri="{FF2B5EF4-FFF2-40B4-BE49-F238E27FC236}">
                  <a16:creationId xmlns:a16="http://schemas.microsoft.com/office/drawing/2014/main" id="{C8F1D1F2-56FD-4CBE-91B2-34D202C0239B}"/>
                </a:ext>
              </a:extLst>
            </p:cNvPr>
            <p:cNvSpPr/>
            <p:nvPr/>
          </p:nvSpPr>
          <p:spPr>
            <a:xfrm>
              <a:off x="5378884" y="379958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93" name="Hexagon 592">
              <a:extLst>
                <a:ext uri="{FF2B5EF4-FFF2-40B4-BE49-F238E27FC236}">
                  <a16:creationId xmlns:a16="http://schemas.microsoft.com/office/drawing/2014/main" id="{F67EF221-091F-4D43-838F-B1C55750157E}"/>
                </a:ext>
              </a:extLst>
            </p:cNvPr>
            <p:cNvSpPr/>
            <p:nvPr/>
          </p:nvSpPr>
          <p:spPr>
            <a:xfrm>
              <a:off x="5374814" y="367960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94" name="Hexagon 593">
              <a:extLst>
                <a:ext uri="{FF2B5EF4-FFF2-40B4-BE49-F238E27FC236}">
                  <a16:creationId xmlns:a16="http://schemas.microsoft.com/office/drawing/2014/main" id="{10658CC7-4CEF-4F91-8816-508E16DFD598}"/>
                </a:ext>
              </a:extLst>
            </p:cNvPr>
            <p:cNvSpPr/>
            <p:nvPr/>
          </p:nvSpPr>
          <p:spPr>
            <a:xfrm>
              <a:off x="5529048" y="385754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95" name="Hexagon 594">
              <a:extLst>
                <a:ext uri="{FF2B5EF4-FFF2-40B4-BE49-F238E27FC236}">
                  <a16:creationId xmlns:a16="http://schemas.microsoft.com/office/drawing/2014/main" id="{66B7B119-56C4-4F0D-9005-52EB8FF89367}"/>
                </a:ext>
              </a:extLst>
            </p:cNvPr>
            <p:cNvSpPr/>
            <p:nvPr/>
          </p:nvSpPr>
          <p:spPr>
            <a:xfrm>
              <a:off x="5682868" y="391966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96" name="Hexagon 595">
              <a:extLst>
                <a:ext uri="{FF2B5EF4-FFF2-40B4-BE49-F238E27FC236}">
                  <a16:creationId xmlns:a16="http://schemas.microsoft.com/office/drawing/2014/main" id="{D8374F2C-7FA5-4A52-8784-97CDC12CDF41}"/>
                </a:ext>
              </a:extLst>
            </p:cNvPr>
            <p:cNvSpPr/>
            <p:nvPr/>
          </p:nvSpPr>
          <p:spPr>
            <a:xfrm>
              <a:off x="5981287" y="391849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97" name="Hexagon 596">
              <a:extLst>
                <a:ext uri="{FF2B5EF4-FFF2-40B4-BE49-F238E27FC236}">
                  <a16:creationId xmlns:a16="http://schemas.microsoft.com/office/drawing/2014/main" id="{C646DFAC-E60F-4F16-AF41-2803FAC1A51D}"/>
                </a:ext>
              </a:extLst>
            </p:cNvPr>
            <p:cNvSpPr/>
            <p:nvPr/>
          </p:nvSpPr>
          <p:spPr>
            <a:xfrm>
              <a:off x="6137012" y="386044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98" name="Hexagon 597">
              <a:extLst>
                <a:ext uri="{FF2B5EF4-FFF2-40B4-BE49-F238E27FC236}">
                  <a16:creationId xmlns:a16="http://schemas.microsoft.com/office/drawing/2014/main" id="{081169B6-4BFA-40EC-8EE4-971102F300EF}"/>
                </a:ext>
              </a:extLst>
            </p:cNvPr>
            <p:cNvSpPr/>
            <p:nvPr/>
          </p:nvSpPr>
          <p:spPr>
            <a:xfrm>
              <a:off x="5833028" y="398262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99" name="Hexagon 598">
              <a:extLst>
                <a:ext uri="{FF2B5EF4-FFF2-40B4-BE49-F238E27FC236}">
                  <a16:creationId xmlns:a16="http://schemas.microsoft.com/office/drawing/2014/main" id="{087FCCA5-DD5D-498E-BB2D-11CDE753643B}"/>
                </a:ext>
              </a:extLst>
            </p:cNvPr>
            <p:cNvSpPr/>
            <p:nvPr/>
          </p:nvSpPr>
          <p:spPr>
            <a:xfrm>
              <a:off x="6137012" y="398252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00" name="Hexagon 599">
              <a:extLst>
                <a:ext uri="{FF2B5EF4-FFF2-40B4-BE49-F238E27FC236}">
                  <a16:creationId xmlns:a16="http://schemas.microsoft.com/office/drawing/2014/main" id="{4F31EA25-E935-4BA0-9F51-D0B7A755168B}"/>
                </a:ext>
              </a:extLst>
            </p:cNvPr>
            <p:cNvSpPr/>
            <p:nvPr/>
          </p:nvSpPr>
          <p:spPr>
            <a:xfrm>
              <a:off x="5682542" y="320166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01" name="Hexagon 600">
              <a:extLst>
                <a:ext uri="{FF2B5EF4-FFF2-40B4-BE49-F238E27FC236}">
                  <a16:creationId xmlns:a16="http://schemas.microsoft.com/office/drawing/2014/main" id="{C3CCF791-EE71-4BE1-9660-3C3D5C99A111}"/>
                </a:ext>
              </a:extLst>
            </p:cNvPr>
            <p:cNvSpPr/>
            <p:nvPr/>
          </p:nvSpPr>
          <p:spPr>
            <a:xfrm>
              <a:off x="5838418" y="325696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02" name="Hexagon 601">
              <a:extLst>
                <a:ext uri="{FF2B5EF4-FFF2-40B4-BE49-F238E27FC236}">
                  <a16:creationId xmlns:a16="http://schemas.microsoft.com/office/drawing/2014/main" id="{0E927B75-E501-4CF1-AEE4-AB12474D41EF}"/>
                </a:ext>
              </a:extLst>
            </p:cNvPr>
            <p:cNvSpPr/>
            <p:nvPr/>
          </p:nvSpPr>
          <p:spPr>
            <a:xfrm>
              <a:off x="5838418" y="314105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03" name="Hexagon 602">
              <a:extLst>
                <a:ext uri="{FF2B5EF4-FFF2-40B4-BE49-F238E27FC236}">
                  <a16:creationId xmlns:a16="http://schemas.microsoft.com/office/drawing/2014/main" id="{6B5B1200-CD47-4EF8-B2D2-6EC6A727AD84}"/>
                </a:ext>
              </a:extLst>
            </p:cNvPr>
            <p:cNvSpPr/>
            <p:nvPr/>
          </p:nvSpPr>
          <p:spPr>
            <a:xfrm>
              <a:off x="5833028" y="337724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04" name="Hexagon 603">
              <a:extLst>
                <a:ext uri="{FF2B5EF4-FFF2-40B4-BE49-F238E27FC236}">
                  <a16:creationId xmlns:a16="http://schemas.microsoft.com/office/drawing/2014/main" id="{22119246-C37C-4419-B8BD-CDE25B3D0B5B}"/>
                </a:ext>
              </a:extLst>
            </p:cNvPr>
            <p:cNvSpPr/>
            <p:nvPr/>
          </p:nvSpPr>
          <p:spPr>
            <a:xfrm>
              <a:off x="5984539" y="343857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05" name="Hexagon 604">
              <a:extLst>
                <a:ext uri="{FF2B5EF4-FFF2-40B4-BE49-F238E27FC236}">
                  <a16:creationId xmlns:a16="http://schemas.microsoft.com/office/drawing/2014/main" id="{EBAE9A22-3BB9-4ADB-B738-3FCFB8822389}"/>
                </a:ext>
              </a:extLst>
            </p:cNvPr>
            <p:cNvSpPr/>
            <p:nvPr/>
          </p:nvSpPr>
          <p:spPr>
            <a:xfrm>
              <a:off x="6138049" y="361480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06" name="Hexagon 605">
              <a:extLst>
                <a:ext uri="{FF2B5EF4-FFF2-40B4-BE49-F238E27FC236}">
                  <a16:creationId xmlns:a16="http://schemas.microsoft.com/office/drawing/2014/main" id="{32C43F47-7D8C-45AA-8FA0-F1F8C75554AF}"/>
                </a:ext>
              </a:extLst>
            </p:cNvPr>
            <p:cNvSpPr/>
            <p:nvPr/>
          </p:nvSpPr>
          <p:spPr>
            <a:xfrm>
              <a:off x="6132969" y="35007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07" name="Hexagon 606">
              <a:extLst>
                <a:ext uri="{FF2B5EF4-FFF2-40B4-BE49-F238E27FC236}">
                  <a16:creationId xmlns:a16="http://schemas.microsoft.com/office/drawing/2014/main" id="{3956AC73-EFC5-4339-AE08-128685286E89}"/>
                </a:ext>
              </a:extLst>
            </p:cNvPr>
            <p:cNvSpPr/>
            <p:nvPr/>
          </p:nvSpPr>
          <p:spPr>
            <a:xfrm>
              <a:off x="6139954" y="373688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08" name="Hexagon 607">
              <a:extLst>
                <a:ext uri="{FF2B5EF4-FFF2-40B4-BE49-F238E27FC236}">
                  <a16:creationId xmlns:a16="http://schemas.microsoft.com/office/drawing/2014/main" id="{B810445F-A3A9-4A55-9B38-517413953010}"/>
                </a:ext>
              </a:extLst>
            </p:cNvPr>
            <p:cNvSpPr/>
            <p:nvPr/>
          </p:nvSpPr>
          <p:spPr>
            <a:xfrm>
              <a:off x="6289931" y="391884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09" name="Hexagon 608">
              <a:extLst>
                <a:ext uri="{FF2B5EF4-FFF2-40B4-BE49-F238E27FC236}">
                  <a16:creationId xmlns:a16="http://schemas.microsoft.com/office/drawing/2014/main" id="{28C9E9AE-A222-4B44-A8F2-5EB0C9DBF130}"/>
                </a:ext>
              </a:extLst>
            </p:cNvPr>
            <p:cNvSpPr/>
            <p:nvPr/>
          </p:nvSpPr>
          <p:spPr>
            <a:xfrm>
              <a:off x="6291836" y="403901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10" name="Hexagon 609">
              <a:extLst>
                <a:ext uri="{FF2B5EF4-FFF2-40B4-BE49-F238E27FC236}">
                  <a16:creationId xmlns:a16="http://schemas.microsoft.com/office/drawing/2014/main" id="{FD8DF6B1-4958-4A09-A935-2FF87758A8EC}"/>
                </a:ext>
              </a:extLst>
            </p:cNvPr>
            <p:cNvSpPr/>
            <p:nvPr/>
          </p:nvSpPr>
          <p:spPr>
            <a:xfrm>
              <a:off x="6293508" y="367574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11" name="Hexagon 610">
              <a:extLst>
                <a:ext uri="{FF2B5EF4-FFF2-40B4-BE49-F238E27FC236}">
                  <a16:creationId xmlns:a16="http://schemas.microsoft.com/office/drawing/2014/main" id="{1CCBE816-FE79-4AAD-80C3-7AE714124E38}"/>
                </a:ext>
              </a:extLst>
            </p:cNvPr>
            <p:cNvSpPr/>
            <p:nvPr/>
          </p:nvSpPr>
          <p:spPr>
            <a:xfrm>
              <a:off x="6288428" y="356173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12" name="Hexagon 611">
              <a:extLst>
                <a:ext uri="{FF2B5EF4-FFF2-40B4-BE49-F238E27FC236}">
                  <a16:creationId xmlns:a16="http://schemas.microsoft.com/office/drawing/2014/main" id="{52ACB66A-98D6-4D29-83A6-A26278689163}"/>
                </a:ext>
              </a:extLst>
            </p:cNvPr>
            <p:cNvSpPr/>
            <p:nvPr/>
          </p:nvSpPr>
          <p:spPr>
            <a:xfrm>
              <a:off x="6287793" y="379528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13" name="Hexagon 612">
              <a:extLst>
                <a:ext uri="{FF2B5EF4-FFF2-40B4-BE49-F238E27FC236}">
                  <a16:creationId xmlns:a16="http://schemas.microsoft.com/office/drawing/2014/main" id="{9D5D21C6-B8D4-44BA-808B-022222CE4FBD}"/>
                </a:ext>
              </a:extLst>
            </p:cNvPr>
            <p:cNvSpPr/>
            <p:nvPr/>
          </p:nvSpPr>
          <p:spPr>
            <a:xfrm>
              <a:off x="6141551" y="421765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14" name="Hexagon 613">
              <a:extLst>
                <a:ext uri="{FF2B5EF4-FFF2-40B4-BE49-F238E27FC236}">
                  <a16:creationId xmlns:a16="http://schemas.microsoft.com/office/drawing/2014/main" id="{F5454F49-25E2-426C-876E-7CBC84485E8D}"/>
                </a:ext>
              </a:extLst>
            </p:cNvPr>
            <p:cNvSpPr/>
            <p:nvPr/>
          </p:nvSpPr>
          <p:spPr>
            <a:xfrm>
              <a:off x="6141551" y="433973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15" name="Hexagon 614">
              <a:extLst>
                <a:ext uri="{FF2B5EF4-FFF2-40B4-BE49-F238E27FC236}">
                  <a16:creationId xmlns:a16="http://schemas.microsoft.com/office/drawing/2014/main" id="{D8E0A6B8-2C4E-4D9E-A7E5-FD2D4E00FF51}"/>
                </a:ext>
              </a:extLst>
            </p:cNvPr>
            <p:cNvSpPr/>
            <p:nvPr/>
          </p:nvSpPr>
          <p:spPr>
            <a:xfrm>
              <a:off x="6294470" y="427604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16" name="Hexagon 615">
              <a:extLst>
                <a:ext uri="{FF2B5EF4-FFF2-40B4-BE49-F238E27FC236}">
                  <a16:creationId xmlns:a16="http://schemas.microsoft.com/office/drawing/2014/main" id="{34B65A09-D4FE-4CAC-AE8E-4F31BF6649ED}"/>
                </a:ext>
              </a:extLst>
            </p:cNvPr>
            <p:cNvSpPr/>
            <p:nvPr/>
          </p:nvSpPr>
          <p:spPr>
            <a:xfrm>
              <a:off x="6292332" y="415249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17" name="Hexagon 616">
              <a:extLst>
                <a:ext uri="{FF2B5EF4-FFF2-40B4-BE49-F238E27FC236}">
                  <a16:creationId xmlns:a16="http://schemas.microsoft.com/office/drawing/2014/main" id="{05730EF8-A304-40BA-AE5A-4E488DF5796A}"/>
                </a:ext>
              </a:extLst>
            </p:cNvPr>
            <p:cNvSpPr/>
            <p:nvPr/>
          </p:nvSpPr>
          <p:spPr>
            <a:xfrm>
              <a:off x="6440949" y="410004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18" name="Hexagon 617">
              <a:extLst>
                <a:ext uri="{FF2B5EF4-FFF2-40B4-BE49-F238E27FC236}">
                  <a16:creationId xmlns:a16="http://schemas.microsoft.com/office/drawing/2014/main" id="{2841D749-240F-4DE4-AA09-D5BB53231FA5}"/>
                </a:ext>
              </a:extLst>
            </p:cNvPr>
            <p:cNvSpPr/>
            <p:nvPr/>
          </p:nvSpPr>
          <p:spPr>
            <a:xfrm>
              <a:off x="6442854" y="422022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19" name="Hexagon 618">
              <a:extLst>
                <a:ext uri="{FF2B5EF4-FFF2-40B4-BE49-F238E27FC236}">
                  <a16:creationId xmlns:a16="http://schemas.microsoft.com/office/drawing/2014/main" id="{872B1F65-B396-4482-A82A-5B37B0091B9C}"/>
                </a:ext>
              </a:extLst>
            </p:cNvPr>
            <p:cNvSpPr/>
            <p:nvPr/>
          </p:nvSpPr>
          <p:spPr>
            <a:xfrm>
              <a:off x="6443140" y="397649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20" name="Hexagon 619">
              <a:extLst>
                <a:ext uri="{FF2B5EF4-FFF2-40B4-BE49-F238E27FC236}">
                  <a16:creationId xmlns:a16="http://schemas.microsoft.com/office/drawing/2014/main" id="{F37ACCAC-EF1A-4DF3-BBEF-8E6D1B717082}"/>
                </a:ext>
              </a:extLst>
            </p:cNvPr>
            <p:cNvSpPr/>
            <p:nvPr/>
          </p:nvSpPr>
          <p:spPr>
            <a:xfrm>
              <a:off x="6595280" y="428306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21" name="Hexagon 620">
              <a:extLst>
                <a:ext uri="{FF2B5EF4-FFF2-40B4-BE49-F238E27FC236}">
                  <a16:creationId xmlns:a16="http://schemas.microsoft.com/office/drawing/2014/main" id="{C710D82E-BE37-4719-BBC4-0A616B90F124}"/>
                </a:ext>
              </a:extLst>
            </p:cNvPr>
            <p:cNvSpPr/>
            <p:nvPr/>
          </p:nvSpPr>
          <p:spPr>
            <a:xfrm>
              <a:off x="6595280" y="439943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22" name="Hexagon 621">
              <a:extLst>
                <a:ext uri="{FF2B5EF4-FFF2-40B4-BE49-F238E27FC236}">
                  <a16:creationId xmlns:a16="http://schemas.microsoft.com/office/drawing/2014/main" id="{2C1AF1E3-9383-408C-A28B-A5356D3D8165}"/>
                </a:ext>
              </a:extLst>
            </p:cNvPr>
            <p:cNvSpPr/>
            <p:nvPr/>
          </p:nvSpPr>
          <p:spPr>
            <a:xfrm>
              <a:off x="6589331" y="415951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23" name="Hexagon 622">
              <a:extLst>
                <a:ext uri="{FF2B5EF4-FFF2-40B4-BE49-F238E27FC236}">
                  <a16:creationId xmlns:a16="http://schemas.microsoft.com/office/drawing/2014/main" id="{F866D9B5-5587-4737-B005-D4EE0650C03A}"/>
                </a:ext>
              </a:extLst>
            </p:cNvPr>
            <p:cNvSpPr/>
            <p:nvPr/>
          </p:nvSpPr>
          <p:spPr>
            <a:xfrm>
              <a:off x="6749506" y="433570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24" name="Hexagon 623">
              <a:extLst>
                <a:ext uri="{FF2B5EF4-FFF2-40B4-BE49-F238E27FC236}">
                  <a16:creationId xmlns:a16="http://schemas.microsoft.com/office/drawing/2014/main" id="{3A7FE8D4-BA3D-4F48-82E1-2025CEFF6D8C}"/>
                </a:ext>
              </a:extLst>
            </p:cNvPr>
            <p:cNvSpPr/>
            <p:nvPr/>
          </p:nvSpPr>
          <p:spPr>
            <a:xfrm>
              <a:off x="6743558" y="421215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25" name="Hexagon 624">
              <a:extLst>
                <a:ext uri="{FF2B5EF4-FFF2-40B4-BE49-F238E27FC236}">
                  <a16:creationId xmlns:a16="http://schemas.microsoft.com/office/drawing/2014/main" id="{9CE3E172-D8B1-4058-8768-7BA27FECDD71}"/>
                </a:ext>
              </a:extLst>
            </p:cNvPr>
            <p:cNvSpPr/>
            <p:nvPr/>
          </p:nvSpPr>
          <p:spPr>
            <a:xfrm>
              <a:off x="6296635" y="451018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26" name="Hexagon 625">
              <a:extLst>
                <a:ext uri="{FF2B5EF4-FFF2-40B4-BE49-F238E27FC236}">
                  <a16:creationId xmlns:a16="http://schemas.microsoft.com/office/drawing/2014/main" id="{7E60FA52-D612-450D-A46A-F8A40F473E79}"/>
                </a:ext>
              </a:extLst>
            </p:cNvPr>
            <p:cNvSpPr/>
            <p:nvPr/>
          </p:nvSpPr>
          <p:spPr>
            <a:xfrm>
              <a:off x="6444991" y="445556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27" name="Hexagon 626">
              <a:extLst>
                <a:ext uri="{FF2B5EF4-FFF2-40B4-BE49-F238E27FC236}">
                  <a16:creationId xmlns:a16="http://schemas.microsoft.com/office/drawing/2014/main" id="{9B5A3041-2B73-4DDF-9FD2-214218632498}"/>
                </a:ext>
              </a:extLst>
            </p:cNvPr>
            <p:cNvSpPr/>
            <p:nvPr/>
          </p:nvSpPr>
          <p:spPr>
            <a:xfrm>
              <a:off x="6446896" y="457574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28" name="Hexagon 627">
              <a:extLst>
                <a:ext uri="{FF2B5EF4-FFF2-40B4-BE49-F238E27FC236}">
                  <a16:creationId xmlns:a16="http://schemas.microsoft.com/office/drawing/2014/main" id="{53114B92-DE65-4548-8CF3-922F5B283CAC}"/>
                </a:ext>
              </a:extLst>
            </p:cNvPr>
            <p:cNvSpPr/>
            <p:nvPr/>
          </p:nvSpPr>
          <p:spPr>
            <a:xfrm>
              <a:off x="6442854" y="433201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29" name="Hexagon 628">
              <a:extLst>
                <a:ext uri="{FF2B5EF4-FFF2-40B4-BE49-F238E27FC236}">
                  <a16:creationId xmlns:a16="http://schemas.microsoft.com/office/drawing/2014/main" id="{40FB63C6-3E44-4432-BDF7-11912513F972}"/>
                </a:ext>
              </a:extLst>
            </p:cNvPr>
            <p:cNvSpPr/>
            <p:nvPr/>
          </p:nvSpPr>
          <p:spPr>
            <a:xfrm>
              <a:off x="6598137" y="451741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30" name="Hexagon 629">
              <a:extLst>
                <a:ext uri="{FF2B5EF4-FFF2-40B4-BE49-F238E27FC236}">
                  <a16:creationId xmlns:a16="http://schemas.microsoft.com/office/drawing/2014/main" id="{A2221ECA-EE15-4753-BB79-05CDDBCDB0D7}"/>
                </a:ext>
              </a:extLst>
            </p:cNvPr>
            <p:cNvSpPr/>
            <p:nvPr/>
          </p:nvSpPr>
          <p:spPr>
            <a:xfrm>
              <a:off x="6294237" y="463404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31" name="Hexagon 630">
              <a:extLst>
                <a:ext uri="{FF2B5EF4-FFF2-40B4-BE49-F238E27FC236}">
                  <a16:creationId xmlns:a16="http://schemas.microsoft.com/office/drawing/2014/main" id="{7C9B297D-9937-431C-B373-A8ACCA8C46FD}"/>
                </a:ext>
              </a:extLst>
            </p:cNvPr>
            <p:cNvSpPr/>
            <p:nvPr/>
          </p:nvSpPr>
          <p:spPr>
            <a:xfrm>
              <a:off x="6450474" y="469414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32" name="Hexagon 631">
              <a:extLst>
                <a:ext uri="{FF2B5EF4-FFF2-40B4-BE49-F238E27FC236}">
                  <a16:creationId xmlns:a16="http://schemas.microsoft.com/office/drawing/2014/main" id="{0DAD1953-FCDA-4AB3-B906-4A94DD3D22DC}"/>
                </a:ext>
              </a:extLst>
            </p:cNvPr>
            <p:cNvSpPr/>
            <p:nvPr/>
          </p:nvSpPr>
          <p:spPr>
            <a:xfrm>
              <a:off x="6295364" y="486819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33" name="Hexagon 632">
              <a:extLst>
                <a:ext uri="{FF2B5EF4-FFF2-40B4-BE49-F238E27FC236}">
                  <a16:creationId xmlns:a16="http://schemas.microsoft.com/office/drawing/2014/main" id="{8251B2BD-F711-4216-B16E-EEA6A4F4F2EE}"/>
                </a:ext>
              </a:extLst>
            </p:cNvPr>
            <p:cNvSpPr/>
            <p:nvPr/>
          </p:nvSpPr>
          <p:spPr>
            <a:xfrm>
              <a:off x="6298941" y="474845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34" name="Hexagon 633">
              <a:extLst>
                <a:ext uri="{FF2B5EF4-FFF2-40B4-BE49-F238E27FC236}">
                  <a16:creationId xmlns:a16="http://schemas.microsoft.com/office/drawing/2014/main" id="{7D8667BD-AE15-4126-B7C2-E440435D935B}"/>
                </a:ext>
              </a:extLst>
            </p:cNvPr>
            <p:cNvSpPr/>
            <p:nvPr/>
          </p:nvSpPr>
          <p:spPr>
            <a:xfrm>
              <a:off x="6447514" y="481401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35" name="Hexagon 634">
              <a:extLst>
                <a:ext uri="{FF2B5EF4-FFF2-40B4-BE49-F238E27FC236}">
                  <a16:creationId xmlns:a16="http://schemas.microsoft.com/office/drawing/2014/main" id="{AC2B04AB-DF75-47B7-B9C3-FD9751DAA089}"/>
                </a:ext>
              </a:extLst>
            </p:cNvPr>
            <p:cNvSpPr/>
            <p:nvPr/>
          </p:nvSpPr>
          <p:spPr>
            <a:xfrm>
              <a:off x="6599724" y="487304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36" name="Hexagon 635">
              <a:extLst>
                <a:ext uri="{FF2B5EF4-FFF2-40B4-BE49-F238E27FC236}">
                  <a16:creationId xmlns:a16="http://schemas.microsoft.com/office/drawing/2014/main" id="{07835EBB-9369-48DE-A687-4843786C9BAF}"/>
                </a:ext>
              </a:extLst>
            </p:cNvPr>
            <p:cNvSpPr/>
            <p:nvPr/>
          </p:nvSpPr>
          <p:spPr>
            <a:xfrm>
              <a:off x="6451843" y="492797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37" name="Hexagon 636">
              <a:extLst>
                <a:ext uri="{FF2B5EF4-FFF2-40B4-BE49-F238E27FC236}">
                  <a16:creationId xmlns:a16="http://schemas.microsoft.com/office/drawing/2014/main" id="{974691E8-9DBD-4116-9F40-18845C222099}"/>
                </a:ext>
              </a:extLst>
            </p:cNvPr>
            <p:cNvSpPr/>
            <p:nvPr/>
          </p:nvSpPr>
          <p:spPr>
            <a:xfrm>
              <a:off x="5991304" y="498533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38" name="Hexagon 637">
              <a:extLst>
                <a:ext uri="{FF2B5EF4-FFF2-40B4-BE49-F238E27FC236}">
                  <a16:creationId xmlns:a16="http://schemas.microsoft.com/office/drawing/2014/main" id="{0F1043CD-869E-4E79-94EC-3221CB322675}"/>
                </a:ext>
              </a:extLst>
            </p:cNvPr>
            <p:cNvSpPr/>
            <p:nvPr/>
          </p:nvSpPr>
          <p:spPr>
            <a:xfrm>
              <a:off x="6143973" y="492712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39" name="Hexagon 638">
              <a:extLst>
                <a:ext uri="{FF2B5EF4-FFF2-40B4-BE49-F238E27FC236}">
                  <a16:creationId xmlns:a16="http://schemas.microsoft.com/office/drawing/2014/main" id="{CB1A77BF-6F00-4C54-8878-870A03DECEE1}"/>
                </a:ext>
              </a:extLst>
            </p:cNvPr>
            <p:cNvSpPr/>
            <p:nvPr/>
          </p:nvSpPr>
          <p:spPr>
            <a:xfrm>
              <a:off x="6298304" y="498806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40" name="Hexagon 639">
              <a:extLst>
                <a:ext uri="{FF2B5EF4-FFF2-40B4-BE49-F238E27FC236}">
                  <a16:creationId xmlns:a16="http://schemas.microsoft.com/office/drawing/2014/main" id="{5B9BA88E-97E6-42B8-B052-08A2D5321B52}"/>
                </a:ext>
              </a:extLst>
            </p:cNvPr>
            <p:cNvSpPr/>
            <p:nvPr/>
          </p:nvSpPr>
          <p:spPr>
            <a:xfrm>
              <a:off x="5987959" y="319616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41" name="Hexagon 640">
              <a:extLst>
                <a:ext uri="{FF2B5EF4-FFF2-40B4-BE49-F238E27FC236}">
                  <a16:creationId xmlns:a16="http://schemas.microsoft.com/office/drawing/2014/main" id="{6BD5938B-3BA1-4402-A769-14E513FD1DFA}"/>
                </a:ext>
              </a:extLst>
            </p:cNvPr>
            <p:cNvSpPr/>
            <p:nvPr/>
          </p:nvSpPr>
          <p:spPr>
            <a:xfrm>
              <a:off x="6140878" y="314009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42" name="Hexagon 641">
              <a:extLst>
                <a:ext uri="{FF2B5EF4-FFF2-40B4-BE49-F238E27FC236}">
                  <a16:creationId xmlns:a16="http://schemas.microsoft.com/office/drawing/2014/main" id="{CE7CB3C3-38C1-4E8A-8BFC-B6898D16A335}"/>
                </a:ext>
              </a:extLst>
            </p:cNvPr>
            <p:cNvSpPr/>
            <p:nvPr/>
          </p:nvSpPr>
          <p:spPr>
            <a:xfrm>
              <a:off x="6142783" y="302227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43" name="Hexagon 642">
              <a:extLst>
                <a:ext uri="{FF2B5EF4-FFF2-40B4-BE49-F238E27FC236}">
                  <a16:creationId xmlns:a16="http://schemas.microsoft.com/office/drawing/2014/main" id="{840B93C1-C5E9-4D60-8853-6246EBE660CB}"/>
                </a:ext>
              </a:extLst>
            </p:cNvPr>
            <p:cNvSpPr/>
            <p:nvPr/>
          </p:nvSpPr>
          <p:spPr>
            <a:xfrm>
              <a:off x="6292332" y="308054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44" name="Hexagon 643">
              <a:extLst>
                <a:ext uri="{FF2B5EF4-FFF2-40B4-BE49-F238E27FC236}">
                  <a16:creationId xmlns:a16="http://schemas.microsoft.com/office/drawing/2014/main" id="{F31037FD-25A6-494B-B9C9-8958AEF289DE}"/>
                </a:ext>
              </a:extLst>
            </p:cNvPr>
            <p:cNvSpPr/>
            <p:nvPr/>
          </p:nvSpPr>
          <p:spPr>
            <a:xfrm>
              <a:off x="6292777" y="320348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45" name="Hexagon 644">
              <a:extLst>
                <a:ext uri="{FF2B5EF4-FFF2-40B4-BE49-F238E27FC236}">
                  <a16:creationId xmlns:a16="http://schemas.microsoft.com/office/drawing/2014/main" id="{6595AF0B-095C-4FCE-B31E-E514CA894886}"/>
                </a:ext>
              </a:extLst>
            </p:cNvPr>
            <p:cNvSpPr/>
            <p:nvPr/>
          </p:nvSpPr>
          <p:spPr>
            <a:xfrm>
              <a:off x="6294765" y="284363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46" name="Hexagon 645">
              <a:extLst>
                <a:ext uri="{FF2B5EF4-FFF2-40B4-BE49-F238E27FC236}">
                  <a16:creationId xmlns:a16="http://schemas.microsoft.com/office/drawing/2014/main" id="{83DDF414-6974-46DF-9DCD-56AE0C845964}"/>
                </a:ext>
              </a:extLst>
            </p:cNvPr>
            <p:cNvSpPr/>
            <p:nvPr/>
          </p:nvSpPr>
          <p:spPr>
            <a:xfrm>
              <a:off x="6300740" y="273152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47" name="Hexagon 646">
              <a:extLst>
                <a:ext uri="{FF2B5EF4-FFF2-40B4-BE49-F238E27FC236}">
                  <a16:creationId xmlns:a16="http://schemas.microsoft.com/office/drawing/2014/main" id="{61D61AF6-AF53-4FDD-9C28-246FE8001523}"/>
                </a:ext>
              </a:extLst>
            </p:cNvPr>
            <p:cNvSpPr/>
            <p:nvPr/>
          </p:nvSpPr>
          <p:spPr>
            <a:xfrm>
              <a:off x="6298835" y="296190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48" name="Hexagon 647">
              <a:extLst>
                <a:ext uri="{FF2B5EF4-FFF2-40B4-BE49-F238E27FC236}">
                  <a16:creationId xmlns:a16="http://schemas.microsoft.com/office/drawing/2014/main" id="{56EE01D2-7EF6-4157-AED3-C60A494EEBCF}"/>
                </a:ext>
              </a:extLst>
            </p:cNvPr>
            <p:cNvSpPr/>
            <p:nvPr/>
          </p:nvSpPr>
          <p:spPr>
            <a:xfrm>
              <a:off x="6444684" y="290535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49" name="Hexagon 648">
              <a:extLst>
                <a:ext uri="{FF2B5EF4-FFF2-40B4-BE49-F238E27FC236}">
                  <a16:creationId xmlns:a16="http://schemas.microsoft.com/office/drawing/2014/main" id="{F01C812A-05B6-43DE-A105-CC75B1159634}"/>
                </a:ext>
              </a:extLst>
            </p:cNvPr>
            <p:cNvSpPr/>
            <p:nvPr/>
          </p:nvSpPr>
          <p:spPr>
            <a:xfrm>
              <a:off x="6448494" y="279325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50" name="Hexagon 649">
              <a:extLst>
                <a:ext uri="{FF2B5EF4-FFF2-40B4-BE49-F238E27FC236}">
                  <a16:creationId xmlns:a16="http://schemas.microsoft.com/office/drawing/2014/main" id="{1CADAF44-25EA-4FF3-8116-7FB9C00746E1}"/>
                </a:ext>
              </a:extLst>
            </p:cNvPr>
            <p:cNvSpPr/>
            <p:nvPr/>
          </p:nvSpPr>
          <p:spPr>
            <a:xfrm>
              <a:off x="6446589" y="302363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51" name="Hexagon 650">
              <a:extLst>
                <a:ext uri="{FF2B5EF4-FFF2-40B4-BE49-F238E27FC236}">
                  <a16:creationId xmlns:a16="http://schemas.microsoft.com/office/drawing/2014/main" id="{A6F56E36-5FFA-4D12-B904-7149CF469964}"/>
                </a:ext>
              </a:extLst>
            </p:cNvPr>
            <p:cNvSpPr/>
            <p:nvPr/>
          </p:nvSpPr>
          <p:spPr>
            <a:xfrm>
              <a:off x="6442854" y="326334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52" name="Hexagon 651">
              <a:extLst>
                <a:ext uri="{FF2B5EF4-FFF2-40B4-BE49-F238E27FC236}">
                  <a16:creationId xmlns:a16="http://schemas.microsoft.com/office/drawing/2014/main" id="{17D63403-98F8-4130-A049-E320DB7C65CE}"/>
                </a:ext>
              </a:extLst>
            </p:cNvPr>
            <p:cNvSpPr/>
            <p:nvPr/>
          </p:nvSpPr>
          <p:spPr>
            <a:xfrm>
              <a:off x="7205111" y="154729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53" name="Hexagon 652">
              <a:extLst>
                <a:ext uri="{FF2B5EF4-FFF2-40B4-BE49-F238E27FC236}">
                  <a16:creationId xmlns:a16="http://schemas.microsoft.com/office/drawing/2014/main" id="{09F3331B-3487-4C9C-9F2A-B93192286B1D}"/>
                </a:ext>
              </a:extLst>
            </p:cNvPr>
            <p:cNvSpPr/>
            <p:nvPr/>
          </p:nvSpPr>
          <p:spPr>
            <a:xfrm>
              <a:off x="7205111" y="142753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54" name="Hexagon 653">
              <a:extLst>
                <a:ext uri="{FF2B5EF4-FFF2-40B4-BE49-F238E27FC236}">
                  <a16:creationId xmlns:a16="http://schemas.microsoft.com/office/drawing/2014/main" id="{CF320F7B-1695-44F1-86EE-44C82BB0908E}"/>
                </a:ext>
              </a:extLst>
            </p:cNvPr>
            <p:cNvSpPr/>
            <p:nvPr/>
          </p:nvSpPr>
          <p:spPr>
            <a:xfrm>
              <a:off x="7355631" y="148107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55" name="Hexagon 654">
              <a:extLst>
                <a:ext uri="{FF2B5EF4-FFF2-40B4-BE49-F238E27FC236}">
                  <a16:creationId xmlns:a16="http://schemas.microsoft.com/office/drawing/2014/main" id="{5AF9B13C-83B5-4F5C-94CC-B23E8395E302}"/>
                </a:ext>
              </a:extLst>
            </p:cNvPr>
            <p:cNvSpPr/>
            <p:nvPr/>
          </p:nvSpPr>
          <p:spPr>
            <a:xfrm>
              <a:off x="7358997" y="136555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56" name="Hexagon 655">
              <a:extLst>
                <a:ext uri="{FF2B5EF4-FFF2-40B4-BE49-F238E27FC236}">
                  <a16:creationId xmlns:a16="http://schemas.microsoft.com/office/drawing/2014/main" id="{C5505163-71E8-4EFA-92F0-6F92EE9888AE}"/>
                </a:ext>
              </a:extLst>
            </p:cNvPr>
            <p:cNvSpPr/>
            <p:nvPr/>
          </p:nvSpPr>
          <p:spPr>
            <a:xfrm>
              <a:off x="7353664" y="160159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57" name="Hexagon 656">
              <a:extLst>
                <a:ext uri="{FF2B5EF4-FFF2-40B4-BE49-F238E27FC236}">
                  <a16:creationId xmlns:a16="http://schemas.microsoft.com/office/drawing/2014/main" id="{B4E55BBC-58A0-497C-A766-10A73043CFA3}"/>
                </a:ext>
              </a:extLst>
            </p:cNvPr>
            <p:cNvSpPr/>
            <p:nvPr/>
          </p:nvSpPr>
          <p:spPr>
            <a:xfrm>
              <a:off x="7207078" y="118571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58" name="Hexagon 657">
              <a:extLst>
                <a:ext uri="{FF2B5EF4-FFF2-40B4-BE49-F238E27FC236}">
                  <a16:creationId xmlns:a16="http://schemas.microsoft.com/office/drawing/2014/main" id="{13B55955-4D25-40E9-B851-B6627E6941D8}"/>
                </a:ext>
              </a:extLst>
            </p:cNvPr>
            <p:cNvSpPr/>
            <p:nvPr/>
          </p:nvSpPr>
          <p:spPr>
            <a:xfrm>
              <a:off x="7208539" y="107209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59" name="Hexagon 658">
              <a:extLst>
                <a:ext uri="{FF2B5EF4-FFF2-40B4-BE49-F238E27FC236}">
                  <a16:creationId xmlns:a16="http://schemas.microsoft.com/office/drawing/2014/main" id="{59539BDB-943D-44D9-8B20-902A7AFAF152}"/>
                </a:ext>
              </a:extLst>
            </p:cNvPr>
            <p:cNvSpPr/>
            <p:nvPr/>
          </p:nvSpPr>
          <p:spPr>
            <a:xfrm>
              <a:off x="7358914" y="125193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0" name="Hexagon 659">
              <a:extLst>
                <a:ext uri="{FF2B5EF4-FFF2-40B4-BE49-F238E27FC236}">
                  <a16:creationId xmlns:a16="http://schemas.microsoft.com/office/drawing/2014/main" id="{FDE5110F-98DC-48B3-A191-E961CE4804CF}"/>
                </a:ext>
              </a:extLst>
            </p:cNvPr>
            <p:cNvSpPr/>
            <p:nvPr/>
          </p:nvSpPr>
          <p:spPr>
            <a:xfrm>
              <a:off x="7358914" y="11321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1" name="Hexagon 660">
              <a:extLst>
                <a:ext uri="{FF2B5EF4-FFF2-40B4-BE49-F238E27FC236}">
                  <a16:creationId xmlns:a16="http://schemas.microsoft.com/office/drawing/2014/main" id="{185E52D8-B313-40FE-A03A-4C75A7A44B73}"/>
                </a:ext>
              </a:extLst>
            </p:cNvPr>
            <p:cNvSpPr/>
            <p:nvPr/>
          </p:nvSpPr>
          <p:spPr>
            <a:xfrm>
              <a:off x="7515087" y="130622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2" name="Hexagon 661">
              <a:extLst>
                <a:ext uri="{FF2B5EF4-FFF2-40B4-BE49-F238E27FC236}">
                  <a16:creationId xmlns:a16="http://schemas.microsoft.com/office/drawing/2014/main" id="{5A544B4C-89D9-4C17-AD44-602C1A056D50}"/>
                </a:ext>
              </a:extLst>
            </p:cNvPr>
            <p:cNvSpPr/>
            <p:nvPr/>
          </p:nvSpPr>
          <p:spPr>
            <a:xfrm>
              <a:off x="6597432" y="72168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3" name="Hexagon 662">
              <a:extLst>
                <a:ext uri="{FF2B5EF4-FFF2-40B4-BE49-F238E27FC236}">
                  <a16:creationId xmlns:a16="http://schemas.microsoft.com/office/drawing/2014/main" id="{0CCFC5C7-32DE-429B-9845-74FF02503D5F}"/>
                </a:ext>
              </a:extLst>
            </p:cNvPr>
            <p:cNvSpPr/>
            <p:nvPr/>
          </p:nvSpPr>
          <p:spPr>
            <a:xfrm>
              <a:off x="6749011" y="90297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4" name="Hexagon 663">
              <a:extLst>
                <a:ext uri="{FF2B5EF4-FFF2-40B4-BE49-F238E27FC236}">
                  <a16:creationId xmlns:a16="http://schemas.microsoft.com/office/drawing/2014/main" id="{9485FA6E-8A25-4FA4-BFA8-194CE7163588}"/>
                </a:ext>
              </a:extLst>
            </p:cNvPr>
            <p:cNvSpPr/>
            <p:nvPr/>
          </p:nvSpPr>
          <p:spPr>
            <a:xfrm>
              <a:off x="6901911" y="83913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5" name="Hexagon 664">
              <a:extLst>
                <a:ext uri="{FF2B5EF4-FFF2-40B4-BE49-F238E27FC236}">
                  <a16:creationId xmlns:a16="http://schemas.microsoft.com/office/drawing/2014/main" id="{74448724-7AB5-42C4-AF6A-2D37710CA6B8}"/>
                </a:ext>
              </a:extLst>
            </p:cNvPr>
            <p:cNvSpPr/>
            <p:nvPr/>
          </p:nvSpPr>
          <p:spPr>
            <a:xfrm>
              <a:off x="6902896" y="72361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6" name="Hexagon 665">
              <a:extLst>
                <a:ext uri="{FF2B5EF4-FFF2-40B4-BE49-F238E27FC236}">
                  <a16:creationId xmlns:a16="http://schemas.microsoft.com/office/drawing/2014/main" id="{F2EE1633-B12C-4891-B911-B094BE940CD3}"/>
                </a:ext>
              </a:extLst>
            </p:cNvPr>
            <p:cNvSpPr/>
            <p:nvPr/>
          </p:nvSpPr>
          <p:spPr>
            <a:xfrm>
              <a:off x="6902109" y="95965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7" name="Hexagon 666">
              <a:extLst>
                <a:ext uri="{FF2B5EF4-FFF2-40B4-BE49-F238E27FC236}">
                  <a16:creationId xmlns:a16="http://schemas.microsoft.com/office/drawing/2014/main" id="{4A5637B5-E617-4BA0-B93B-0C0CD2600739}"/>
                </a:ext>
              </a:extLst>
            </p:cNvPr>
            <p:cNvSpPr/>
            <p:nvPr/>
          </p:nvSpPr>
          <p:spPr>
            <a:xfrm>
              <a:off x="7052949" y="89627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8" name="Hexagon 667">
              <a:extLst>
                <a:ext uri="{FF2B5EF4-FFF2-40B4-BE49-F238E27FC236}">
                  <a16:creationId xmlns:a16="http://schemas.microsoft.com/office/drawing/2014/main" id="{6CF06B54-6609-4D2F-A855-56216E00E1DF}"/>
                </a:ext>
              </a:extLst>
            </p:cNvPr>
            <p:cNvSpPr/>
            <p:nvPr/>
          </p:nvSpPr>
          <p:spPr>
            <a:xfrm>
              <a:off x="7053934" y="77884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9" name="Hexagon 668">
              <a:extLst>
                <a:ext uri="{FF2B5EF4-FFF2-40B4-BE49-F238E27FC236}">
                  <a16:creationId xmlns:a16="http://schemas.microsoft.com/office/drawing/2014/main" id="{52CFEB93-C2E1-4D69-BD2A-BAB2B0B5B7F4}"/>
                </a:ext>
              </a:extLst>
            </p:cNvPr>
            <p:cNvSpPr/>
            <p:nvPr/>
          </p:nvSpPr>
          <p:spPr>
            <a:xfrm>
              <a:off x="7204785" y="96059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0" name="Hexagon 669">
              <a:extLst>
                <a:ext uri="{FF2B5EF4-FFF2-40B4-BE49-F238E27FC236}">
                  <a16:creationId xmlns:a16="http://schemas.microsoft.com/office/drawing/2014/main" id="{C4430CA7-3C99-438E-B60C-323D8AE75458}"/>
                </a:ext>
              </a:extLst>
            </p:cNvPr>
            <p:cNvSpPr/>
            <p:nvPr/>
          </p:nvSpPr>
          <p:spPr>
            <a:xfrm>
              <a:off x="7204785" y="84082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1" name="Hexagon 670">
              <a:extLst>
                <a:ext uri="{FF2B5EF4-FFF2-40B4-BE49-F238E27FC236}">
                  <a16:creationId xmlns:a16="http://schemas.microsoft.com/office/drawing/2014/main" id="{FF41D93E-5D94-44C6-BBC5-4DCB5DAA87A9}"/>
                </a:ext>
              </a:extLst>
            </p:cNvPr>
            <p:cNvSpPr/>
            <p:nvPr/>
          </p:nvSpPr>
          <p:spPr>
            <a:xfrm>
              <a:off x="7355305" y="89437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2" name="Hexagon 671">
              <a:extLst>
                <a:ext uri="{FF2B5EF4-FFF2-40B4-BE49-F238E27FC236}">
                  <a16:creationId xmlns:a16="http://schemas.microsoft.com/office/drawing/2014/main" id="{740741A6-24BC-4F67-905D-DE2EE918102E}"/>
                </a:ext>
              </a:extLst>
            </p:cNvPr>
            <p:cNvSpPr/>
            <p:nvPr/>
          </p:nvSpPr>
          <p:spPr>
            <a:xfrm>
              <a:off x="7355243" y="101679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3" name="Hexagon 672">
              <a:extLst>
                <a:ext uri="{FF2B5EF4-FFF2-40B4-BE49-F238E27FC236}">
                  <a16:creationId xmlns:a16="http://schemas.microsoft.com/office/drawing/2014/main" id="{AA86C346-579A-472F-850B-CDD535AAE32A}"/>
                </a:ext>
              </a:extLst>
            </p:cNvPr>
            <p:cNvSpPr/>
            <p:nvPr/>
          </p:nvSpPr>
          <p:spPr>
            <a:xfrm>
              <a:off x="7353664" y="77167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4" name="Hexagon 673">
              <a:extLst>
                <a:ext uri="{FF2B5EF4-FFF2-40B4-BE49-F238E27FC236}">
                  <a16:creationId xmlns:a16="http://schemas.microsoft.com/office/drawing/2014/main" id="{9771C661-C099-4BE9-BFF5-70931444BFE1}"/>
                </a:ext>
              </a:extLst>
            </p:cNvPr>
            <p:cNvSpPr/>
            <p:nvPr/>
          </p:nvSpPr>
          <p:spPr>
            <a:xfrm>
              <a:off x="7199534" y="60009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5" name="Hexagon 674">
              <a:extLst>
                <a:ext uri="{FF2B5EF4-FFF2-40B4-BE49-F238E27FC236}">
                  <a16:creationId xmlns:a16="http://schemas.microsoft.com/office/drawing/2014/main" id="{E23687B1-BFD8-4ACC-AD8A-4E7D574E60E0}"/>
                </a:ext>
              </a:extLst>
            </p:cNvPr>
            <p:cNvSpPr/>
            <p:nvPr/>
          </p:nvSpPr>
          <p:spPr>
            <a:xfrm>
              <a:off x="7350054" y="53388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6" name="Hexagon 675">
              <a:extLst>
                <a:ext uri="{FF2B5EF4-FFF2-40B4-BE49-F238E27FC236}">
                  <a16:creationId xmlns:a16="http://schemas.microsoft.com/office/drawing/2014/main" id="{FA122822-7393-4A23-BF6A-A2D7BA2A43FB}"/>
                </a:ext>
              </a:extLst>
            </p:cNvPr>
            <p:cNvSpPr/>
            <p:nvPr/>
          </p:nvSpPr>
          <p:spPr>
            <a:xfrm>
              <a:off x="7349991" y="65630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7" name="Hexagon 676">
              <a:extLst>
                <a:ext uri="{FF2B5EF4-FFF2-40B4-BE49-F238E27FC236}">
                  <a16:creationId xmlns:a16="http://schemas.microsoft.com/office/drawing/2014/main" id="{D1E118E9-C0AA-4797-BBBF-E0F33DE40507}"/>
                </a:ext>
              </a:extLst>
            </p:cNvPr>
            <p:cNvSpPr/>
            <p:nvPr/>
          </p:nvSpPr>
          <p:spPr>
            <a:xfrm>
              <a:off x="7511622" y="107026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8" name="Hexagon 677">
              <a:extLst>
                <a:ext uri="{FF2B5EF4-FFF2-40B4-BE49-F238E27FC236}">
                  <a16:creationId xmlns:a16="http://schemas.microsoft.com/office/drawing/2014/main" id="{9B7BE212-B493-481F-A3AD-5B8E4D70C282}"/>
                </a:ext>
              </a:extLst>
            </p:cNvPr>
            <p:cNvSpPr/>
            <p:nvPr/>
          </p:nvSpPr>
          <p:spPr>
            <a:xfrm>
              <a:off x="7508012" y="83246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9" name="Hexagon 678">
              <a:extLst>
                <a:ext uri="{FF2B5EF4-FFF2-40B4-BE49-F238E27FC236}">
                  <a16:creationId xmlns:a16="http://schemas.microsoft.com/office/drawing/2014/main" id="{6671BB0A-58FA-4CEF-BF66-57AC8761C811}"/>
                </a:ext>
              </a:extLst>
            </p:cNvPr>
            <p:cNvSpPr/>
            <p:nvPr/>
          </p:nvSpPr>
          <p:spPr>
            <a:xfrm>
              <a:off x="7507950" y="95488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0" name="Hexagon 679">
              <a:extLst>
                <a:ext uri="{FF2B5EF4-FFF2-40B4-BE49-F238E27FC236}">
                  <a16:creationId xmlns:a16="http://schemas.microsoft.com/office/drawing/2014/main" id="{E32F2C38-3966-41B1-A487-ADF04AA2030C}"/>
                </a:ext>
              </a:extLst>
            </p:cNvPr>
            <p:cNvSpPr/>
            <p:nvPr/>
          </p:nvSpPr>
          <p:spPr>
            <a:xfrm>
              <a:off x="7506371" y="70977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1" name="Hexagon 680">
              <a:extLst>
                <a:ext uri="{FF2B5EF4-FFF2-40B4-BE49-F238E27FC236}">
                  <a16:creationId xmlns:a16="http://schemas.microsoft.com/office/drawing/2014/main" id="{6C96FFA0-3B14-4F8F-A9C2-8ED62FA6B50E}"/>
                </a:ext>
              </a:extLst>
            </p:cNvPr>
            <p:cNvSpPr/>
            <p:nvPr/>
          </p:nvSpPr>
          <p:spPr>
            <a:xfrm>
              <a:off x="7502699" y="59439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2" name="Hexagon 681">
              <a:extLst>
                <a:ext uri="{FF2B5EF4-FFF2-40B4-BE49-F238E27FC236}">
                  <a16:creationId xmlns:a16="http://schemas.microsoft.com/office/drawing/2014/main" id="{578814DE-0BDC-4F08-8389-726FCE1F059D}"/>
                </a:ext>
              </a:extLst>
            </p:cNvPr>
            <p:cNvSpPr/>
            <p:nvPr/>
          </p:nvSpPr>
          <p:spPr>
            <a:xfrm>
              <a:off x="7662298" y="89292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3" name="Hexagon 682">
              <a:extLst>
                <a:ext uri="{FF2B5EF4-FFF2-40B4-BE49-F238E27FC236}">
                  <a16:creationId xmlns:a16="http://schemas.microsoft.com/office/drawing/2014/main" id="{C7EEB688-3B13-47D9-9077-1173A7CA2A9F}"/>
                </a:ext>
              </a:extLst>
            </p:cNvPr>
            <p:cNvSpPr/>
            <p:nvPr/>
          </p:nvSpPr>
          <p:spPr>
            <a:xfrm>
              <a:off x="7658688" y="65080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4" name="Hexagon 683">
              <a:extLst>
                <a:ext uri="{FF2B5EF4-FFF2-40B4-BE49-F238E27FC236}">
                  <a16:creationId xmlns:a16="http://schemas.microsoft.com/office/drawing/2014/main" id="{51FFD1F7-3488-4E2E-A92D-F258CF5FF89D}"/>
                </a:ext>
              </a:extLst>
            </p:cNvPr>
            <p:cNvSpPr/>
            <p:nvPr/>
          </p:nvSpPr>
          <p:spPr>
            <a:xfrm>
              <a:off x="7658626" y="77322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5" name="Hexagon 684">
              <a:extLst>
                <a:ext uri="{FF2B5EF4-FFF2-40B4-BE49-F238E27FC236}">
                  <a16:creationId xmlns:a16="http://schemas.microsoft.com/office/drawing/2014/main" id="{988CFA69-8AD0-427B-979B-ED061D541FC3}"/>
                </a:ext>
              </a:extLst>
            </p:cNvPr>
            <p:cNvSpPr/>
            <p:nvPr/>
          </p:nvSpPr>
          <p:spPr>
            <a:xfrm>
              <a:off x="7658952" y="53572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6" name="Hexagon 685">
              <a:extLst>
                <a:ext uri="{FF2B5EF4-FFF2-40B4-BE49-F238E27FC236}">
                  <a16:creationId xmlns:a16="http://schemas.microsoft.com/office/drawing/2014/main" id="{159167CF-B4E2-4738-B6B4-F76D55C6BD43}"/>
                </a:ext>
              </a:extLst>
            </p:cNvPr>
            <p:cNvSpPr/>
            <p:nvPr/>
          </p:nvSpPr>
          <p:spPr>
            <a:xfrm>
              <a:off x="7661409" y="42429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7" name="Hexagon 686">
              <a:extLst>
                <a:ext uri="{FF2B5EF4-FFF2-40B4-BE49-F238E27FC236}">
                  <a16:creationId xmlns:a16="http://schemas.microsoft.com/office/drawing/2014/main" id="{2F263484-717D-4A35-A9AA-DF5797A9CCBE}"/>
                </a:ext>
              </a:extLst>
            </p:cNvPr>
            <p:cNvSpPr/>
            <p:nvPr/>
          </p:nvSpPr>
          <p:spPr>
            <a:xfrm>
              <a:off x="7818461" y="106968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8" name="Hexagon 687">
              <a:extLst>
                <a:ext uri="{FF2B5EF4-FFF2-40B4-BE49-F238E27FC236}">
                  <a16:creationId xmlns:a16="http://schemas.microsoft.com/office/drawing/2014/main" id="{A45C761C-7208-4590-9BA2-CD78D9414B3E}"/>
                </a:ext>
              </a:extLst>
            </p:cNvPr>
            <p:cNvSpPr/>
            <p:nvPr/>
          </p:nvSpPr>
          <p:spPr>
            <a:xfrm>
              <a:off x="7814850" y="83188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9" name="Hexagon 688">
              <a:extLst>
                <a:ext uri="{FF2B5EF4-FFF2-40B4-BE49-F238E27FC236}">
                  <a16:creationId xmlns:a16="http://schemas.microsoft.com/office/drawing/2014/main" id="{09E5FA66-7B3F-45CF-9484-06DF2D5BE43B}"/>
                </a:ext>
              </a:extLst>
            </p:cNvPr>
            <p:cNvSpPr/>
            <p:nvPr/>
          </p:nvSpPr>
          <p:spPr>
            <a:xfrm>
              <a:off x="7814788" y="95430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0" name="Hexagon 689">
              <a:extLst>
                <a:ext uri="{FF2B5EF4-FFF2-40B4-BE49-F238E27FC236}">
                  <a16:creationId xmlns:a16="http://schemas.microsoft.com/office/drawing/2014/main" id="{4513EBA4-1C62-4F74-B95F-D202F42DE5F8}"/>
                </a:ext>
              </a:extLst>
            </p:cNvPr>
            <p:cNvSpPr/>
            <p:nvPr/>
          </p:nvSpPr>
          <p:spPr>
            <a:xfrm>
              <a:off x="7813209" y="70919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1" name="Hexagon 690">
              <a:extLst>
                <a:ext uri="{FF2B5EF4-FFF2-40B4-BE49-F238E27FC236}">
                  <a16:creationId xmlns:a16="http://schemas.microsoft.com/office/drawing/2014/main" id="{D6F5F70F-BE3A-45BE-9D64-E9B509F03FCD}"/>
                </a:ext>
              </a:extLst>
            </p:cNvPr>
            <p:cNvSpPr/>
            <p:nvPr/>
          </p:nvSpPr>
          <p:spPr>
            <a:xfrm>
              <a:off x="7809538" y="59381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2" name="Hexagon 691">
              <a:extLst>
                <a:ext uri="{FF2B5EF4-FFF2-40B4-BE49-F238E27FC236}">
                  <a16:creationId xmlns:a16="http://schemas.microsoft.com/office/drawing/2014/main" id="{524EF8C8-EC5F-402B-AE0F-6B112E9EB7C8}"/>
                </a:ext>
              </a:extLst>
            </p:cNvPr>
            <p:cNvSpPr/>
            <p:nvPr/>
          </p:nvSpPr>
          <p:spPr>
            <a:xfrm>
              <a:off x="7969501" y="100982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3" name="Hexagon 692">
              <a:extLst>
                <a:ext uri="{FF2B5EF4-FFF2-40B4-BE49-F238E27FC236}">
                  <a16:creationId xmlns:a16="http://schemas.microsoft.com/office/drawing/2014/main" id="{4F3E2E27-AF55-4FDD-83DC-73FCB16BA773}"/>
                </a:ext>
              </a:extLst>
            </p:cNvPr>
            <p:cNvSpPr/>
            <p:nvPr/>
          </p:nvSpPr>
          <p:spPr>
            <a:xfrm>
              <a:off x="7965890" y="77202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4" name="Hexagon 693">
              <a:extLst>
                <a:ext uri="{FF2B5EF4-FFF2-40B4-BE49-F238E27FC236}">
                  <a16:creationId xmlns:a16="http://schemas.microsoft.com/office/drawing/2014/main" id="{72EC6789-DBC0-47D7-B1B0-7E226FFA48FA}"/>
                </a:ext>
              </a:extLst>
            </p:cNvPr>
            <p:cNvSpPr/>
            <p:nvPr/>
          </p:nvSpPr>
          <p:spPr>
            <a:xfrm>
              <a:off x="7965828" y="89444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5" name="Hexagon 694">
              <a:extLst>
                <a:ext uri="{FF2B5EF4-FFF2-40B4-BE49-F238E27FC236}">
                  <a16:creationId xmlns:a16="http://schemas.microsoft.com/office/drawing/2014/main" id="{7DEB8B5F-3362-499D-99D4-0871C09D85C6}"/>
                </a:ext>
              </a:extLst>
            </p:cNvPr>
            <p:cNvSpPr/>
            <p:nvPr/>
          </p:nvSpPr>
          <p:spPr>
            <a:xfrm>
              <a:off x="7964249" y="64932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6" name="Hexagon 695">
              <a:extLst>
                <a:ext uri="{FF2B5EF4-FFF2-40B4-BE49-F238E27FC236}">
                  <a16:creationId xmlns:a16="http://schemas.microsoft.com/office/drawing/2014/main" id="{EC637EE1-D8C1-4F5C-B3D4-DEF180EAC184}"/>
                </a:ext>
              </a:extLst>
            </p:cNvPr>
            <p:cNvSpPr/>
            <p:nvPr/>
          </p:nvSpPr>
          <p:spPr>
            <a:xfrm>
              <a:off x="7960578" y="53395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7" name="Hexagon 696">
              <a:extLst>
                <a:ext uri="{FF2B5EF4-FFF2-40B4-BE49-F238E27FC236}">
                  <a16:creationId xmlns:a16="http://schemas.microsoft.com/office/drawing/2014/main" id="{6EAA1380-B1F0-4848-8961-EF4EB73526BE}"/>
                </a:ext>
              </a:extLst>
            </p:cNvPr>
            <p:cNvSpPr/>
            <p:nvPr/>
          </p:nvSpPr>
          <p:spPr>
            <a:xfrm>
              <a:off x="7809412" y="3621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8" name="Hexagon 697">
              <a:extLst>
                <a:ext uri="{FF2B5EF4-FFF2-40B4-BE49-F238E27FC236}">
                  <a16:creationId xmlns:a16="http://schemas.microsoft.com/office/drawing/2014/main" id="{BE9E7704-9C56-4619-9191-25F6E58C9451}"/>
                </a:ext>
              </a:extLst>
            </p:cNvPr>
            <p:cNvSpPr/>
            <p:nvPr/>
          </p:nvSpPr>
          <p:spPr>
            <a:xfrm>
              <a:off x="8116869" y="83404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9" name="Hexagon 698">
              <a:extLst>
                <a:ext uri="{FF2B5EF4-FFF2-40B4-BE49-F238E27FC236}">
                  <a16:creationId xmlns:a16="http://schemas.microsoft.com/office/drawing/2014/main" id="{F2E7FE9B-04AF-4F4B-B7B9-94A7A0BAAE53}"/>
                </a:ext>
              </a:extLst>
            </p:cNvPr>
            <p:cNvSpPr/>
            <p:nvPr/>
          </p:nvSpPr>
          <p:spPr>
            <a:xfrm>
              <a:off x="8273598" y="113578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0" name="Hexagon 699">
              <a:extLst>
                <a:ext uri="{FF2B5EF4-FFF2-40B4-BE49-F238E27FC236}">
                  <a16:creationId xmlns:a16="http://schemas.microsoft.com/office/drawing/2014/main" id="{D60E64EC-298E-4DC0-8922-7E6390553026}"/>
                </a:ext>
              </a:extLst>
            </p:cNvPr>
            <p:cNvSpPr/>
            <p:nvPr/>
          </p:nvSpPr>
          <p:spPr>
            <a:xfrm>
              <a:off x="8272153" y="89365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1" name="Hexagon 700">
              <a:extLst>
                <a:ext uri="{FF2B5EF4-FFF2-40B4-BE49-F238E27FC236}">
                  <a16:creationId xmlns:a16="http://schemas.microsoft.com/office/drawing/2014/main" id="{FA734C8C-70C8-4DF5-80D5-2F9307FAA159}"/>
                </a:ext>
              </a:extLst>
            </p:cNvPr>
            <p:cNvSpPr/>
            <p:nvPr/>
          </p:nvSpPr>
          <p:spPr>
            <a:xfrm>
              <a:off x="8272091" y="101607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2" name="Hexagon 701">
              <a:extLst>
                <a:ext uri="{FF2B5EF4-FFF2-40B4-BE49-F238E27FC236}">
                  <a16:creationId xmlns:a16="http://schemas.microsoft.com/office/drawing/2014/main" id="{9F9DBB0B-1611-43C1-9525-00BEEE01CA27}"/>
                </a:ext>
              </a:extLst>
            </p:cNvPr>
            <p:cNvSpPr/>
            <p:nvPr/>
          </p:nvSpPr>
          <p:spPr>
            <a:xfrm>
              <a:off x="8270512" y="77096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3" name="Hexagon 702">
              <a:extLst>
                <a:ext uri="{FF2B5EF4-FFF2-40B4-BE49-F238E27FC236}">
                  <a16:creationId xmlns:a16="http://schemas.microsoft.com/office/drawing/2014/main" id="{D89A49C8-CEA3-4DD3-8F5F-0A99B914FCC1}"/>
                </a:ext>
              </a:extLst>
            </p:cNvPr>
            <p:cNvSpPr/>
            <p:nvPr/>
          </p:nvSpPr>
          <p:spPr>
            <a:xfrm>
              <a:off x="8425512" y="95621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4" name="Hexagon 703">
              <a:extLst>
                <a:ext uri="{FF2B5EF4-FFF2-40B4-BE49-F238E27FC236}">
                  <a16:creationId xmlns:a16="http://schemas.microsoft.com/office/drawing/2014/main" id="{CE73B817-EA1F-4C90-8459-26A7DC1738A1}"/>
                </a:ext>
              </a:extLst>
            </p:cNvPr>
            <p:cNvSpPr/>
            <p:nvPr/>
          </p:nvSpPr>
          <p:spPr>
            <a:xfrm>
              <a:off x="7973476" y="137211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5" name="Hexagon 704">
              <a:extLst>
                <a:ext uri="{FF2B5EF4-FFF2-40B4-BE49-F238E27FC236}">
                  <a16:creationId xmlns:a16="http://schemas.microsoft.com/office/drawing/2014/main" id="{3EDFE140-F400-4353-A4A6-433EF707B213}"/>
                </a:ext>
              </a:extLst>
            </p:cNvPr>
            <p:cNvSpPr/>
            <p:nvPr/>
          </p:nvSpPr>
          <p:spPr>
            <a:xfrm>
              <a:off x="7969865" y="113431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6" name="Hexagon 705">
              <a:extLst>
                <a:ext uri="{FF2B5EF4-FFF2-40B4-BE49-F238E27FC236}">
                  <a16:creationId xmlns:a16="http://schemas.microsoft.com/office/drawing/2014/main" id="{AB662DEE-F8B9-4BF5-9FDC-5F9286704E76}"/>
                </a:ext>
              </a:extLst>
            </p:cNvPr>
            <p:cNvSpPr/>
            <p:nvPr/>
          </p:nvSpPr>
          <p:spPr>
            <a:xfrm>
              <a:off x="7969803" y="125673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7" name="Hexagon 706">
              <a:extLst>
                <a:ext uri="{FF2B5EF4-FFF2-40B4-BE49-F238E27FC236}">
                  <a16:creationId xmlns:a16="http://schemas.microsoft.com/office/drawing/2014/main" id="{9623E9E8-433F-4ABB-BF31-5B715F54187B}"/>
                </a:ext>
              </a:extLst>
            </p:cNvPr>
            <p:cNvSpPr/>
            <p:nvPr/>
          </p:nvSpPr>
          <p:spPr>
            <a:xfrm>
              <a:off x="8124516" y="131225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8" name="Hexagon 707">
              <a:extLst>
                <a:ext uri="{FF2B5EF4-FFF2-40B4-BE49-F238E27FC236}">
                  <a16:creationId xmlns:a16="http://schemas.microsoft.com/office/drawing/2014/main" id="{84881CF9-6F1B-4F41-A7F9-28333DD2BC05}"/>
                </a:ext>
              </a:extLst>
            </p:cNvPr>
            <p:cNvSpPr/>
            <p:nvPr/>
          </p:nvSpPr>
          <p:spPr>
            <a:xfrm>
              <a:off x="8120906" y="107445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9" name="Hexagon 708">
              <a:extLst>
                <a:ext uri="{FF2B5EF4-FFF2-40B4-BE49-F238E27FC236}">
                  <a16:creationId xmlns:a16="http://schemas.microsoft.com/office/drawing/2014/main" id="{5B8EFBD6-CA96-40A0-9305-A5D147CEC074}"/>
                </a:ext>
              </a:extLst>
            </p:cNvPr>
            <p:cNvSpPr/>
            <p:nvPr/>
          </p:nvSpPr>
          <p:spPr>
            <a:xfrm>
              <a:off x="8120844" y="119687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0" name="Hexagon 709">
              <a:extLst>
                <a:ext uri="{FF2B5EF4-FFF2-40B4-BE49-F238E27FC236}">
                  <a16:creationId xmlns:a16="http://schemas.microsoft.com/office/drawing/2014/main" id="{1034BAB4-8B81-49C3-B3F1-2C7E28DA088B}"/>
                </a:ext>
              </a:extLst>
            </p:cNvPr>
            <p:cNvSpPr/>
            <p:nvPr/>
          </p:nvSpPr>
          <p:spPr>
            <a:xfrm>
              <a:off x="7671264" y="136743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1" name="Hexagon 710">
              <a:extLst>
                <a:ext uri="{FF2B5EF4-FFF2-40B4-BE49-F238E27FC236}">
                  <a16:creationId xmlns:a16="http://schemas.microsoft.com/office/drawing/2014/main" id="{889DCC89-D82E-475B-BB37-F41A050CC8D5}"/>
                </a:ext>
              </a:extLst>
            </p:cNvPr>
            <p:cNvSpPr/>
            <p:nvPr/>
          </p:nvSpPr>
          <p:spPr>
            <a:xfrm>
              <a:off x="7667592" y="125205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2" name="Hexagon 711">
              <a:extLst>
                <a:ext uri="{FF2B5EF4-FFF2-40B4-BE49-F238E27FC236}">
                  <a16:creationId xmlns:a16="http://schemas.microsoft.com/office/drawing/2014/main" id="{25B9CC1F-6CC6-4AA4-80D1-D8EEAA775A5C}"/>
                </a:ext>
              </a:extLst>
            </p:cNvPr>
            <p:cNvSpPr/>
            <p:nvPr/>
          </p:nvSpPr>
          <p:spPr>
            <a:xfrm>
              <a:off x="7822304" y="13075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3" name="Hexagon 712">
              <a:extLst>
                <a:ext uri="{FF2B5EF4-FFF2-40B4-BE49-F238E27FC236}">
                  <a16:creationId xmlns:a16="http://schemas.microsoft.com/office/drawing/2014/main" id="{EFF37E5F-61A2-4D0B-A9DD-1BBD81CCAA2F}"/>
                </a:ext>
              </a:extLst>
            </p:cNvPr>
            <p:cNvSpPr/>
            <p:nvPr/>
          </p:nvSpPr>
          <p:spPr>
            <a:xfrm>
              <a:off x="5994216" y="510230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4" name="Hexagon 713">
              <a:extLst>
                <a:ext uri="{FF2B5EF4-FFF2-40B4-BE49-F238E27FC236}">
                  <a16:creationId xmlns:a16="http://schemas.microsoft.com/office/drawing/2014/main" id="{09F949FB-0E4F-45B1-AFA1-BB5BF3EC01DF}"/>
                </a:ext>
              </a:extLst>
            </p:cNvPr>
            <p:cNvSpPr/>
            <p:nvPr/>
          </p:nvSpPr>
          <p:spPr>
            <a:xfrm>
              <a:off x="6144504" y="504647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5" name="Hexagon 714">
              <a:extLst>
                <a:ext uri="{FF2B5EF4-FFF2-40B4-BE49-F238E27FC236}">
                  <a16:creationId xmlns:a16="http://schemas.microsoft.com/office/drawing/2014/main" id="{8D5B49B8-7412-4071-856A-AB5C07DD0574}"/>
                </a:ext>
              </a:extLst>
            </p:cNvPr>
            <p:cNvSpPr/>
            <p:nvPr/>
          </p:nvSpPr>
          <p:spPr>
            <a:xfrm>
              <a:off x="6298835" y="510741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6" name="Hexagon 715">
              <a:extLst>
                <a:ext uri="{FF2B5EF4-FFF2-40B4-BE49-F238E27FC236}">
                  <a16:creationId xmlns:a16="http://schemas.microsoft.com/office/drawing/2014/main" id="{0341B793-E9C7-409E-A355-B3117BD5D565}"/>
                </a:ext>
              </a:extLst>
            </p:cNvPr>
            <p:cNvSpPr/>
            <p:nvPr/>
          </p:nvSpPr>
          <p:spPr>
            <a:xfrm>
              <a:off x="5994216" y="522582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7" name="Hexagon 716">
              <a:extLst>
                <a:ext uri="{FF2B5EF4-FFF2-40B4-BE49-F238E27FC236}">
                  <a16:creationId xmlns:a16="http://schemas.microsoft.com/office/drawing/2014/main" id="{A4CD9373-0743-4031-96AA-65776E45D7FB}"/>
                </a:ext>
              </a:extLst>
            </p:cNvPr>
            <p:cNvSpPr/>
            <p:nvPr/>
          </p:nvSpPr>
          <p:spPr>
            <a:xfrm>
              <a:off x="6144504" y="51699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8" name="Hexagon 717">
              <a:extLst>
                <a:ext uri="{FF2B5EF4-FFF2-40B4-BE49-F238E27FC236}">
                  <a16:creationId xmlns:a16="http://schemas.microsoft.com/office/drawing/2014/main" id="{EEFA652D-C9F6-43C1-BFBF-F3B7DDAF9DD0}"/>
                </a:ext>
              </a:extLst>
            </p:cNvPr>
            <p:cNvSpPr/>
            <p:nvPr/>
          </p:nvSpPr>
          <p:spPr>
            <a:xfrm>
              <a:off x="6296930" y="522712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9" name="Hexagon 718">
              <a:extLst>
                <a:ext uri="{FF2B5EF4-FFF2-40B4-BE49-F238E27FC236}">
                  <a16:creationId xmlns:a16="http://schemas.microsoft.com/office/drawing/2014/main" id="{86E0238C-2862-4B82-AB8D-995C2BBD9747}"/>
                </a:ext>
              </a:extLst>
            </p:cNvPr>
            <p:cNvSpPr/>
            <p:nvPr/>
          </p:nvSpPr>
          <p:spPr>
            <a:xfrm>
              <a:off x="5837897" y="539970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0" name="Hexagon 719">
              <a:extLst>
                <a:ext uri="{FF2B5EF4-FFF2-40B4-BE49-F238E27FC236}">
                  <a16:creationId xmlns:a16="http://schemas.microsoft.com/office/drawing/2014/main" id="{1ACD718E-0B0B-44A8-AB77-9807B912095C}"/>
                </a:ext>
              </a:extLst>
            </p:cNvPr>
            <p:cNvSpPr/>
            <p:nvPr/>
          </p:nvSpPr>
          <p:spPr>
            <a:xfrm>
              <a:off x="5990089" y="534007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1" name="Hexagon 720">
              <a:extLst>
                <a:ext uri="{FF2B5EF4-FFF2-40B4-BE49-F238E27FC236}">
                  <a16:creationId xmlns:a16="http://schemas.microsoft.com/office/drawing/2014/main" id="{40492C11-FA86-4A84-8B75-7FB5CCE3E04C}"/>
                </a:ext>
              </a:extLst>
            </p:cNvPr>
            <p:cNvSpPr/>
            <p:nvPr/>
          </p:nvSpPr>
          <p:spPr>
            <a:xfrm>
              <a:off x="6144421" y="539910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2" name="Hexagon 721">
              <a:extLst>
                <a:ext uri="{FF2B5EF4-FFF2-40B4-BE49-F238E27FC236}">
                  <a16:creationId xmlns:a16="http://schemas.microsoft.com/office/drawing/2014/main" id="{5A94E0CB-28DA-4171-8A1C-23DDD61AF564}"/>
                </a:ext>
              </a:extLst>
            </p:cNvPr>
            <p:cNvSpPr/>
            <p:nvPr/>
          </p:nvSpPr>
          <p:spPr>
            <a:xfrm>
              <a:off x="6446772" y="504357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3" name="Hexagon 722">
              <a:extLst>
                <a:ext uri="{FF2B5EF4-FFF2-40B4-BE49-F238E27FC236}">
                  <a16:creationId xmlns:a16="http://schemas.microsoft.com/office/drawing/2014/main" id="{77E01890-F289-4CEA-B46A-26B7E1A0D32F}"/>
                </a:ext>
              </a:extLst>
            </p:cNvPr>
            <p:cNvSpPr/>
            <p:nvPr/>
          </p:nvSpPr>
          <p:spPr>
            <a:xfrm>
              <a:off x="6600871" y="510555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4" name="Hexagon 723">
              <a:extLst>
                <a:ext uri="{FF2B5EF4-FFF2-40B4-BE49-F238E27FC236}">
                  <a16:creationId xmlns:a16="http://schemas.microsoft.com/office/drawing/2014/main" id="{8B1F8705-7AA3-480A-B473-AA21C03F6B4A}"/>
                </a:ext>
              </a:extLst>
            </p:cNvPr>
            <p:cNvSpPr/>
            <p:nvPr/>
          </p:nvSpPr>
          <p:spPr>
            <a:xfrm>
              <a:off x="6751392" y="516649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5" name="Hexagon 724">
              <a:extLst>
                <a:ext uri="{FF2B5EF4-FFF2-40B4-BE49-F238E27FC236}">
                  <a16:creationId xmlns:a16="http://schemas.microsoft.com/office/drawing/2014/main" id="{275C4438-6255-4C47-8706-9A2EC024535F}"/>
                </a:ext>
              </a:extLst>
            </p:cNvPr>
            <p:cNvSpPr/>
            <p:nvPr/>
          </p:nvSpPr>
          <p:spPr>
            <a:xfrm>
              <a:off x="6605508" y="522426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6" name="Hexagon 725">
              <a:extLst>
                <a:ext uri="{FF2B5EF4-FFF2-40B4-BE49-F238E27FC236}">
                  <a16:creationId xmlns:a16="http://schemas.microsoft.com/office/drawing/2014/main" id="{B6543592-5546-48F4-85F2-4395090854DF}"/>
                </a:ext>
              </a:extLst>
            </p:cNvPr>
            <p:cNvSpPr/>
            <p:nvPr/>
          </p:nvSpPr>
          <p:spPr>
            <a:xfrm>
              <a:off x="6757962" y="528815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7" name="Hexagon 726">
              <a:extLst>
                <a:ext uri="{FF2B5EF4-FFF2-40B4-BE49-F238E27FC236}">
                  <a16:creationId xmlns:a16="http://schemas.microsoft.com/office/drawing/2014/main" id="{EAD3DF63-8FF8-4E77-ABEA-E12B855FC119}"/>
                </a:ext>
              </a:extLst>
            </p:cNvPr>
            <p:cNvSpPr/>
            <p:nvPr/>
          </p:nvSpPr>
          <p:spPr>
            <a:xfrm>
              <a:off x="6909868" y="534908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8" name="Hexagon 727">
              <a:extLst>
                <a:ext uri="{FF2B5EF4-FFF2-40B4-BE49-F238E27FC236}">
                  <a16:creationId xmlns:a16="http://schemas.microsoft.com/office/drawing/2014/main" id="{B159AB28-B2B7-4BA5-A3BA-0AE0C7F7FE31}"/>
                </a:ext>
              </a:extLst>
            </p:cNvPr>
            <p:cNvSpPr/>
            <p:nvPr/>
          </p:nvSpPr>
          <p:spPr>
            <a:xfrm>
              <a:off x="6451233" y="528579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9" name="Hexagon 728">
              <a:extLst>
                <a:ext uri="{FF2B5EF4-FFF2-40B4-BE49-F238E27FC236}">
                  <a16:creationId xmlns:a16="http://schemas.microsoft.com/office/drawing/2014/main" id="{CC775264-FD1F-4AF4-8165-2A9A51C65B94}"/>
                </a:ext>
              </a:extLst>
            </p:cNvPr>
            <p:cNvSpPr/>
            <p:nvPr/>
          </p:nvSpPr>
          <p:spPr>
            <a:xfrm>
              <a:off x="6601522" y="534396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0" name="Hexagon 729">
              <a:extLst>
                <a:ext uri="{FF2B5EF4-FFF2-40B4-BE49-F238E27FC236}">
                  <a16:creationId xmlns:a16="http://schemas.microsoft.com/office/drawing/2014/main" id="{520ABBF3-897C-49C7-8989-C121E05D4FCD}"/>
                </a:ext>
              </a:extLst>
            </p:cNvPr>
            <p:cNvSpPr/>
            <p:nvPr/>
          </p:nvSpPr>
          <p:spPr>
            <a:xfrm>
              <a:off x="6755853" y="540489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1" name="Hexagon 730">
              <a:extLst>
                <a:ext uri="{FF2B5EF4-FFF2-40B4-BE49-F238E27FC236}">
                  <a16:creationId xmlns:a16="http://schemas.microsoft.com/office/drawing/2014/main" id="{B8568814-631F-4C3F-9487-1F6C58566C35}"/>
                </a:ext>
              </a:extLst>
            </p:cNvPr>
            <p:cNvSpPr/>
            <p:nvPr/>
          </p:nvSpPr>
          <p:spPr>
            <a:xfrm>
              <a:off x="6446772" y="540231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2" name="Hexagon 731">
              <a:extLst>
                <a:ext uri="{FF2B5EF4-FFF2-40B4-BE49-F238E27FC236}">
                  <a16:creationId xmlns:a16="http://schemas.microsoft.com/office/drawing/2014/main" id="{F0258D9D-2892-4076-86C7-54E3A31C4F84}"/>
                </a:ext>
              </a:extLst>
            </p:cNvPr>
            <p:cNvSpPr/>
            <p:nvPr/>
          </p:nvSpPr>
          <p:spPr>
            <a:xfrm>
              <a:off x="6602776" y="545667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3" name="Hexagon 732">
              <a:extLst>
                <a:ext uri="{FF2B5EF4-FFF2-40B4-BE49-F238E27FC236}">
                  <a16:creationId xmlns:a16="http://schemas.microsoft.com/office/drawing/2014/main" id="{A2D4DD31-DF64-4EA2-8515-CBDE8E1C4811}"/>
                </a:ext>
              </a:extLst>
            </p:cNvPr>
            <p:cNvSpPr/>
            <p:nvPr/>
          </p:nvSpPr>
          <p:spPr>
            <a:xfrm>
              <a:off x="6755202" y="551951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4" name="Hexagon 733">
              <a:extLst>
                <a:ext uri="{FF2B5EF4-FFF2-40B4-BE49-F238E27FC236}">
                  <a16:creationId xmlns:a16="http://schemas.microsoft.com/office/drawing/2014/main" id="{ECD28E3C-DCCA-4BE3-816A-C688B976CEF8}"/>
                </a:ext>
              </a:extLst>
            </p:cNvPr>
            <p:cNvSpPr/>
            <p:nvPr/>
          </p:nvSpPr>
          <p:spPr>
            <a:xfrm>
              <a:off x="6146326" y="528247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5" name="Hexagon 734">
              <a:extLst>
                <a:ext uri="{FF2B5EF4-FFF2-40B4-BE49-F238E27FC236}">
                  <a16:creationId xmlns:a16="http://schemas.microsoft.com/office/drawing/2014/main" id="{D7FD749D-EB4C-4E30-8FB0-3BBEE3F2DB74}"/>
                </a:ext>
              </a:extLst>
            </p:cNvPr>
            <p:cNvSpPr/>
            <p:nvPr/>
          </p:nvSpPr>
          <p:spPr>
            <a:xfrm>
              <a:off x="6907395" y="546395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6" name="Hexagon 735">
              <a:extLst>
                <a:ext uri="{FF2B5EF4-FFF2-40B4-BE49-F238E27FC236}">
                  <a16:creationId xmlns:a16="http://schemas.microsoft.com/office/drawing/2014/main" id="{A8614042-82A8-48FA-8779-1579D4A58053}"/>
                </a:ext>
              </a:extLst>
            </p:cNvPr>
            <p:cNvSpPr/>
            <p:nvPr/>
          </p:nvSpPr>
          <p:spPr>
            <a:xfrm>
              <a:off x="7061726" y="552488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7" name="Hexagon 736">
              <a:extLst>
                <a:ext uri="{FF2B5EF4-FFF2-40B4-BE49-F238E27FC236}">
                  <a16:creationId xmlns:a16="http://schemas.microsoft.com/office/drawing/2014/main" id="{529A3EB3-0C52-4A8D-9C59-5FC6DCF95CBE}"/>
                </a:ext>
              </a:extLst>
            </p:cNvPr>
            <p:cNvSpPr/>
            <p:nvPr/>
          </p:nvSpPr>
          <p:spPr>
            <a:xfrm>
              <a:off x="6908649" y="557666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8" name="Hexagon 737">
              <a:extLst>
                <a:ext uri="{FF2B5EF4-FFF2-40B4-BE49-F238E27FC236}">
                  <a16:creationId xmlns:a16="http://schemas.microsoft.com/office/drawing/2014/main" id="{77CE7B15-86CB-4053-827D-A63958A77EFA}"/>
                </a:ext>
              </a:extLst>
            </p:cNvPr>
            <p:cNvSpPr/>
            <p:nvPr/>
          </p:nvSpPr>
          <p:spPr>
            <a:xfrm>
              <a:off x="7061075" y="563950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9" name="Hexagon 738">
              <a:extLst>
                <a:ext uri="{FF2B5EF4-FFF2-40B4-BE49-F238E27FC236}">
                  <a16:creationId xmlns:a16="http://schemas.microsoft.com/office/drawing/2014/main" id="{C5AF5EAD-6659-4FB7-B469-23F06EC6D885}"/>
                </a:ext>
              </a:extLst>
            </p:cNvPr>
            <p:cNvSpPr/>
            <p:nvPr/>
          </p:nvSpPr>
          <p:spPr>
            <a:xfrm>
              <a:off x="5990353" y="546340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0" name="Hexagon 739">
              <a:extLst>
                <a:ext uri="{FF2B5EF4-FFF2-40B4-BE49-F238E27FC236}">
                  <a16:creationId xmlns:a16="http://schemas.microsoft.com/office/drawing/2014/main" id="{328267CB-603D-46AF-B917-547C591F5F38}"/>
                </a:ext>
              </a:extLst>
            </p:cNvPr>
            <p:cNvSpPr/>
            <p:nvPr/>
          </p:nvSpPr>
          <p:spPr>
            <a:xfrm>
              <a:off x="6144684" y="552242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….</a:t>
              </a:r>
            </a:p>
          </p:txBody>
        </p:sp>
        <p:sp>
          <p:nvSpPr>
            <p:cNvPr id="741" name="Hexagon 740">
              <a:extLst>
                <a:ext uri="{FF2B5EF4-FFF2-40B4-BE49-F238E27FC236}">
                  <a16:creationId xmlns:a16="http://schemas.microsoft.com/office/drawing/2014/main" id="{2E0BE077-8AE6-4E9E-8700-50E985EBD78F}"/>
                </a:ext>
              </a:extLst>
            </p:cNvPr>
            <p:cNvSpPr/>
            <p:nvPr/>
          </p:nvSpPr>
          <p:spPr>
            <a:xfrm>
              <a:off x="5991608" y="558182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2" name="Hexagon 741">
              <a:extLst>
                <a:ext uri="{FF2B5EF4-FFF2-40B4-BE49-F238E27FC236}">
                  <a16:creationId xmlns:a16="http://schemas.microsoft.com/office/drawing/2014/main" id="{9E8AE461-E40B-417C-8274-9DA1EA54F2AE}"/>
                </a:ext>
              </a:extLst>
            </p:cNvPr>
            <p:cNvSpPr/>
            <p:nvPr/>
          </p:nvSpPr>
          <p:spPr>
            <a:xfrm>
              <a:off x="6145939" y="563894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3" name="Hexagon 742">
              <a:extLst>
                <a:ext uri="{FF2B5EF4-FFF2-40B4-BE49-F238E27FC236}">
                  <a16:creationId xmlns:a16="http://schemas.microsoft.com/office/drawing/2014/main" id="{4394A4CC-9824-4A02-8FD8-5E268408E68C}"/>
                </a:ext>
              </a:extLst>
            </p:cNvPr>
            <p:cNvSpPr/>
            <p:nvPr/>
          </p:nvSpPr>
          <p:spPr>
            <a:xfrm>
              <a:off x="6298700" y="546303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4" name="Hexagon 743">
              <a:extLst>
                <a:ext uri="{FF2B5EF4-FFF2-40B4-BE49-F238E27FC236}">
                  <a16:creationId xmlns:a16="http://schemas.microsoft.com/office/drawing/2014/main" id="{CC6B017D-78AC-4435-BA91-E1157B29BCA6}"/>
                </a:ext>
              </a:extLst>
            </p:cNvPr>
            <p:cNvSpPr/>
            <p:nvPr/>
          </p:nvSpPr>
          <p:spPr>
            <a:xfrm>
              <a:off x="6453031" y="552397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5" name="Hexagon 744">
              <a:extLst>
                <a:ext uri="{FF2B5EF4-FFF2-40B4-BE49-F238E27FC236}">
                  <a16:creationId xmlns:a16="http://schemas.microsoft.com/office/drawing/2014/main" id="{C87D49D2-4114-4AFD-B347-6DB9C07404BF}"/>
                </a:ext>
              </a:extLst>
            </p:cNvPr>
            <p:cNvSpPr/>
            <p:nvPr/>
          </p:nvSpPr>
          <p:spPr>
            <a:xfrm>
              <a:off x="6299954" y="557574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6" name="Hexagon 745">
              <a:extLst>
                <a:ext uri="{FF2B5EF4-FFF2-40B4-BE49-F238E27FC236}">
                  <a16:creationId xmlns:a16="http://schemas.microsoft.com/office/drawing/2014/main" id="{5542E993-72BC-4EC6-B7CA-3DD0067521C2}"/>
                </a:ext>
              </a:extLst>
            </p:cNvPr>
            <p:cNvSpPr/>
            <p:nvPr/>
          </p:nvSpPr>
          <p:spPr>
            <a:xfrm>
              <a:off x="6452380" y="563858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7" name="Hexagon 746">
              <a:extLst>
                <a:ext uri="{FF2B5EF4-FFF2-40B4-BE49-F238E27FC236}">
                  <a16:creationId xmlns:a16="http://schemas.microsoft.com/office/drawing/2014/main" id="{6CFD34F9-3DDC-4B69-9B6F-F14517601368}"/>
                </a:ext>
              </a:extLst>
            </p:cNvPr>
            <p:cNvSpPr/>
            <p:nvPr/>
          </p:nvSpPr>
          <p:spPr>
            <a:xfrm>
              <a:off x="5990931" y="569507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8" name="Hexagon 747">
              <a:extLst>
                <a:ext uri="{FF2B5EF4-FFF2-40B4-BE49-F238E27FC236}">
                  <a16:creationId xmlns:a16="http://schemas.microsoft.com/office/drawing/2014/main" id="{C686A3DB-0C37-4052-A6AF-856036C076FE}"/>
                </a:ext>
              </a:extLst>
            </p:cNvPr>
            <p:cNvSpPr/>
            <p:nvPr/>
          </p:nvSpPr>
          <p:spPr>
            <a:xfrm>
              <a:off x="6145262" y="575410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49" name="Hexagon 748">
              <a:extLst>
                <a:ext uri="{FF2B5EF4-FFF2-40B4-BE49-F238E27FC236}">
                  <a16:creationId xmlns:a16="http://schemas.microsoft.com/office/drawing/2014/main" id="{C905F501-CEE3-4009-BA22-396373B1C5D1}"/>
                </a:ext>
              </a:extLst>
            </p:cNvPr>
            <p:cNvSpPr/>
            <p:nvPr/>
          </p:nvSpPr>
          <p:spPr>
            <a:xfrm>
              <a:off x="6144135" y="587538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0" name="Hexagon 749">
              <a:extLst>
                <a:ext uri="{FF2B5EF4-FFF2-40B4-BE49-F238E27FC236}">
                  <a16:creationId xmlns:a16="http://schemas.microsoft.com/office/drawing/2014/main" id="{A83E7572-B740-4E2A-828E-DB46C595894D}"/>
                </a:ext>
              </a:extLst>
            </p:cNvPr>
            <p:cNvSpPr/>
            <p:nvPr/>
          </p:nvSpPr>
          <p:spPr>
            <a:xfrm>
              <a:off x="6299277" y="569471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1" name="Hexagon 750">
              <a:extLst>
                <a:ext uri="{FF2B5EF4-FFF2-40B4-BE49-F238E27FC236}">
                  <a16:creationId xmlns:a16="http://schemas.microsoft.com/office/drawing/2014/main" id="{0249C61F-3695-4C73-84CA-98AB48187BE7}"/>
                </a:ext>
              </a:extLst>
            </p:cNvPr>
            <p:cNvSpPr/>
            <p:nvPr/>
          </p:nvSpPr>
          <p:spPr>
            <a:xfrm>
              <a:off x="6295769" y="581218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2" name="Hexagon 751">
              <a:extLst>
                <a:ext uri="{FF2B5EF4-FFF2-40B4-BE49-F238E27FC236}">
                  <a16:creationId xmlns:a16="http://schemas.microsoft.com/office/drawing/2014/main" id="{ED7F12DB-771B-4C53-9B0A-463A26C893A4}"/>
                </a:ext>
              </a:extLst>
            </p:cNvPr>
            <p:cNvSpPr/>
            <p:nvPr/>
          </p:nvSpPr>
          <p:spPr>
            <a:xfrm>
              <a:off x="6450314" y="575760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….</a:t>
              </a:r>
            </a:p>
          </p:txBody>
        </p:sp>
        <p:sp>
          <p:nvSpPr>
            <p:cNvPr id="753" name="Hexagon 752">
              <a:extLst>
                <a:ext uri="{FF2B5EF4-FFF2-40B4-BE49-F238E27FC236}">
                  <a16:creationId xmlns:a16="http://schemas.microsoft.com/office/drawing/2014/main" id="{D682C4F4-A826-409D-9D92-F99F63E59C03}"/>
                </a:ext>
              </a:extLst>
            </p:cNvPr>
            <p:cNvSpPr/>
            <p:nvPr/>
          </p:nvSpPr>
          <p:spPr>
            <a:xfrm>
              <a:off x="6447238" y="587412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4" name="Hexagon 753">
              <a:extLst>
                <a:ext uri="{FF2B5EF4-FFF2-40B4-BE49-F238E27FC236}">
                  <a16:creationId xmlns:a16="http://schemas.microsoft.com/office/drawing/2014/main" id="{F0D369D2-DBA1-44B3-8317-0622E45F4A6E}"/>
                </a:ext>
              </a:extLst>
            </p:cNvPr>
            <p:cNvSpPr/>
            <p:nvPr/>
          </p:nvSpPr>
          <p:spPr>
            <a:xfrm>
              <a:off x="6605079" y="569948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5" name="Hexagon 754">
              <a:extLst>
                <a:ext uri="{FF2B5EF4-FFF2-40B4-BE49-F238E27FC236}">
                  <a16:creationId xmlns:a16="http://schemas.microsoft.com/office/drawing/2014/main" id="{7B636C15-C22A-4D9A-B46A-FD70F685B23C}"/>
                </a:ext>
              </a:extLst>
            </p:cNvPr>
            <p:cNvSpPr/>
            <p:nvPr/>
          </p:nvSpPr>
          <p:spPr>
            <a:xfrm>
              <a:off x="6599090" y="581473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6" name="Hexagon 755">
              <a:extLst>
                <a:ext uri="{FF2B5EF4-FFF2-40B4-BE49-F238E27FC236}">
                  <a16:creationId xmlns:a16="http://schemas.microsoft.com/office/drawing/2014/main" id="{8F983EA2-DAA5-42C5-8FE7-BC95A5CFAEB2}"/>
                </a:ext>
              </a:extLst>
            </p:cNvPr>
            <p:cNvSpPr/>
            <p:nvPr/>
          </p:nvSpPr>
          <p:spPr>
            <a:xfrm>
              <a:off x="6596246" y="593178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7" name="Hexagon 756">
              <a:extLst>
                <a:ext uri="{FF2B5EF4-FFF2-40B4-BE49-F238E27FC236}">
                  <a16:creationId xmlns:a16="http://schemas.microsoft.com/office/drawing/2014/main" id="{AFB83D8F-173B-4A6D-9058-B658130D5D9A}"/>
                </a:ext>
              </a:extLst>
            </p:cNvPr>
            <p:cNvSpPr/>
            <p:nvPr/>
          </p:nvSpPr>
          <p:spPr>
            <a:xfrm>
              <a:off x="6296338" y="605285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8" name="Hexagon 757">
              <a:extLst>
                <a:ext uri="{FF2B5EF4-FFF2-40B4-BE49-F238E27FC236}">
                  <a16:creationId xmlns:a16="http://schemas.microsoft.com/office/drawing/2014/main" id="{E23AA0BE-FF66-43E5-B974-5638CB2E3793}"/>
                </a:ext>
              </a:extLst>
            </p:cNvPr>
            <p:cNvSpPr/>
            <p:nvPr/>
          </p:nvSpPr>
          <p:spPr>
            <a:xfrm>
              <a:off x="6445601" y="599732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…</a:t>
              </a:r>
            </a:p>
          </p:txBody>
        </p:sp>
        <p:sp>
          <p:nvSpPr>
            <p:cNvPr id="759" name="Hexagon 758">
              <a:extLst>
                <a:ext uri="{FF2B5EF4-FFF2-40B4-BE49-F238E27FC236}">
                  <a16:creationId xmlns:a16="http://schemas.microsoft.com/office/drawing/2014/main" id="{2F91CEE1-3679-4AB9-98DA-2AEB144B8A54}"/>
                </a:ext>
              </a:extLst>
            </p:cNvPr>
            <p:cNvSpPr/>
            <p:nvPr/>
          </p:nvSpPr>
          <p:spPr>
            <a:xfrm>
              <a:off x="6600871" y="605635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0" name="Hexagon 759">
              <a:extLst>
                <a:ext uri="{FF2B5EF4-FFF2-40B4-BE49-F238E27FC236}">
                  <a16:creationId xmlns:a16="http://schemas.microsoft.com/office/drawing/2014/main" id="{AF65E947-EA6A-4076-B6A5-AC8A25563B3B}"/>
                </a:ext>
              </a:extLst>
            </p:cNvPr>
            <p:cNvSpPr/>
            <p:nvPr/>
          </p:nvSpPr>
          <p:spPr>
            <a:xfrm>
              <a:off x="6758455" y="563819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1" name="Hexagon 760">
              <a:extLst>
                <a:ext uri="{FF2B5EF4-FFF2-40B4-BE49-F238E27FC236}">
                  <a16:creationId xmlns:a16="http://schemas.microsoft.com/office/drawing/2014/main" id="{88F92168-2B86-4CB9-8180-F64B23F6B701}"/>
                </a:ext>
              </a:extLst>
            </p:cNvPr>
            <p:cNvSpPr/>
            <p:nvPr/>
          </p:nvSpPr>
          <p:spPr>
            <a:xfrm>
              <a:off x="6754599" y="575721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62" name="Hexagon 761">
              <a:extLst>
                <a:ext uri="{FF2B5EF4-FFF2-40B4-BE49-F238E27FC236}">
                  <a16:creationId xmlns:a16="http://schemas.microsoft.com/office/drawing/2014/main" id="{73543E1E-0F16-4F0E-9DDA-1A1FF4AACD24}"/>
                </a:ext>
              </a:extLst>
            </p:cNvPr>
            <p:cNvSpPr/>
            <p:nvPr/>
          </p:nvSpPr>
          <p:spPr>
            <a:xfrm>
              <a:off x="6908614" y="570163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3" name="Hexagon 762">
              <a:extLst>
                <a:ext uri="{FF2B5EF4-FFF2-40B4-BE49-F238E27FC236}">
                  <a16:creationId xmlns:a16="http://schemas.microsoft.com/office/drawing/2014/main" id="{4728D094-F27D-430F-9774-AE55BAA71952}"/>
                </a:ext>
              </a:extLst>
            </p:cNvPr>
            <p:cNvSpPr/>
            <p:nvPr/>
          </p:nvSpPr>
          <p:spPr>
            <a:xfrm>
              <a:off x="6909868" y="581434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4" name="Hexagon 763">
              <a:extLst>
                <a:ext uri="{FF2B5EF4-FFF2-40B4-BE49-F238E27FC236}">
                  <a16:creationId xmlns:a16="http://schemas.microsoft.com/office/drawing/2014/main" id="{C822F77B-D23C-4CEF-BE32-35B7E0FCC250}"/>
                </a:ext>
              </a:extLst>
            </p:cNvPr>
            <p:cNvSpPr/>
            <p:nvPr/>
          </p:nvSpPr>
          <p:spPr>
            <a:xfrm>
              <a:off x="6751403" y="599208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5" name="Hexagon 764">
              <a:extLst>
                <a:ext uri="{FF2B5EF4-FFF2-40B4-BE49-F238E27FC236}">
                  <a16:creationId xmlns:a16="http://schemas.microsoft.com/office/drawing/2014/main" id="{3B61C17F-6729-4219-9834-3F9D4AC7FEF9}"/>
                </a:ext>
              </a:extLst>
            </p:cNvPr>
            <p:cNvSpPr/>
            <p:nvPr/>
          </p:nvSpPr>
          <p:spPr>
            <a:xfrm>
              <a:off x="6904957" y="605451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6" name="Hexagon 765">
              <a:extLst>
                <a:ext uri="{FF2B5EF4-FFF2-40B4-BE49-F238E27FC236}">
                  <a16:creationId xmlns:a16="http://schemas.microsoft.com/office/drawing/2014/main" id="{516E9512-2DB3-4E08-96C4-6AE13A7FE37B}"/>
                </a:ext>
              </a:extLst>
            </p:cNvPr>
            <p:cNvSpPr/>
            <p:nvPr/>
          </p:nvSpPr>
          <p:spPr>
            <a:xfrm>
              <a:off x="6747601" y="611528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67" name="Hexagon 766">
              <a:extLst>
                <a:ext uri="{FF2B5EF4-FFF2-40B4-BE49-F238E27FC236}">
                  <a16:creationId xmlns:a16="http://schemas.microsoft.com/office/drawing/2014/main" id="{E57F1C1C-3FBA-48D0-9DF9-AC28F0B0C249}"/>
                </a:ext>
              </a:extLst>
            </p:cNvPr>
            <p:cNvSpPr/>
            <p:nvPr/>
          </p:nvSpPr>
          <p:spPr>
            <a:xfrm>
              <a:off x="7063136" y="575954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8" name="Hexagon 767">
              <a:extLst>
                <a:ext uri="{FF2B5EF4-FFF2-40B4-BE49-F238E27FC236}">
                  <a16:creationId xmlns:a16="http://schemas.microsoft.com/office/drawing/2014/main" id="{8633A563-328E-4A93-AEDA-BFE8729C78C8}"/>
                </a:ext>
              </a:extLst>
            </p:cNvPr>
            <p:cNvSpPr/>
            <p:nvPr/>
          </p:nvSpPr>
          <p:spPr>
            <a:xfrm>
              <a:off x="7062926" y="587879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9" name="Hexagon 768">
              <a:extLst>
                <a:ext uri="{FF2B5EF4-FFF2-40B4-BE49-F238E27FC236}">
                  <a16:creationId xmlns:a16="http://schemas.microsoft.com/office/drawing/2014/main" id="{18CEAAF6-BA0A-44B8-B76C-B81506AAD341}"/>
                </a:ext>
              </a:extLst>
            </p:cNvPr>
            <p:cNvSpPr/>
            <p:nvPr/>
          </p:nvSpPr>
          <p:spPr>
            <a:xfrm>
              <a:off x="7217556" y="581851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0" name="Hexagon 769">
              <a:extLst>
                <a:ext uri="{FF2B5EF4-FFF2-40B4-BE49-F238E27FC236}">
                  <a16:creationId xmlns:a16="http://schemas.microsoft.com/office/drawing/2014/main" id="{E7A40172-EB17-4855-8BFF-17E04839ECBE}"/>
                </a:ext>
              </a:extLst>
            </p:cNvPr>
            <p:cNvSpPr/>
            <p:nvPr/>
          </p:nvSpPr>
          <p:spPr>
            <a:xfrm>
              <a:off x="7215649" y="593710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1" name="Hexagon 770">
              <a:extLst>
                <a:ext uri="{FF2B5EF4-FFF2-40B4-BE49-F238E27FC236}">
                  <a16:creationId xmlns:a16="http://schemas.microsoft.com/office/drawing/2014/main" id="{895083A1-1B9E-4C53-8B71-AFA4B95F0143}"/>
                </a:ext>
              </a:extLst>
            </p:cNvPr>
            <p:cNvSpPr/>
            <p:nvPr/>
          </p:nvSpPr>
          <p:spPr>
            <a:xfrm>
              <a:off x="7215439" y="605635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2" name="Hexagon 771">
              <a:extLst>
                <a:ext uri="{FF2B5EF4-FFF2-40B4-BE49-F238E27FC236}">
                  <a16:creationId xmlns:a16="http://schemas.microsoft.com/office/drawing/2014/main" id="{7108E8FB-75FC-45E8-A372-90720E1647A0}"/>
                </a:ext>
              </a:extLst>
            </p:cNvPr>
            <p:cNvSpPr/>
            <p:nvPr/>
          </p:nvSpPr>
          <p:spPr>
            <a:xfrm>
              <a:off x="7058910" y="599614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3" name="Hexagon 772">
              <a:extLst>
                <a:ext uri="{FF2B5EF4-FFF2-40B4-BE49-F238E27FC236}">
                  <a16:creationId xmlns:a16="http://schemas.microsoft.com/office/drawing/2014/main" id="{5FC78608-9691-4422-B4AD-9FCF3BB4024E}"/>
                </a:ext>
              </a:extLst>
            </p:cNvPr>
            <p:cNvSpPr/>
            <p:nvPr/>
          </p:nvSpPr>
          <p:spPr>
            <a:xfrm>
              <a:off x="7365596" y="575528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4" name="Hexagon 773">
              <a:extLst>
                <a:ext uri="{FF2B5EF4-FFF2-40B4-BE49-F238E27FC236}">
                  <a16:creationId xmlns:a16="http://schemas.microsoft.com/office/drawing/2014/main" id="{78ADD3A2-E215-4387-8909-664E61784620}"/>
                </a:ext>
              </a:extLst>
            </p:cNvPr>
            <p:cNvSpPr/>
            <p:nvPr/>
          </p:nvSpPr>
          <p:spPr>
            <a:xfrm>
              <a:off x="7363689" y="587387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5" name="Hexagon 774">
              <a:extLst>
                <a:ext uri="{FF2B5EF4-FFF2-40B4-BE49-F238E27FC236}">
                  <a16:creationId xmlns:a16="http://schemas.microsoft.com/office/drawing/2014/main" id="{4680C6B6-F490-4F3D-920F-104D29845C2A}"/>
                </a:ext>
              </a:extLst>
            </p:cNvPr>
            <p:cNvSpPr/>
            <p:nvPr/>
          </p:nvSpPr>
          <p:spPr>
            <a:xfrm>
              <a:off x="7363479" y="599312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6" name="Hexagon 775">
              <a:extLst>
                <a:ext uri="{FF2B5EF4-FFF2-40B4-BE49-F238E27FC236}">
                  <a16:creationId xmlns:a16="http://schemas.microsoft.com/office/drawing/2014/main" id="{2A90A4D4-98C0-4B88-AB44-752E4E11B38B}"/>
                </a:ext>
              </a:extLst>
            </p:cNvPr>
            <p:cNvSpPr/>
            <p:nvPr/>
          </p:nvSpPr>
          <p:spPr>
            <a:xfrm>
              <a:off x="7211085" y="617119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7" name="Hexagon 776">
              <a:extLst>
                <a:ext uri="{FF2B5EF4-FFF2-40B4-BE49-F238E27FC236}">
                  <a16:creationId xmlns:a16="http://schemas.microsoft.com/office/drawing/2014/main" id="{B6877359-9DD7-462A-8FA3-68FA02560D7B}"/>
                </a:ext>
              </a:extLst>
            </p:cNvPr>
            <p:cNvSpPr/>
            <p:nvPr/>
          </p:nvSpPr>
          <p:spPr>
            <a:xfrm>
              <a:off x="7056511" y="623477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8" name="Hexagon 777">
              <a:extLst>
                <a:ext uri="{FF2B5EF4-FFF2-40B4-BE49-F238E27FC236}">
                  <a16:creationId xmlns:a16="http://schemas.microsoft.com/office/drawing/2014/main" id="{BB5F194D-76B4-4409-B143-86851D05A3DB}"/>
                </a:ext>
              </a:extLst>
            </p:cNvPr>
            <p:cNvSpPr/>
            <p:nvPr/>
          </p:nvSpPr>
          <p:spPr>
            <a:xfrm>
              <a:off x="7359124" y="610796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9" name="Hexagon 778">
              <a:extLst>
                <a:ext uri="{FF2B5EF4-FFF2-40B4-BE49-F238E27FC236}">
                  <a16:creationId xmlns:a16="http://schemas.microsoft.com/office/drawing/2014/main" id="{DB421965-E97E-4022-AB92-BE3D803C9AFB}"/>
                </a:ext>
              </a:extLst>
            </p:cNvPr>
            <p:cNvSpPr/>
            <p:nvPr/>
          </p:nvSpPr>
          <p:spPr>
            <a:xfrm>
              <a:off x="7358914" y="622721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0" name="Hexagon 779">
              <a:extLst>
                <a:ext uri="{FF2B5EF4-FFF2-40B4-BE49-F238E27FC236}">
                  <a16:creationId xmlns:a16="http://schemas.microsoft.com/office/drawing/2014/main" id="{D76AD4E8-B09A-4657-808E-3820A05B4733}"/>
                </a:ext>
              </a:extLst>
            </p:cNvPr>
            <p:cNvSpPr/>
            <p:nvPr/>
          </p:nvSpPr>
          <p:spPr>
            <a:xfrm>
              <a:off x="7210665" y="641074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1" name="Hexagon 780">
              <a:extLst>
                <a:ext uri="{FF2B5EF4-FFF2-40B4-BE49-F238E27FC236}">
                  <a16:creationId xmlns:a16="http://schemas.microsoft.com/office/drawing/2014/main" id="{1B3DFF65-0B96-4F84-B6A4-C80D4BE22357}"/>
                </a:ext>
              </a:extLst>
            </p:cNvPr>
            <p:cNvSpPr/>
            <p:nvPr/>
          </p:nvSpPr>
          <p:spPr>
            <a:xfrm>
              <a:off x="7056301" y="635270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2" name="Hexagon 781">
              <a:extLst>
                <a:ext uri="{FF2B5EF4-FFF2-40B4-BE49-F238E27FC236}">
                  <a16:creationId xmlns:a16="http://schemas.microsoft.com/office/drawing/2014/main" id="{0D9910B0-9316-47F0-856B-09F4E7FCC064}"/>
                </a:ext>
              </a:extLst>
            </p:cNvPr>
            <p:cNvSpPr/>
            <p:nvPr/>
          </p:nvSpPr>
          <p:spPr>
            <a:xfrm>
              <a:off x="7358704" y="634513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3" name="Hexagon 782">
              <a:extLst>
                <a:ext uri="{FF2B5EF4-FFF2-40B4-BE49-F238E27FC236}">
                  <a16:creationId xmlns:a16="http://schemas.microsoft.com/office/drawing/2014/main" id="{3F9130B6-A033-4B3A-9314-FD9693048DA4}"/>
                </a:ext>
              </a:extLst>
            </p:cNvPr>
            <p:cNvSpPr/>
            <p:nvPr/>
          </p:nvSpPr>
          <p:spPr>
            <a:xfrm>
              <a:off x="7515151" y="605068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4" name="Hexagon 783">
              <a:extLst>
                <a:ext uri="{FF2B5EF4-FFF2-40B4-BE49-F238E27FC236}">
                  <a16:creationId xmlns:a16="http://schemas.microsoft.com/office/drawing/2014/main" id="{D70B5D5C-FA21-454C-8F5D-7745CA60EFC2}"/>
                </a:ext>
              </a:extLst>
            </p:cNvPr>
            <p:cNvSpPr/>
            <p:nvPr/>
          </p:nvSpPr>
          <p:spPr>
            <a:xfrm>
              <a:off x="7514941" y="616993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5" name="Hexagon 784">
              <a:extLst>
                <a:ext uri="{FF2B5EF4-FFF2-40B4-BE49-F238E27FC236}">
                  <a16:creationId xmlns:a16="http://schemas.microsoft.com/office/drawing/2014/main" id="{C408DA1B-5403-48C8-9A11-695850D34D9C}"/>
                </a:ext>
              </a:extLst>
            </p:cNvPr>
            <p:cNvSpPr/>
            <p:nvPr/>
          </p:nvSpPr>
          <p:spPr>
            <a:xfrm>
              <a:off x="7662980" y="610670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6" name="Hexagon 785">
              <a:extLst>
                <a:ext uri="{FF2B5EF4-FFF2-40B4-BE49-F238E27FC236}">
                  <a16:creationId xmlns:a16="http://schemas.microsoft.com/office/drawing/2014/main" id="{ACAA1122-1AA5-42F1-B522-2543A3FB875B}"/>
                </a:ext>
              </a:extLst>
            </p:cNvPr>
            <p:cNvSpPr/>
            <p:nvPr/>
          </p:nvSpPr>
          <p:spPr>
            <a:xfrm>
              <a:off x="7510587" y="628477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7" name="Hexagon 786">
              <a:extLst>
                <a:ext uri="{FF2B5EF4-FFF2-40B4-BE49-F238E27FC236}">
                  <a16:creationId xmlns:a16="http://schemas.microsoft.com/office/drawing/2014/main" id="{F92F4E15-BFF3-4830-8A54-A5C3F4164724}"/>
                </a:ext>
              </a:extLst>
            </p:cNvPr>
            <p:cNvSpPr/>
            <p:nvPr/>
          </p:nvSpPr>
          <p:spPr>
            <a:xfrm>
              <a:off x="7658626" y="622154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8" name="Hexagon 787">
              <a:extLst>
                <a:ext uri="{FF2B5EF4-FFF2-40B4-BE49-F238E27FC236}">
                  <a16:creationId xmlns:a16="http://schemas.microsoft.com/office/drawing/2014/main" id="{3717EB52-B812-4949-BDB1-D7C7B8A7F773}"/>
                </a:ext>
              </a:extLst>
            </p:cNvPr>
            <p:cNvSpPr/>
            <p:nvPr/>
          </p:nvSpPr>
          <p:spPr>
            <a:xfrm>
              <a:off x="7658416" y="63407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9" name="Hexagon 788">
              <a:extLst>
                <a:ext uri="{FF2B5EF4-FFF2-40B4-BE49-F238E27FC236}">
                  <a16:creationId xmlns:a16="http://schemas.microsoft.com/office/drawing/2014/main" id="{A7BE5414-6E5A-4A78-98B8-7840DE170E33}"/>
                </a:ext>
              </a:extLst>
            </p:cNvPr>
            <p:cNvSpPr/>
            <p:nvPr/>
          </p:nvSpPr>
          <p:spPr>
            <a:xfrm>
              <a:off x="7658206" y="645871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0" name="Hexagon 789">
              <a:extLst>
                <a:ext uri="{FF2B5EF4-FFF2-40B4-BE49-F238E27FC236}">
                  <a16:creationId xmlns:a16="http://schemas.microsoft.com/office/drawing/2014/main" id="{9D430C10-2288-4AF5-91D0-92EC23A5F6F7}"/>
                </a:ext>
              </a:extLst>
            </p:cNvPr>
            <p:cNvSpPr/>
            <p:nvPr/>
          </p:nvSpPr>
          <p:spPr>
            <a:xfrm>
              <a:off x="7815194" y="616990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1" name="Hexagon 790">
              <a:extLst>
                <a:ext uri="{FF2B5EF4-FFF2-40B4-BE49-F238E27FC236}">
                  <a16:creationId xmlns:a16="http://schemas.microsoft.com/office/drawing/2014/main" id="{6E1342CA-0332-4D95-8A51-58FC4929A005}"/>
                </a:ext>
              </a:extLst>
            </p:cNvPr>
            <p:cNvSpPr/>
            <p:nvPr/>
          </p:nvSpPr>
          <p:spPr>
            <a:xfrm>
              <a:off x="7812868" y="628703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2" name="Hexagon 791">
              <a:extLst>
                <a:ext uri="{FF2B5EF4-FFF2-40B4-BE49-F238E27FC236}">
                  <a16:creationId xmlns:a16="http://schemas.microsoft.com/office/drawing/2014/main" id="{657100E7-32FE-4D09-BBCC-962AFE7A2A90}"/>
                </a:ext>
              </a:extLst>
            </p:cNvPr>
            <p:cNvSpPr/>
            <p:nvPr/>
          </p:nvSpPr>
          <p:spPr>
            <a:xfrm>
              <a:off x="7808514" y="639975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3" name="Hexagon 792">
              <a:extLst>
                <a:ext uri="{FF2B5EF4-FFF2-40B4-BE49-F238E27FC236}">
                  <a16:creationId xmlns:a16="http://schemas.microsoft.com/office/drawing/2014/main" id="{C72166E6-11D8-44D2-83D7-9E4B6DD00F4D}"/>
                </a:ext>
              </a:extLst>
            </p:cNvPr>
            <p:cNvSpPr/>
            <p:nvPr/>
          </p:nvSpPr>
          <p:spPr>
            <a:xfrm>
              <a:off x="7817193" y="605197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4" name="Hexagon 793">
              <a:extLst>
                <a:ext uri="{FF2B5EF4-FFF2-40B4-BE49-F238E27FC236}">
                  <a16:creationId xmlns:a16="http://schemas.microsoft.com/office/drawing/2014/main" id="{5DBF732D-DDD8-4C9E-97BF-F47E0BCF3B95}"/>
                </a:ext>
              </a:extLst>
            </p:cNvPr>
            <p:cNvSpPr/>
            <p:nvPr/>
          </p:nvSpPr>
          <p:spPr>
            <a:xfrm>
              <a:off x="7969831" y="599491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5" name="Hexagon 794">
              <a:extLst>
                <a:ext uri="{FF2B5EF4-FFF2-40B4-BE49-F238E27FC236}">
                  <a16:creationId xmlns:a16="http://schemas.microsoft.com/office/drawing/2014/main" id="{F33217FA-DB2F-44E9-A485-AB997E722640}"/>
                </a:ext>
              </a:extLst>
            </p:cNvPr>
            <p:cNvSpPr/>
            <p:nvPr/>
          </p:nvSpPr>
          <p:spPr>
            <a:xfrm>
              <a:off x="7965476" y="610975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6" name="Hexagon 795">
              <a:extLst>
                <a:ext uri="{FF2B5EF4-FFF2-40B4-BE49-F238E27FC236}">
                  <a16:creationId xmlns:a16="http://schemas.microsoft.com/office/drawing/2014/main" id="{5CA13AC1-A189-4F40-97B4-F8E69DD0D601}"/>
                </a:ext>
              </a:extLst>
            </p:cNvPr>
            <p:cNvSpPr/>
            <p:nvPr/>
          </p:nvSpPr>
          <p:spPr>
            <a:xfrm>
              <a:off x="7965266" y="622900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7" name="Hexagon 796">
              <a:extLst>
                <a:ext uri="{FF2B5EF4-FFF2-40B4-BE49-F238E27FC236}">
                  <a16:creationId xmlns:a16="http://schemas.microsoft.com/office/drawing/2014/main" id="{A39399FA-F9DA-4B92-B8C0-783AAE0BCF02}"/>
                </a:ext>
              </a:extLst>
            </p:cNvPr>
            <p:cNvSpPr/>
            <p:nvPr/>
          </p:nvSpPr>
          <p:spPr>
            <a:xfrm>
              <a:off x="8122045" y="605356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8" name="Hexagon 797">
              <a:extLst>
                <a:ext uri="{FF2B5EF4-FFF2-40B4-BE49-F238E27FC236}">
                  <a16:creationId xmlns:a16="http://schemas.microsoft.com/office/drawing/2014/main" id="{EF6952B9-BE02-442C-ADC5-0011F8C98B7A}"/>
                </a:ext>
              </a:extLst>
            </p:cNvPr>
            <p:cNvSpPr/>
            <p:nvPr/>
          </p:nvSpPr>
          <p:spPr>
            <a:xfrm>
              <a:off x="7514131" y="569903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9" name="Hexagon 798">
              <a:extLst>
                <a:ext uri="{FF2B5EF4-FFF2-40B4-BE49-F238E27FC236}">
                  <a16:creationId xmlns:a16="http://schemas.microsoft.com/office/drawing/2014/main" id="{3FC971A5-4033-45F2-A51D-603FE6EE9874}"/>
                </a:ext>
              </a:extLst>
            </p:cNvPr>
            <p:cNvSpPr/>
            <p:nvPr/>
          </p:nvSpPr>
          <p:spPr>
            <a:xfrm>
              <a:off x="7664551" y="563818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0" name="Hexagon 799">
              <a:extLst>
                <a:ext uri="{FF2B5EF4-FFF2-40B4-BE49-F238E27FC236}">
                  <a16:creationId xmlns:a16="http://schemas.microsoft.com/office/drawing/2014/main" id="{1974E4AC-F71A-4526-A984-DF7C09B1A7CC}"/>
                </a:ext>
              </a:extLst>
            </p:cNvPr>
            <p:cNvSpPr/>
            <p:nvPr/>
          </p:nvSpPr>
          <p:spPr>
            <a:xfrm>
              <a:off x="7519301" y="581863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1" name="Hexagon 800">
              <a:extLst>
                <a:ext uri="{FF2B5EF4-FFF2-40B4-BE49-F238E27FC236}">
                  <a16:creationId xmlns:a16="http://schemas.microsoft.com/office/drawing/2014/main" id="{21636E74-1E70-4E5D-AA7A-63082D270C1B}"/>
                </a:ext>
              </a:extLst>
            </p:cNvPr>
            <p:cNvSpPr/>
            <p:nvPr/>
          </p:nvSpPr>
          <p:spPr>
            <a:xfrm>
              <a:off x="7667340" y="575540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2" name="Hexagon 801">
              <a:extLst>
                <a:ext uri="{FF2B5EF4-FFF2-40B4-BE49-F238E27FC236}">
                  <a16:creationId xmlns:a16="http://schemas.microsoft.com/office/drawing/2014/main" id="{48C67F28-C5E7-4F29-8C5A-2666C16C6D89}"/>
                </a:ext>
              </a:extLst>
            </p:cNvPr>
            <p:cNvSpPr/>
            <p:nvPr/>
          </p:nvSpPr>
          <p:spPr>
            <a:xfrm>
              <a:off x="7667130" y="587465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3" name="Hexagon 802">
              <a:extLst>
                <a:ext uri="{FF2B5EF4-FFF2-40B4-BE49-F238E27FC236}">
                  <a16:creationId xmlns:a16="http://schemas.microsoft.com/office/drawing/2014/main" id="{FE192C0F-5FC4-4A83-8861-1FCB3FAA4D0D}"/>
                </a:ext>
              </a:extLst>
            </p:cNvPr>
            <p:cNvSpPr/>
            <p:nvPr/>
          </p:nvSpPr>
          <p:spPr>
            <a:xfrm>
              <a:off x="7666920" y="599258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4" name="Hexagon 803">
              <a:extLst>
                <a:ext uri="{FF2B5EF4-FFF2-40B4-BE49-F238E27FC236}">
                  <a16:creationId xmlns:a16="http://schemas.microsoft.com/office/drawing/2014/main" id="{8D614769-B1DF-43C8-BD5E-33A681462092}"/>
                </a:ext>
              </a:extLst>
            </p:cNvPr>
            <p:cNvSpPr/>
            <p:nvPr/>
          </p:nvSpPr>
          <p:spPr>
            <a:xfrm>
              <a:off x="7814384" y="570376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5" name="Hexagon 804">
              <a:extLst>
                <a:ext uri="{FF2B5EF4-FFF2-40B4-BE49-F238E27FC236}">
                  <a16:creationId xmlns:a16="http://schemas.microsoft.com/office/drawing/2014/main" id="{B29121B1-E7BC-4AAC-860A-5E82CAEBB46A}"/>
                </a:ext>
              </a:extLst>
            </p:cNvPr>
            <p:cNvSpPr/>
            <p:nvPr/>
          </p:nvSpPr>
          <p:spPr>
            <a:xfrm>
              <a:off x="7821581" y="581666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6" name="Hexagon 805">
              <a:extLst>
                <a:ext uri="{FF2B5EF4-FFF2-40B4-BE49-F238E27FC236}">
                  <a16:creationId xmlns:a16="http://schemas.microsoft.com/office/drawing/2014/main" id="{D067A9D0-5745-4090-B851-299D8CDF17DB}"/>
                </a:ext>
              </a:extLst>
            </p:cNvPr>
            <p:cNvSpPr/>
            <p:nvPr/>
          </p:nvSpPr>
          <p:spPr>
            <a:xfrm>
              <a:off x="7816431" y="558598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7" name="Hexagon 806">
              <a:extLst>
                <a:ext uri="{FF2B5EF4-FFF2-40B4-BE49-F238E27FC236}">
                  <a16:creationId xmlns:a16="http://schemas.microsoft.com/office/drawing/2014/main" id="{3A43CC74-3D04-4F05-8CEB-87326E9793DC}"/>
                </a:ext>
              </a:extLst>
            </p:cNvPr>
            <p:cNvSpPr/>
            <p:nvPr/>
          </p:nvSpPr>
          <p:spPr>
            <a:xfrm>
              <a:off x="7819206" y="593346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8" name="Hexagon 807">
              <a:extLst>
                <a:ext uri="{FF2B5EF4-FFF2-40B4-BE49-F238E27FC236}">
                  <a16:creationId xmlns:a16="http://schemas.microsoft.com/office/drawing/2014/main" id="{F8BCCF18-18B0-4605-96CF-A812CE88D7D8}"/>
                </a:ext>
              </a:extLst>
            </p:cNvPr>
            <p:cNvSpPr/>
            <p:nvPr/>
          </p:nvSpPr>
          <p:spPr>
            <a:xfrm>
              <a:off x="7664564" y="552323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9" name="Hexagon 808">
              <a:extLst>
                <a:ext uri="{FF2B5EF4-FFF2-40B4-BE49-F238E27FC236}">
                  <a16:creationId xmlns:a16="http://schemas.microsoft.com/office/drawing/2014/main" id="{C906D4C1-5364-431F-9F2C-8A61B733B16F}"/>
                </a:ext>
              </a:extLst>
            </p:cNvPr>
            <p:cNvSpPr/>
            <p:nvPr/>
          </p:nvSpPr>
          <p:spPr>
            <a:xfrm>
              <a:off x="7517678" y="522747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0" name="Hexagon 809">
              <a:extLst>
                <a:ext uri="{FF2B5EF4-FFF2-40B4-BE49-F238E27FC236}">
                  <a16:creationId xmlns:a16="http://schemas.microsoft.com/office/drawing/2014/main" id="{4D27227F-1648-4CCD-BFAE-E5C895E0F42D}"/>
                </a:ext>
              </a:extLst>
            </p:cNvPr>
            <p:cNvSpPr/>
            <p:nvPr/>
          </p:nvSpPr>
          <p:spPr>
            <a:xfrm>
              <a:off x="7972355" y="516706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1" name="Hexagon 810">
              <a:extLst>
                <a:ext uri="{FF2B5EF4-FFF2-40B4-BE49-F238E27FC236}">
                  <a16:creationId xmlns:a16="http://schemas.microsoft.com/office/drawing/2014/main" id="{1101DEE8-68C5-4A64-BF07-64447DC58AE8}"/>
                </a:ext>
              </a:extLst>
            </p:cNvPr>
            <p:cNvSpPr/>
            <p:nvPr/>
          </p:nvSpPr>
          <p:spPr>
            <a:xfrm>
              <a:off x="7824307" y="522484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2" name="Hexagon 811">
              <a:extLst>
                <a:ext uri="{FF2B5EF4-FFF2-40B4-BE49-F238E27FC236}">
                  <a16:creationId xmlns:a16="http://schemas.microsoft.com/office/drawing/2014/main" id="{588CC600-D1AD-4442-AE30-270F17571778}"/>
                </a:ext>
              </a:extLst>
            </p:cNvPr>
            <p:cNvSpPr/>
            <p:nvPr/>
          </p:nvSpPr>
          <p:spPr>
            <a:xfrm>
              <a:off x="7974596" y="528872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3" name="Hexagon 812">
              <a:extLst>
                <a:ext uri="{FF2B5EF4-FFF2-40B4-BE49-F238E27FC236}">
                  <a16:creationId xmlns:a16="http://schemas.microsoft.com/office/drawing/2014/main" id="{3F6ED2B2-F86E-42D8-8322-96FA98ECE5F8}"/>
                </a:ext>
              </a:extLst>
            </p:cNvPr>
            <p:cNvSpPr/>
            <p:nvPr/>
          </p:nvSpPr>
          <p:spPr>
            <a:xfrm>
              <a:off x="7672197" y="528637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4" name="Hexagon 813">
              <a:extLst>
                <a:ext uri="{FF2B5EF4-FFF2-40B4-BE49-F238E27FC236}">
                  <a16:creationId xmlns:a16="http://schemas.microsoft.com/office/drawing/2014/main" id="{65963BFB-82FE-4BE0-9842-C83CE4A88576}"/>
                </a:ext>
              </a:extLst>
            </p:cNvPr>
            <p:cNvSpPr/>
            <p:nvPr/>
          </p:nvSpPr>
          <p:spPr>
            <a:xfrm>
              <a:off x="7822485" y="534454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5" name="Hexagon 814">
              <a:extLst>
                <a:ext uri="{FF2B5EF4-FFF2-40B4-BE49-F238E27FC236}">
                  <a16:creationId xmlns:a16="http://schemas.microsoft.com/office/drawing/2014/main" id="{CB561917-E97B-4BBE-B0D9-C987F8F38EFE}"/>
                </a:ext>
              </a:extLst>
            </p:cNvPr>
            <p:cNvSpPr/>
            <p:nvPr/>
          </p:nvSpPr>
          <p:spPr>
            <a:xfrm>
              <a:off x="7976816" y="540547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6" name="Hexagon 815">
              <a:extLst>
                <a:ext uri="{FF2B5EF4-FFF2-40B4-BE49-F238E27FC236}">
                  <a16:creationId xmlns:a16="http://schemas.microsoft.com/office/drawing/2014/main" id="{52FAB7C4-1EF7-4A0F-B595-2BD2E56991B8}"/>
                </a:ext>
              </a:extLst>
            </p:cNvPr>
            <p:cNvSpPr/>
            <p:nvPr/>
          </p:nvSpPr>
          <p:spPr>
            <a:xfrm>
              <a:off x="7667736" y="540289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7" name="Hexagon 816">
              <a:extLst>
                <a:ext uri="{FF2B5EF4-FFF2-40B4-BE49-F238E27FC236}">
                  <a16:creationId xmlns:a16="http://schemas.microsoft.com/office/drawing/2014/main" id="{F1463FE6-78E3-45A1-92F0-EECF551586AA}"/>
                </a:ext>
              </a:extLst>
            </p:cNvPr>
            <p:cNvSpPr/>
            <p:nvPr/>
          </p:nvSpPr>
          <p:spPr>
            <a:xfrm>
              <a:off x="8124250" y="522912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8" name="Hexagon 817">
              <a:extLst>
                <a:ext uri="{FF2B5EF4-FFF2-40B4-BE49-F238E27FC236}">
                  <a16:creationId xmlns:a16="http://schemas.microsoft.com/office/drawing/2014/main" id="{5FEBDFD9-B7FF-402D-97F1-47BB9FA3EB53}"/>
                </a:ext>
              </a:extLst>
            </p:cNvPr>
            <p:cNvSpPr/>
            <p:nvPr/>
          </p:nvSpPr>
          <p:spPr>
            <a:xfrm>
              <a:off x="8124466" y="534587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9" name="Hexagon 818">
              <a:extLst>
                <a:ext uri="{FF2B5EF4-FFF2-40B4-BE49-F238E27FC236}">
                  <a16:creationId xmlns:a16="http://schemas.microsoft.com/office/drawing/2014/main" id="{B8B88197-6318-4B1C-82AA-9D760B5C8CF0}"/>
                </a:ext>
              </a:extLst>
            </p:cNvPr>
            <p:cNvSpPr/>
            <p:nvPr/>
          </p:nvSpPr>
          <p:spPr>
            <a:xfrm>
              <a:off x="7663300" y="504968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0" name="Hexagon 819">
              <a:extLst>
                <a:ext uri="{FF2B5EF4-FFF2-40B4-BE49-F238E27FC236}">
                  <a16:creationId xmlns:a16="http://schemas.microsoft.com/office/drawing/2014/main" id="{FD3B6593-3058-48B5-A1B8-D1B12088A1FB}"/>
                </a:ext>
              </a:extLst>
            </p:cNvPr>
            <p:cNvSpPr/>
            <p:nvPr/>
          </p:nvSpPr>
          <p:spPr>
            <a:xfrm>
              <a:off x="7515252" y="510745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1" name="Hexagon 820">
              <a:extLst>
                <a:ext uri="{FF2B5EF4-FFF2-40B4-BE49-F238E27FC236}">
                  <a16:creationId xmlns:a16="http://schemas.microsoft.com/office/drawing/2014/main" id="{9AD793FA-6854-4A4D-8E17-0DBC29C8FC1B}"/>
                </a:ext>
              </a:extLst>
            </p:cNvPr>
            <p:cNvSpPr/>
            <p:nvPr/>
          </p:nvSpPr>
          <p:spPr>
            <a:xfrm>
              <a:off x="7821209" y="510973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2" name="Hexagon 821">
              <a:extLst>
                <a:ext uri="{FF2B5EF4-FFF2-40B4-BE49-F238E27FC236}">
                  <a16:creationId xmlns:a16="http://schemas.microsoft.com/office/drawing/2014/main" id="{940DE244-691C-4380-9039-D9FF1047DD82}"/>
                </a:ext>
              </a:extLst>
            </p:cNvPr>
            <p:cNvSpPr/>
            <p:nvPr/>
          </p:nvSpPr>
          <p:spPr>
            <a:xfrm>
              <a:off x="7667999" y="493011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3" name="Hexagon 822">
              <a:extLst>
                <a:ext uri="{FF2B5EF4-FFF2-40B4-BE49-F238E27FC236}">
                  <a16:creationId xmlns:a16="http://schemas.microsoft.com/office/drawing/2014/main" id="{C59717DF-B0C9-411B-9C2D-53B00A8BF54C}"/>
                </a:ext>
              </a:extLst>
            </p:cNvPr>
            <p:cNvSpPr/>
            <p:nvPr/>
          </p:nvSpPr>
          <p:spPr>
            <a:xfrm>
              <a:off x="7820293" y="498798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4" name="Hexagon 823">
              <a:extLst>
                <a:ext uri="{FF2B5EF4-FFF2-40B4-BE49-F238E27FC236}">
                  <a16:creationId xmlns:a16="http://schemas.microsoft.com/office/drawing/2014/main" id="{450B01EC-CCE1-47AA-97A4-48666E6A9140}"/>
                </a:ext>
              </a:extLst>
            </p:cNvPr>
            <p:cNvSpPr/>
            <p:nvPr/>
          </p:nvSpPr>
          <p:spPr>
            <a:xfrm>
              <a:off x="7517894" y="498763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5" name="Hexagon 824">
              <a:extLst>
                <a:ext uri="{FF2B5EF4-FFF2-40B4-BE49-F238E27FC236}">
                  <a16:creationId xmlns:a16="http://schemas.microsoft.com/office/drawing/2014/main" id="{7FF1C670-623D-45E6-8FB8-4F016D57CA94}"/>
                </a:ext>
              </a:extLst>
            </p:cNvPr>
            <p:cNvSpPr/>
            <p:nvPr/>
          </p:nvSpPr>
          <p:spPr>
            <a:xfrm>
              <a:off x="7970163" y="504913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6" name="Hexagon 825">
              <a:extLst>
                <a:ext uri="{FF2B5EF4-FFF2-40B4-BE49-F238E27FC236}">
                  <a16:creationId xmlns:a16="http://schemas.microsoft.com/office/drawing/2014/main" id="{3BBF98A2-73FB-4B97-A3D2-EB1FE41C3703}"/>
                </a:ext>
              </a:extLst>
            </p:cNvPr>
            <p:cNvSpPr/>
            <p:nvPr/>
          </p:nvSpPr>
          <p:spPr>
            <a:xfrm>
              <a:off x="7661694" y="481324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7" name="Hexagon 826">
              <a:extLst>
                <a:ext uri="{FF2B5EF4-FFF2-40B4-BE49-F238E27FC236}">
                  <a16:creationId xmlns:a16="http://schemas.microsoft.com/office/drawing/2014/main" id="{F7755C0C-0E33-411D-8EAD-980B71FC6B96}"/>
                </a:ext>
              </a:extLst>
            </p:cNvPr>
            <p:cNvSpPr/>
            <p:nvPr/>
          </p:nvSpPr>
          <p:spPr>
            <a:xfrm>
              <a:off x="7664336" y="469342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8" name="Hexagon 827">
              <a:extLst>
                <a:ext uri="{FF2B5EF4-FFF2-40B4-BE49-F238E27FC236}">
                  <a16:creationId xmlns:a16="http://schemas.microsoft.com/office/drawing/2014/main" id="{40D95AFB-203C-460D-A049-28F29E7E5D8C}"/>
                </a:ext>
              </a:extLst>
            </p:cNvPr>
            <p:cNvSpPr/>
            <p:nvPr/>
          </p:nvSpPr>
          <p:spPr>
            <a:xfrm>
              <a:off x="7812454" y="475039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9" name="Hexagon 828">
              <a:extLst>
                <a:ext uri="{FF2B5EF4-FFF2-40B4-BE49-F238E27FC236}">
                  <a16:creationId xmlns:a16="http://schemas.microsoft.com/office/drawing/2014/main" id="{C36BC295-3BAD-4618-8500-87F13EBCCE7B}"/>
                </a:ext>
              </a:extLst>
            </p:cNvPr>
            <p:cNvSpPr/>
            <p:nvPr/>
          </p:nvSpPr>
          <p:spPr>
            <a:xfrm>
              <a:off x="7814962" y="486792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0" name="Hexagon 829">
              <a:extLst>
                <a:ext uri="{FF2B5EF4-FFF2-40B4-BE49-F238E27FC236}">
                  <a16:creationId xmlns:a16="http://schemas.microsoft.com/office/drawing/2014/main" id="{73582EA7-4549-4E9A-BF3F-6A267641A226}"/>
                </a:ext>
              </a:extLst>
            </p:cNvPr>
            <p:cNvSpPr/>
            <p:nvPr/>
          </p:nvSpPr>
          <p:spPr>
            <a:xfrm>
              <a:off x="7813686" y="463311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1" name="Hexagon 830">
              <a:extLst>
                <a:ext uri="{FF2B5EF4-FFF2-40B4-BE49-F238E27FC236}">
                  <a16:creationId xmlns:a16="http://schemas.microsoft.com/office/drawing/2014/main" id="{D5FFCA56-14EE-436D-BAA0-8A8A2F6CFAB1}"/>
                </a:ext>
              </a:extLst>
            </p:cNvPr>
            <p:cNvSpPr/>
            <p:nvPr/>
          </p:nvSpPr>
          <p:spPr>
            <a:xfrm>
              <a:off x="7812769" y="45113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2" name="Hexagon 831">
              <a:extLst>
                <a:ext uri="{FF2B5EF4-FFF2-40B4-BE49-F238E27FC236}">
                  <a16:creationId xmlns:a16="http://schemas.microsoft.com/office/drawing/2014/main" id="{3DA53576-D096-4CBA-B9CF-ADF0AE56B11F}"/>
                </a:ext>
              </a:extLst>
            </p:cNvPr>
            <p:cNvSpPr/>
            <p:nvPr/>
          </p:nvSpPr>
          <p:spPr>
            <a:xfrm>
              <a:off x="7966946" y="480996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3" name="Hexagon 832">
              <a:extLst>
                <a:ext uri="{FF2B5EF4-FFF2-40B4-BE49-F238E27FC236}">
                  <a16:creationId xmlns:a16="http://schemas.microsoft.com/office/drawing/2014/main" id="{13DD1EFC-727D-4459-B141-48D9E250CFCA}"/>
                </a:ext>
              </a:extLst>
            </p:cNvPr>
            <p:cNvSpPr/>
            <p:nvPr/>
          </p:nvSpPr>
          <p:spPr>
            <a:xfrm>
              <a:off x="7966029" y="468821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4" name="Hexagon 833">
              <a:extLst>
                <a:ext uri="{FF2B5EF4-FFF2-40B4-BE49-F238E27FC236}">
                  <a16:creationId xmlns:a16="http://schemas.microsoft.com/office/drawing/2014/main" id="{B6319A1D-6ECF-4018-87EB-FE1881E0BD92}"/>
                </a:ext>
              </a:extLst>
            </p:cNvPr>
            <p:cNvSpPr/>
            <p:nvPr/>
          </p:nvSpPr>
          <p:spPr>
            <a:xfrm>
              <a:off x="7810072" y="439366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5" name="Hexagon 834">
              <a:extLst>
                <a:ext uri="{FF2B5EF4-FFF2-40B4-BE49-F238E27FC236}">
                  <a16:creationId xmlns:a16="http://schemas.microsoft.com/office/drawing/2014/main" id="{90A20103-6055-4606-A908-D8AE1F353E94}"/>
                </a:ext>
              </a:extLst>
            </p:cNvPr>
            <p:cNvSpPr/>
            <p:nvPr/>
          </p:nvSpPr>
          <p:spPr>
            <a:xfrm>
              <a:off x="7966531" y="444846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6" name="Hexagon 835">
              <a:extLst>
                <a:ext uri="{FF2B5EF4-FFF2-40B4-BE49-F238E27FC236}">
                  <a16:creationId xmlns:a16="http://schemas.microsoft.com/office/drawing/2014/main" id="{EAEA5140-9B67-4BA4-AA8D-E332D9B94642}"/>
                </a:ext>
              </a:extLst>
            </p:cNvPr>
            <p:cNvSpPr/>
            <p:nvPr/>
          </p:nvSpPr>
          <p:spPr>
            <a:xfrm>
              <a:off x="7965029" y="457032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7" name="Hexagon 836">
              <a:extLst>
                <a:ext uri="{FF2B5EF4-FFF2-40B4-BE49-F238E27FC236}">
                  <a16:creationId xmlns:a16="http://schemas.microsoft.com/office/drawing/2014/main" id="{34A58F49-73E9-449A-8554-F2C12643FAB4}"/>
                </a:ext>
              </a:extLst>
            </p:cNvPr>
            <p:cNvSpPr/>
            <p:nvPr/>
          </p:nvSpPr>
          <p:spPr>
            <a:xfrm>
              <a:off x="7967443" y="433535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8" name="Hexagon 837">
              <a:extLst>
                <a:ext uri="{FF2B5EF4-FFF2-40B4-BE49-F238E27FC236}">
                  <a16:creationId xmlns:a16="http://schemas.microsoft.com/office/drawing/2014/main" id="{3CC7EEE6-17E2-4553-95D6-65DC765E4A90}"/>
                </a:ext>
              </a:extLst>
            </p:cNvPr>
            <p:cNvSpPr/>
            <p:nvPr/>
          </p:nvSpPr>
          <p:spPr>
            <a:xfrm>
              <a:off x="8120407" y="474707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9" name="Hexagon 838">
              <a:extLst>
                <a:ext uri="{FF2B5EF4-FFF2-40B4-BE49-F238E27FC236}">
                  <a16:creationId xmlns:a16="http://schemas.microsoft.com/office/drawing/2014/main" id="{0E3E74DA-5E1D-402A-A615-881D7728A08B}"/>
                </a:ext>
              </a:extLst>
            </p:cNvPr>
            <p:cNvSpPr/>
            <p:nvPr/>
          </p:nvSpPr>
          <p:spPr>
            <a:xfrm>
              <a:off x="8120641" y="486873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0" name="Hexagon 839">
              <a:extLst>
                <a:ext uri="{FF2B5EF4-FFF2-40B4-BE49-F238E27FC236}">
                  <a16:creationId xmlns:a16="http://schemas.microsoft.com/office/drawing/2014/main" id="{DE71F20B-839F-49A0-8F47-1A077BDFCBF3}"/>
                </a:ext>
              </a:extLst>
            </p:cNvPr>
            <p:cNvSpPr/>
            <p:nvPr/>
          </p:nvSpPr>
          <p:spPr>
            <a:xfrm>
              <a:off x="8122863" y="498548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1" name="Hexagon 840">
              <a:extLst>
                <a:ext uri="{FF2B5EF4-FFF2-40B4-BE49-F238E27FC236}">
                  <a16:creationId xmlns:a16="http://schemas.microsoft.com/office/drawing/2014/main" id="{AEE39472-90D8-40DD-B8BE-7B6F0B588E64}"/>
                </a:ext>
              </a:extLst>
            </p:cNvPr>
            <p:cNvSpPr/>
            <p:nvPr/>
          </p:nvSpPr>
          <p:spPr>
            <a:xfrm>
              <a:off x="8274306" y="480913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2" name="Hexagon 841">
              <a:extLst>
                <a:ext uri="{FF2B5EF4-FFF2-40B4-BE49-F238E27FC236}">
                  <a16:creationId xmlns:a16="http://schemas.microsoft.com/office/drawing/2014/main" id="{49E75088-3161-4587-8587-323A44C749B7}"/>
                </a:ext>
              </a:extLst>
            </p:cNvPr>
            <p:cNvSpPr/>
            <p:nvPr/>
          </p:nvSpPr>
          <p:spPr>
            <a:xfrm>
              <a:off x="8278532" y="492588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3" name="Hexagon 842">
              <a:extLst>
                <a:ext uri="{FF2B5EF4-FFF2-40B4-BE49-F238E27FC236}">
                  <a16:creationId xmlns:a16="http://schemas.microsoft.com/office/drawing/2014/main" id="{1FF27E5F-3B1C-4912-9B17-493664E449FA}"/>
                </a:ext>
              </a:extLst>
            </p:cNvPr>
            <p:cNvSpPr/>
            <p:nvPr/>
          </p:nvSpPr>
          <p:spPr>
            <a:xfrm>
              <a:off x="8120219" y="462914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4" name="Hexagon 843">
              <a:extLst>
                <a:ext uri="{FF2B5EF4-FFF2-40B4-BE49-F238E27FC236}">
                  <a16:creationId xmlns:a16="http://schemas.microsoft.com/office/drawing/2014/main" id="{F45BFF4F-01EC-4A7C-A218-7ADF3553F73E}"/>
                </a:ext>
              </a:extLst>
            </p:cNvPr>
            <p:cNvSpPr/>
            <p:nvPr/>
          </p:nvSpPr>
          <p:spPr>
            <a:xfrm>
              <a:off x="8273473" y="457275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5" name="Hexagon 844">
              <a:extLst>
                <a:ext uri="{FF2B5EF4-FFF2-40B4-BE49-F238E27FC236}">
                  <a16:creationId xmlns:a16="http://schemas.microsoft.com/office/drawing/2014/main" id="{7913A77F-DEC4-4F73-BC9E-A5FF9305D752}"/>
                </a:ext>
              </a:extLst>
            </p:cNvPr>
            <p:cNvSpPr/>
            <p:nvPr/>
          </p:nvSpPr>
          <p:spPr>
            <a:xfrm>
              <a:off x="8271543" y="46922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6" name="Hexagon 845">
              <a:extLst>
                <a:ext uri="{FF2B5EF4-FFF2-40B4-BE49-F238E27FC236}">
                  <a16:creationId xmlns:a16="http://schemas.microsoft.com/office/drawing/2014/main" id="{757A72D3-AFC8-4CF9-916E-EE97F7FBB8AB}"/>
                </a:ext>
              </a:extLst>
            </p:cNvPr>
            <p:cNvSpPr/>
            <p:nvPr/>
          </p:nvSpPr>
          <p:spPr>
            <a:xfrm>
              <a:off x="8427372" y="463481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7" name="Hexagon 846">
              <a:extLst>
                <a:ext uri="{FF2B5EF4-FFF2-40B4-BE49-F238E27FC236}">
                  <a16:creationId xmlns:a16="http://schemas.microsoft.com/office/drawing/2014/main" id="{424B8F79-2217-4E5E-8983-A8E4D4028ABC}"/>
                </a:ext>
              </a:extLst>
            </p:cNvPr>
            <p:cNvSpPr/>
            <p:nvPr/>
          </p:nvSpPr>
          <p:spPr>
            <a:xfrm>
              <a:off x="8427268" y="475155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8" name="Hexagon 847">
              <a:extLst>
                <a:ext uri="{FF2B5EF4-FFF2-40B4-BE49-F238E27FC236}">
                  <a16:creationId xmlns:a16="http://schemas.microsoft.com/office/drawing/2014/main" id="{D86F5B95-98DE-411E-ABD4-4D95632DA7E4}"/>
                </a:ext>
              </a:extLst>
            </p:cNvPr>
            <p:cNvSpPr/>
            <p:nvPr/>
          </p:nvSpPr>
          <p:spPr>
            <a:xfrm>
              <a:off x="8275290" y="445683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9" name="Hexagon 848">
              <a:extLst>
                <a:ext uri="{FF2B5EF4-FFF2-40B4-BE49-F238E27FC236}">
                  <a16:creationId xmlns:a16="http://schemas.microsoft.com/office/drawing/2014/main" id="{A12536AA-D46A-47D1-9649-AD090AB1D921}"/>
                </a:ext>
              </a:extLst>
            </p:cNvPr>
            <p:cNvSpPr/>
            <p:nvPr/>
          </p:nvSpPr>
          <p:spPr>
            <a:xfrm>
              <a:off x="8120641" y="43933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50" name="Hexagon 849">
              <a:extLst>
                <a:ext uri="{FF2B5EF4-FFF2-40B4-BE49-F238E27FC236}">
                  <a16:creationId xmlns:a16="http://schemas.microsoft.com/office/drawing/2014/main" id="{E9FEB340-2791-438B-9922-3EDC23399357}"/>
                </a:ext>
              </a:extLst>
            </p:cNvPr>
            <p:cNvSpPr/>
            <p:nvPr/>
          </p:nvSpPr>
          <p:spPr>
            <a:xfrm>
              <a:off x="8119724" y="427963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51" name="Hexagon 850">
              <a:extLst>
                <a:ext uri="{FF2B5EF4-FFF2-40B4-BE49-F238E27FC236}">
                  <a16:creationId xmlns:a16="http://schemas.microsoft.com/office/drawing/2014/main" id="{9406061B-2C65-402C-851D-E41D5ADE7E72}"/>
                </a:ext>
              </a:extLst>
            </p:cNvPr>
            <p:cNvSpPr/>
            <p:nvPr/>
          </p:nvSpPr>
          <p:spPr>
            <a:xfrm>
              <a:off x="8116216" y="403988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52" name="Hexagon 851">
              <a:extLst>
                <a:ext uri="{FF2B5EF4-FFF2-40B4-BE49-F238E27FC236}">
                  <a16:creationId xmlns:a16="http://schemas.microsoft.com/office/drawing/2014/main" id="{255688FA-ECFC-4E9D-85FA-6657E4355062}"/>
                </a:ext>
              </a:extLst>
            </p:cNvPr>
            <p:cNvSpPr/>
            <p:nvPr/>
          </p:nvSpPr>
          <p:spPr>
            <a:xfrm>
              <a:off x="8116400" y="415958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53" name="Hexagon 852">
              <a:extLst>
                <a:ext uri="{FF2B5EF4-FFF2-40B4-BE49-F238E27FC236}">
                  <a16:creationId xmlns:a16="http://schemas.microsoft.com/office/drawing/2014/main" id="{0E565675-3898-4DCC-95E7-CF301C0C03FF}"/>
                </a:ext>
              </a:extLst>
            </p:cNvPr>
            <p:cNvSpPr/>
            <p:nvPr/>
          </p:nvSpPr>
          <p:spPr>
            <a:xfrm>
              <a:off x="8119134" y="39227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54" name="Hexagon 853">
              <a:extLst>
                <a:ext uri="{FF2B5EF4-FFF2-40B4-BE49-F238E27FC236}">
                  <a16:creationId xmlns:a16="http://schemas.microsoft.com/office/drawing/2014/main" id="{1D75DA82-DEF5-4148-B93F-80E6C100BE58}"/>
                </a:ext>
              </a:extLst>
            </p:cNvPr>
            <p:cNvSpPr/>
            <p:nvPr/>
          </p:nvSpPr>
          <p:spPr>
            <a:xfrm>
              <a:off x="8269905" y="422057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55" name="Hexagon 854">
              <a:extLst>
                <a:ext uri="{FF2B5EF4-FFF2-40B4-BE49-F238E27FC236}">
                  <a16:creationId xmlns:a16="http://schemas.microsoft.com/office/drawing/2014/main" id="{BF647191-B2A9-4CB1-A34D-4FC5A84D3E6F}"/>
                </a:ext>
              </a:extLst>
            </p:cNvPr>
            <p:cNvSpPr/>
            <p:nvPr/>
          </p:nvSpPr>
          <p:spPr>
            <a:xfrm>
              <a:off x="8272886" y="409945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56" name="Hexagon 855">
              <a:extLst>
                <a:ext uri="{FF2B5EF4-FFF2-40B4-BE49-F238E27FC236}">
                  <a16:creationId xmlns:a16="http://schemas.microsoft.com/office/drawing/2014/main" id="{44E3608A-4F3C-4462-B994-E046724D8DAA}"/>
                </a:ext>
              </a:extLst>
            </p:cNvPr>
            <p:cNvSpPr/>
            <p:nvPr/>
          </p:nvSpPr>
          <p:spPr>
            <a:xfrm>
              <a:off x="8273388" y="385970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57" name="Hexagon 856">
              <a:extLst>
                <a:ext uri="{FF2B5EF4-FFF2-40B4-BE49-F238E27FC236}">
                  <a16:creationId xmlns:a16="http://schemas.microsoft.com/office/drawing/2014/main" id="{80E84677-5466-4038-AE4B-D7D28F630FD6}"/>
                </a:ext>
              </a:extLst>
            </p:cNvPr>
            <p:cNvSpPr/>
            <p:nvPr/>
          </p:nvSpPr>
          <p:spPr>
            <a:xfrm>
              <a:off x="8269561" y="397940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58" name="Hexagon 857">
              <a:extLst>
                <a:ext uri="{FF2B5EF4-FFF2-40B4-BE49-F238E27FC236}">
                  <a16:creationId xmlns:a16="http://schemas.microsoft.com/office/drawing/2014/main" id="{8826A20D-11DD-4C83-9A49-1E8AC7F7EB9A}"/>
                </a:ext>
              </a:extLst>
            </p:cNvPr>
            <p:cNvSpPr/>
            <p:nvPr/>
          </p:nvSpPr>
          <p:spPr>
            <a:xfrm>
              <a:off x="8276305" y="37445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59" name="Hexagon 858">
              <a:extLst>
                <a:ext uri="{FF2B5EF4-FFF2-40B4-BE49-F238E27FC236}">
                  <a16:creationId xmlns:a16="http://schemas.microsoft.com/office/drawing/2014/main" id="{3A841DE9-9C3C-45FD-9076-4C3BE8BEC208}"/>
                </a:ext>
              </a:extLst>
            </p:cNvPr>
            <p:cNvSpPr/>
            <p:nvPr/>
          </p:nvSpPr>
          <p:spPr>
            <a:xfrm>
              <a:off x="8427298" y="439447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60" name="Hexagon 859">
              <a:extLst>
                <a:ext uri="{FF2B5EF4-FFF2-40B4-BE49-F238E27FC236}">
                  <a16:creationId xmlns:a16="http://schemas.microsoft.com/office/drawing/2014/main" id="{1142882B-4539-4861-8D58-3ABE6C517496}"/>
                </a:ext>
              </a:extLst>
            </p:cNvPr>
            <p:cNvSpPr/>
            <p:nvPr/>
          </p:nvSpPr>
          <p:spPr>
            <a:xfrm>
              <a:off x="8426381" y="428074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61" name="Hexagon 860">
              <a:extLst>
                <a:ext uri="{FF2B5EF4-FFF2-40B4-BE49-F238E27FC236}">
                  <a16:creationId xmlns:a16="http://schemas.microsoft.com/office/drawing/2014/main" id="{FBC35BFB-8319-493F-9350-FB7B4EDFE018}"/>
                </a:ext>
              </a:extLst>
            </p:cNvPr>
            <p:cNvSpPr/>
            <p:nvPr/>
          </p:nvSpPr>
          <p:spPr>
            <a:xfrm>
              <a:off x="8423056" y="416068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62" name="Hexagon 861">
              <a:extLst>
                <a:ext uri="{FF2B5EF4-FFF2-40B4-BE49-F238E27FC236}">
                  <a16:creationId xmlns:a16="http://schemas.microsoft.com/office/drawing/2014/main" id="{CDAB4E98-A7CE-4F2C-A221-1B77D6570837}"/>
                </a:ext>
              </a:extLst>
            </p:cNvPr>
            <p:cNvSpPr/>
            <p:nvPr/>
          </p:nvSpPr>
          <p:spPr>
            <a:xfrm>
              <a:off x="8428913" y="380166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63" name="Hexagon 862">
              <a:extLst>
                <a:ext uri="{FF2B5EF4-FFF2-40B4-BE49-F238E27FC236}">
                  <a16:creationId xmlns:a16="http://schemas.microsoft.com/office/drawing/2014/main" id="{2BF8C466-9222-48EE-9C01-E282351AB918}"/>
                </a:ext>
              </a:extLst>
            </p:cNvPr>
            <p:cNvSpPr/>
            <p:nvPr/>
          </p:nvSpPr>
          <p:spPr>
            <a:xfrm>
              <a:off x="8425086" y="392136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64" name="Hexagon 863">
              <a:extLst>
                <a:ext uri="{FF2B5EF4-FFF2-40B4-BE49-F238E27FC236}">
                  <a16:creationId xmlns:a16="http://schemas.microsoft.com/office/drawing/2014/main" id="{CFC3866B-4711-43D8-876D-1324BF169FD8}"/>
                </a:ext>
              </a:extLst>
            </p:cNvPr>
            <p:cNvSpPr/>
            <p:nvPr/>
          </p:nvSpPr>
          <p:spPr>
            <a:xfrm>
              <a:off x="8578591" y="398034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65" name="Hexagon 864">
              <a:extLst>
                <a:ext uri="{FF2B5EF4-FFF2-40B4-BE49-F238E27FC236}">
                  <a16:creationId xmlns:a16="http://schemas.microsoft.com/office/drawing/2014/main" id="{F4A0D556-2216-47CB-A36C-D4B2FB71F6F0}"/>
                </a:ext>
              </a:extLst>
            </p:cNvPr>
            <p:cNvSpPr/>
            <p:nvPr/>
          </p:nvSpPr>
          <p:spPr>
            <a:xfrm>
              <a:off x="3101927" y="587704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66" name="Hexagon 865">
              <a:extLst>
                <a:ext uri="{FF2B5EF4-FFF2-40B4-BE49-F238E27FC236}">
                  <a16:creationId xmlns:a16="http://schemas.microsoft.com/office/drawing/2014/main" id="{75EE588E-46C3-4891-A582-40115EB27E42}"/>
                </a:ext>
              </a:extLst>
            </p:cNvPr>
            <p:cNvSpPr/>
            <p:nvPr/>
          </p:nvSpPr>
          <p:spPr>
            <a:xfrm>
              <a:off x="3099656" y="599317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69" name="Hexagon 868">
              <a:extLst>
                <a:ext uri="{FF2B5EF4-FFF2-40B4-BE49-F238E27FC236}">
                  <a16:creationId xmlns:a16="http://schemas.microsoft.com/office/drawing/2014/main" id="{9453DF34-FB3C-4C47-94D2-474E7AEE02BC}"/>
                </a:ext>
              </a:extLst>
            </p:cNvPr>
            <p:cNvSpPr/>
            <p:nvPr/>
          </p:nvSpPr>
          <p:spPr>
            <a:xfrm>
              <a:off x="8273924" y="505057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0" name="Hexagon 869">
              <a:extLst>
                <a:ext uri="{FF2B5EF4-FFF2-40B4-BE49-F238E27FC236}">
                  <a16:creationId xmlns:a16="http://schemas.microsoft.com/office/drawing/2014/main" id="{B890497F-39D9-4057-80F7-15BD14426C15}"/>
                </a:ext>
              </a:extLst>
            </p:cNvPr>
            <p:cNvSpPr/>
            <p:nvPr/>
          </p:nvSpPr>
          <p:spPr>
            <a:xfrm>
              <a:off x="2949203" y="593124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1" name="Hexagon 870">
              <a:extLst>
                <a:ext uri="{FF2B5EF4-FFF2-40B4-BE49-F238E27FC236}">
                  <a16:creationId xmlns:a16="http://schemas.microsoft.com/office/drawing/2014/main" id="{43B123AD-D2D9-4359-BA68-A1BF1B6F0D01}"/>
                </a:ext>
              </a:extLst>
            </p:cNvPr>
            <p:cNvSpPr/>
            <p:nvPr/>
          </p:nvSpPr>
          <p:spPr>
            <a:xfrm>
              <a:off x="2949314" y="604975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2" name="Hexagon 871">
              <a:extLst>
                <a:ext uri="{FF2B5EF4-FFF2-40B4-BE49-F238E27FC236}">
                  <a16:creationId xmlns:a16="http://schemas.microsoft.com/office/drawing/2014/main" id="{AFAD61BD-8A79-47DA-896B-330F6177EAAC}"/>
                </a:ext>
              </a:extLst>
            </p:cNvPr>
            <p:cNvSpPr/>
            <p:nvPr/>
          </p:nvSpPr>
          <p:spPr>
            <a:xfrm>
              <a:off x="2796638" y="587395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3" name="Hexagon 872">
              <a:extLst>
                <a:ext uri="{FF2B5EF4-FFF2-40B4-BE49-F238E27FC236}">
                  <a16:creationId xmlns:a16="http://schemas.microsoft.com/office/drawing/2014/main" id="{C7F12254-5412-4A38-9C69-9F12AF8FC92C}"/>
                </a:ext>
              </a:extLst>
            </p:cNvPr>
            <p:cNvSpPr/>
            <p:nvPr/>
          </p:nvSpPr>
          <p:spPr>
            <a:xfrm>
              <a:off x="2796749" y="599246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4" name="Hexagon 873">
              <a:extLst>
                <a:ext uri="{FF2B5EF4-FFF2-40B4-BE49-F238E27FC236}">
                  <a16:creationId xmlns:a16="http://schemas.microsoft.com/office/drawing/2014/main" id="{E379015A-663B-49A5-877E-85E282903F41}"/>
                </a:ext>
              </a:extLst>
            </p:cNvPr>
            <p:cNvSpPr/>
            <p:nvPr/>
          </p:nvSpPr>
          <p:spPr>
            <a:xfrm>
              <a:off x="2951419" y="569505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5" name="Hexagon 874">
              <a:extLst>
                <a:ext uri="{FF2B5EF4-FFF2-40B4-BE49-F238E27FC236}">
                  <a16:creationId xmlns:a16="http://schemas.microsoft.com/office/drawing/2014/main" id="{272FF834-28C1-48A7-84D9-8C1D7D955492}"/>
                </a:ext>
              </a:extLst>
            </p:cNvPr>
            <p:cNvSpPr/>
            <p:nvPr/>
          </p:nvSpPr>
          <p:spPr>
            <a:xfrm>
              <a:off x="2951530" y="581356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6" name="Hexagon 875">
              <a:extLst>
                <a:ext uri="{FF2B5EF4-FFF2-40B4-BE49-F238E27FC236}">
                  <a16:creationId xmlns:a16="http://schemas.microsoft.com/office/drawing/2014/main" id="{A1802338-4D13-4E99-B934-39CD97DC602A}"/>
                </a:ext>
              </a:extLst>
            </p:cNvPr>
            <p:cNvSpPr/>
            <p:nvPr/>
          </p:nvSpPr>
          <p:spPr>
            <a:xfrm>
              <a:off x="2796689" y="563776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7" name="Hexagon 876">
              <a:extLst>
                <a:ext uri="{FF2B5EF4-FFF2-40B4-BE49-F238E27FC236}">
                  <a16:creationId xmlns:a16="http://schemas.microsoft.com/office/drawing/2014/main" id="{BD86FEC3-F561-43B9-8EAC-A5D664EE3EC4}"/>
                </a:ext>
              </a:extLst>
            </p:cNvPr>
            <p:cNvSpPr/>
            <p:nvPr/>
          </p:nvSpPr>
          <p:spPr>
            <a:xfrm>
              <a:off x="2798965" y="57562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8" name="Hexagon 877">
              <a:extLst>
                <a:ext uri="{FF2B5EF4-FFF2-40B4-BE49-F238E27FC236}">
                  <a16:creationId xmlns:a16="http://schemas.microsoft.com/office/drawing/2014/main" id="{D20D97AD-7786-4BD0-8BBA-73CB54691EDD}"/>
                </a:ext>
              </a:extLst>
            </p:cNvPr>
            <p:cNvSpPr/>
            <p:nvPr/>
          </p:nvSpPr>
          <p:spPr>
            <a:xfrm>
              <a:off x="2641257" y="581507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9" name="Hexagon 878">
              <a:extLst>
                <a:ext uri="{FF2B5EF4-FFF2-40B4-BE49-F238E27FC236}">
                  <a16:creationId xmlns:a16="http://schemas.microsoft.com/office/drawing/2014/main" id="{9459CEC0-3E2B-450C-A873-5DAD32DE0F05}"/>
                </a:ext>
              </a:extLst>
            </p:cNvPr>
            <p:cNvSpPr/>
            <p:nvPr/>
          </p:nvSpPr>
          <p:spPr>
            <a:xfrm>
              <a:off x="2643749" y="592882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0" name="Hexagon 879">
              <a:extLst>
                <a:ext uri="{FF2B5EF4-FFF2-40B4-BE49-F238E27FC236}">
                  <a16:creationId xmlns:a16="http://schemas.microsoft.com/office/drawing/2014/main" id="{5981F257-36EA-4CD9-9D9D-F48DB829F486}"/>
                </a:ext>
              </a:extLst>
            </p:cNvPr>
            <p:cNvSpPr/>
            <p:nvPr/>
          </p:nvSpPr>
          <p:spPr>
            <a:xfrm>
              <a:off x="2335968" y="581198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1" name="Hexagon 880">
              <a:extLst>
                <a:ext uri="{FF2B5EF4-FFF2-40B4-BE49-F238E27FC236}">
                  <a16:creationId xmlns:a16="http://schemas.microsoft.com/office/drawing/2014/main" id="{3FE7CC5C-91CD-4722-AB51-F3EAFCAD30BA}"/>
                </a:ext>
              </a:extLst>
            </p:cNvPr>
            <p:cNvSpPr/>
            <p:nvPr/>
          </p:nvSpPr>
          <p:spPr>
            <a:xfrm>
              <a:off x="2343222" y="593049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2" name="Hexagon 881">
              <a:extLst>
                <a:ext uri="{FF2B5EF4-FFF2-40B4-BE49-F238E27FC236}">
                  <a16:creationId xmlns:a16="http://schemas.microsoft.com/office/drawing/2014/main" id="{E90EC518-DDD4-4124-9AB2-BBF36F76ED42}"/>
                </a:ext>
              </a:extLst>
            </p:cNvPr>
            <p:cNvSpPr/>
            <p:nvPr/>
          </p:nvSpPr>
          <p:spPr>
            <a:xfrm>
              <a:off x="2490860" y="575138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3" name="Hexagon 882">
              <a:extLst>
                <a:ext uri="{FF2B5EF4-FFF2-40B4-BE49-F238E27FC236}">
                  <a16:creationId xmlns:a16="http://schemas.microsoft.com/office/drawing/2014/main" id="{59EDBA65-291B-4A13-9DE0-778B0499B31E}"/>
                </a:ext>
              </a:extLst>
            </p:cNvPr>
            <p:cNvSpPr/>
            <p:nvPr/>
          </p:nvSpPr>
          <p:spPr>
            <a:xfrm>
              <a:off x="2488812" y="563608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4" name="Hexagon 883">
              <a:extLst>
                <a:ext uri="{FF2B5EF4-FFF2-40B4-BE49-F238E27FC236}">
                  <a16:creationId xmlns:a16="http://schemas.microsoft.com/office/drawing/2014/main" id="{96BDB021-467A-4C57-8FCD-2B79BEB8E763}"/>
                </a:ext>
              </a:extLst>
            </p:cNvPr>
            <p:cNvSpPr/>
            <p:nvPr/>
          </p:nvSpPr>
          <p:spPr>
            <a:xfrm>
              <a:off x="2641429" y="54595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5" name="Hexagon 884">
              <a:extLst>
                <a:ext uri="{FF2B5EF4-FFF2-40B4-BE49-F238E27FC236}">
                  <a16:creationId xmlns:a16="http://schemas.microsoft.com/office/drawing/2014/main" id="{95F365E8-7829-472B-A486-35C60DBEE6B2}"/>
                </a:ext>
              </a:extLst>
            </p:cNvPr>
            <p:cNvSpPr/>
            <p:nvPr/>
          </p:nvSpPr>
          <p:spPr>
            <a:xfrm>
              <a:off x="2643705" y="55756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6" name="Hexagon 885">
              <a:extLst>
                <a:ext uri="{FF2B5EF4-FFF2-40B4-BE49-F238E27FC236}">
                  <a16:creationId xmlns:a16="http://schemas.microsoft.com/office/drawing/2014/main" id="{708E96C2-528C-41FC-B56C-533CEA5C5A1B}"/>
                </a:ext>
              </a:extLst>
            </p:cNvPr>
            <p:cNvSpPr/>
            <p:nvPr/>
          </p:nvSpPr>
          <p:spPr>
            <a:xfrm>
              <a:off x="2488975" y="552316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7" name="Hexagon 886">
              <a:extLst>
                <a:ext uri="{FF2B5EF4-FFF2-40B4-BE49-F238E27FC236}">
                  <a16:creationId xmlns:a16="http://schemas.microsoft.com/office/drawing/2014/main" id="{561C786B-5112-401E-BFE3-B30C38C5B664}"/>
                </a:ext>
              </a:extLst>
            </p:cNvPr>
            <p:cNvSpPr/>
            <p:nvPr/>
          </p:nvSpPr>
          <p:spPr>
            <a:xfrm>
              <a:off x="2336028" y="557958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8" name="Hexagon 887">
              <a:extLst>
                <a:ext uri="{FF2B5EF4-FFF2-40B4-BE49-F238E27FC236}">
                  <a16:creationId xmlns:a16="http://schemas.microsoft.com/office/drawing/2014/main" id="{692192F9-B562-480C-9E43-30DDD8BD68D1}"/>
                </a:ext>
              </a:extLst>
            </p:cNvPr>
            <p:cNvSpPr/>
            <p:nvPr/>
          </p:nvSpPr>
          <p:spPr>
            <a:xfrm>
              <a:off x="2336139" y="569571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9" name="Hexagon 888">
              <a:extLst>
                <a:ext uri="{FF2B5EF4-FFF2-40B4-BE49-F238E27FC236}">
                  <a16:creationId xmlns:a16="http://schemas.microsoft.com/office/drawing/2014/main" id="{22FA7C5B-B28F-4758-B02F-D8EF3A78F3AE}"/>
                </a:ext>
              </a:extLst>
            </p:cNvPr>
            <p:cNvSpPr/>
            <p:nvPr/>
          </p:nvSpPr>
          <p:spPr>
            <a:xfrm>
              <a:off x="2493469" y="540372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0" name="Hexagon 889">
              <a:extLst>
                <a:ext uri="{FF2B5EF4-FFF2-40B4-BE49-F238E27FC236}">
                  <a16:creationId xmlns:a16="http://schemas.microsoft.com/office/drawing/2014/main" id="{5626DF3D-F425-4EF5-93E3-01B7967F9227}"/>
                </a:ext>
              </a:extLst>
            </p:cNvPr>
            <p:cNvSpPr/>
            <p:nvPr/>
          </p:nvSpPr>
          <p:spPr>
            <a:xfrm>
              <a:off x="2648251" y="522721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1" name="Hexagon 890">
              <a:extLst>
                <a:ext uri="{FF2B5EF4-FFF2-40B4-BE49-F238E27FC236}">
                  <a16:creationId xmlns:a16="http://schemas.microsoft.com/office/drawing/2014/main" id="{15FB8A2D-396A-4653-9444-8017C80B8631}"/>
                </a:ext>
              </a:extLst>
            </p:cNvPr>
            <p:cNvSpPr/>
            <p:nvPr/>
          </p:nvSpPr>
          <p:spPr>
            <a:xfrm>
              <a:off x="2648361" y="534334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2" name="Hexagon 891">
              <a:extLst>
                <a:ext uri="{FF2B5EF4-FFF2-40B4-BE49-F238E27FC236}">
                  <a16:creationId xmlns:a16="http://schemas.microsoft.com/office/drawing/2014/main" id="{F68C8921-7411-4C97-B3E0-F38CC1A581B3}"/>
                </a:ext>
              </a:extLst>
            </p:cNvPr>
            <p:cNvSpPr/>
            <p:nvPr/>
          </p:nvSpPr>
          <p:spPr>
            <a:xfrm>
              <a:off x="2495796" y="529080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3" name="Hexagon 892">
              <a:extLst>
                <a:ext uri="{FF2B5EF4-FFF2-40B4-BE49-F238E27FC236}">
                  <a16:creationId xmlns:a16="http://schemas.microsoft.com/office/drawing/2014/main" id="{73E96B75-1231-4E98-B59E-96CEEC376C45}"/>
                </a:ext>
              </a:extLst>
            </p:cNvPr>
            <p:cNvSpPr/>
            <p:nvPr/>
          </p:nvSpPr>
          <p:spPr>
            <a:xfrm>
              <a:off x="2340469" y="534961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4" name="Hexagon 893">
              <a:extLst>
                <a:ext uri="{FF2B5EF4-FFF2-40B4-BE49-F238E27FC236}">
                  <a16:creationId xmlns:a16="http://schemas.microsoft.com/office/drawing/2014/main" id="{DA41C12C-BE65-48CB-A106-94D665C4C4B2}"/>
                </a:ext>
              </a:extLst>
            </p:cNvPr>
            <p:cNvSpPr/>
            <p:nvPr/>
          </p:nvSpPr>
          <p:spPr>
            <a:xfrm>
              <a:off x="2340796" y="54611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5" name="Hexagon 894">
              <a:extLst>
                <a:ext uri="{FF2B5EF4-FFF2-40B4-BE49-F238E27FC236}">
                  <a16:creationId xmlns:a16="http://schemas.microsoft.com/office/drawing/2014/main" id="{E372BCAF-55AE-4B25-94B4-742C555A7B09}"/>
                </a:ext>
              </a:extLst>
            </p:cNvPr>
            <p:cNvSpPr/>
            <p:nvPr/>
          </p:nvSpPr>
          <p:spPr>
            <a:xfrm>
              <a:off x="2493587" y="516658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6" name="Hexagon 895">
              <a:extLst>
                <a:ext uri="{FF2B5EF4-FFF2-40B4-BE49-F238E27FC236}">
                  <a16:creationId xmlns:a16="http://schemas.microsoft.com/office/drawing/2014/main" id="{544F8583-3F72-4727-B10D-CEFC01431EF4}"/>
                </a:ext>
              </a:extLst>
            </p:cNvPr>
            <p:cNvSpPr/>
            <p:nvPr/>
          </p:nvSpPr>
          <p:spPr>
            <a:xfrm>
              <a:off x="2338641" y="510950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7" name="Hexagon 896">
              <a:extLst>
                <a:ext uri="{FF2B5EF4-FFF2-40B4-BE49-F238E27FC236}">
                  <a16:creationId xmlns:a16="http://schemas.microsoft.com/office/drawing/2014/main" id="{405419F2-E71D-4977-8613-858224A8AC5A}"/>
                </a:ext>
              </a:extLst>
            </p:cNvPr>
            <p:cNvSpPr/>
            <p:nvPr/>
          </p:nvSpPr>
          <p:spPr>
            <a:xfrm>
              <a:off x="2190241" y="516831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8" name="Hexagon 897">
              <a:extLst>
                <a:ext uri="{FF2B5EF4-FFF2-40B4-BE49-F238E27FC236}">
                  <a16:creationId xmlns:a16="http://schemas.microsoft.com/office/drawing/2014/main" id="{FF3CDD70-CED0-4783-B64E-BD4B1B025CED}"/>
                </a:ext>
              </a:extLst>
            </p:cNvPr>
            <p:cNvSpPr/>
            <p:nvPr/>
          </p:nvSpPr>
          <p:spPr>
            <a:xfrm>
              <a:off x="2186022" y="528444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9" name="Hexagon 898">
              <a:extLst>
                <a:ext uri="{FF2B5EF4-FFF2-40B4-BE49-F238E27FC236}">
                  <a16:creationId xmlns:a16="http://schemas.microsoft.com/office/drawing/2014/main" id="{9C5C7A77-7689-412D-88D5-00E857F0566D}"/>
                </a:ext>
              </a:extLst>
            </p:cNvPr>
            <p:cNvSpPr/>
            <p:nvPr/>
          </p:nvSpPr>
          <p:spPr>
            <a:xfrm>
              <a:off x="2187971" y="587228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0" name="Hexagon 899">
              <a:extLst>
                <a:ext uri="{FF2B5EF4-FFF2-40B4-BE49-F238E27FC236}">
                  <a16:creationId xmlns:a16="http://schemas.microsoft.com/office/drawing/2014/main" id="{B0B169D3-0ACF-4660-A0C8-238F63460B35}"/>
                </a:ext>
              </a:extLst>
            </p:cNvPr>
            <p:cNvSpPr/>
            <p:nvPr/>
          </p:nvSpPr>
          <p:spPr>
            <a:xfrm>
              <a:off x="2190464" y="599079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1" name="Hexagon 900">
              <a:extLst>
                <a:ext uri="{FF2B5EF4-FFF2-40B4-BE49-F238E27FC236}">
                  <a16:creationId xmlns:a16="http://schemas.microsoft.com/office/drawing/2014/main" id="{1AEDADA5-B539-4419-8D37-E252C785C4F8}"/>
                </a:ext>
              </a:extLst>
            </p:cNvPr>
            <p:cNvSpPr/>
            <p:nvPr/>
          </p:nvSpPr>
          <p:spPr>
            <a:xfrm>
              <a:off x="2181105" y="563988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2" name="Hexagon 901">
              <a:extLst>
                <a:ext uri="{FF2B5EF4-FFF2-40B4-BE49-F238E27FC236}">
                  <a16:creationId xmlns:a16="http://schemas.microsoft.com/office/drawing/2014/main" id="{780BD800-7986-43EE-B60D-F0446D8ADE67}"/>
                </a:ext>
              </a:extLst>
            </p:cNvPr>
            <p:cNvSpPr/>
            <p:nvPr/>
          </p:nvSpPr>
          <p:spPr>
            <a:xfrm>
              <a:off x="2183381" y="575601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3" name="Hexagon 902">
              <a:extLst>
                <a:ext uri="{FF2B5EF4-FFF2-40B4-BE49-F238E27FC236}">
                  <a16:creationId xmlns:a16="http://schemas.microsoft.com/office/drawing/2014/main" id="{86C02768-2A17-4E2D-82B6-7E1C0C8E4DBC}"/>
                </a:ext>
              </a:extLst>
            </p:cNvPr>
            <p:cNvSpPr/>
            <p:nvPr/>
          </p:nvSpPr>
          <p:spPr>
            <a:xfrm>
              <a:off x="2188038" y="552366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4" name="Hexagon 903">
              <a:extLst>
                <a:ext uri="{FF2B5EF4-FFF2-40B4-BE49-F238E27FC236}">
                  <a16:creationId xmlns:a16="http://schemas.microsoft.com/office/drawing/2014/main" id="{AFDA46FD-4455-477A-96FD-288DA2853922}"/>
                </a:ext>
              </a:extLst>
            </p:cNvPr>
            <p:cNvSpPr/>
            <p:nvPr/>
          </p:nvSpPr>
          <p:spPr>
            <a:xfrm>
              <a:off x="2035711" y="593550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5" name="Hexagon 904">
              <a:extLst>
                <a:ext uri="{FF2B5EF4-FFF2-40B4-BE49-F238E27FC236}">
                  <a16:creationId xmlns:a16="http://schemas.microsoft.com/office/drawing/2014/main" id="{FF1CFC09-BAB4-4FBC-8460-A41C89D68D98}"/>
                </a:ext>
              </a:extLst>
            </p:cNvPr>
            <p:cNvSpPr/>
            <p:nvPr/>
          </p:nvSpPr>
          <p:spPr>
            <a:xfrm>
              <a:off x="1878624" y="599580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6" name="Hexagon 905">
              <a:extLst>
                <a:ext uri="{FF2B5EF4-FFF2-40B4-BE49-F238E27FC236}">
                  <a16:creationId xmlns:a16="http://schemas.microsoft.com/office/drawing/2014/main" id="{92DF1615-A836-464D-A49D-890BF79BEDE0}"/>
                </a:ext>
              </a:extLst>
            </p:cNvPr>
            <p:cNvSpPr/>
            <p:nvPr/>
          </p:nvSpPr>
          <p:spPr>
            <a:xfrm>
              <a:off x="1878950" y="611647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7" name="Hexagon 906">
              <a:extLst>
                <a:ext uri="{FF2B5EF4-FFF2-40B4-BE49-F238E27FC236}">
                  <a16:creationId xmlns:a16="http://schemas.microsoft.com/office/drawing/2014/main" id="{1444CFCE-0B04-463D-B90D-DA864123F2A2}"/>
                </a:ext>
              </a:extLst>
            </p:cNvPr>
            <p:cNvSpPr/>
            <p:nvPr/>
          </p:nvSpPr>
          <p:spPr>
            <a:xfrm>
              <a:off x="2192091" y="646558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8" name="Hexagon 907">
              <a:extLst>
                <a:ext uri="{FF2B5EF4-FFF2-40B4-BE49-F238E27FC236}">
                  <a16:creationId xmlns:a16="http://schemas.microsoft.com/office/drawing/2014/main" id="{572349EE-5677-4AE8-88D8-3C0A076431B3}"/>
                </a:ext>
              </a:extLst>
            </p:cNvPr>
            <p:cNvSpPr/>
            <p:nvPr/>
          </p:nvSpPr>
          <p:spPr>
            <a:xfrm>
              <a:off x="2185281" y="634812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9" name="Hexagon 908">
              <a:extLst>
                <a:ext uri="{FF2B5EF4-FFF2-40B4-BE49-F238E27FC236}">
                  <a16:creationId xmlns:a16="http://schemas.microsoft.com/office/drawing/2014/main" id="{BDBC37B9-8A6A-4B8F-9454-47B84A71E61D}"/>
                </a:ext>
              </a:extLst>
            </p:cNvPr>
            <p:cNvSpPr/>
            <p:nvPr/>
          </p:nvSpPr>
          <p:spPr>
            <a:xfrm>
              <a:off x="2034661" y="629162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0" name="Hexagon 909">
              <a:extLst>
                <a:ext uri="{FF2B5EF4-FFF2-40B4-BE49-F238E27FC236}">
                  <a16:creationId xmlns:a16="http://schemas.microsoft.com/office/drawing/2014/main" id="{69E063DC-52A1-4632-9A92-A4C00F28236C}"/>
                </a:ext>
              </a:extLst>
            </p:cNvPr>
            <p:cNvSpPr/>
            <p:nvPr/>
          </p:nvSpPr>
          <p:spPr>
            <a:xfrm>
              <a:off x="2034773" y="640559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1" name="Hexagon 910">
              <a:extLst>
                <a:ext uri="{FF2B5EF4-FFF2-40B4-BE49-F238E27FC236}">
                  <a16:creationId xmlns:a16="http://schemas.microsoft.com/office/drawing/2014/main" id="{251083B3-FDD6-4D2E-A4B9-D70C5F4AEDC3}"/>
                </a:ext>
              </a:extLst>
            </p:cNvPr>
            <p:cNvSpPr/>
            <p:nvPr/>
          </p:nvSpPr>
          <p:spPr>
            <a:xfrm>
              <a:off x="1879955" y="634738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2" name="Hexagon 911">
              <a:extLst>
                <a:ext uri="{FF2B5EF4-FFF2-40B4-BE49-F238E27FC236}">
                  <a16:creationId xmlns:a16="http://schemas.microsoft.com/office/drawing/2014/main" id="{5210B6BB-AA57-4D7D-A02A-0AB9C69072BA}"/>
                </a:ext>
              </a:extLst>
            </p:cNvPr>
            <p:cNvSpPr/>
            <p:nvPr/>
          </p:nvSpPr>
          <p:spPr>
            <a:xfrm>
              <a:off x="1884506" y="623353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3" name="Hexagon 912">
              <a:extLst>
                <a:ext uri="{FF2B5EF4-FFF2-40B4-BE49-F238E27FC236}">
                  <a16:creationId xmlns:a16="http://schemas.microsoft.com/office/drawing/2014/main" id="{508C7311-2BC6-4802-B74B-8A0F69D4C6C6}"/>
                </a:ext>
              </a:extLst>
            </p:cNvPr>
            <p:cNvSpPr/>
            <p:nvPr/>
          </p:nvSpPr>
          <p:spPr>
            <a:xfrm>
              <a:off x="1732145" y="640565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4" name="Hexagon 913">
              <a:extLst>
                <a:ext uri="{FF2B5EF4-FFF2-40B4-BE49-F238E27FC236}">
                  <a16:creationId xmlns:a16="http://schemas.microsoft.com/office/drawing/2014/main" id="{7B746FBA-42D2-47BF-8B06-C952DE1FB75D}"/>
                </a:ext>
              </a:extLst>
            </p:cNvPr>
            <p:cNvSpPr/>
            <p:nvPr/>
          </p:nvSpPr>
          <p:spPr>
            <a:xfrm>
              <a:off x="1730096" y="629252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5" name="Hexagon 914">
              <a:extLst>
                <a:ext uri="{FF2B5EF4-FFF2-40B4-BE49-F238E27FC236}">
                  <a16:creationId xmlns:a16="http://schemas.microsoft.com/office/drawing/2014/main" id="{0A668CFF-1A3B-4C62-8541-15A12486ABE2}"/>
                </a:ext>
              </a:extLst>
            </p:cNvPr>
            <p:cNvSpPr/>
            <p:nvPr/>
          </p:nvSpPr>
          <p:spPr>
            <a:xfrm>
              <a:off x="1572334" y="62381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6" name="Hexagon 915">
              <a:extLst>
                <a:ext uri="{FF2B5EF4-FFF2-40B4-BE49-F238E27FC236}">
                  <a16:creationId xmlns:a16="http://schemas.microsoft.com/office/drawing/2014/main" id="{1735B774-7F80-4877-8270-F4B9E80CD56A}"/>
                </a:ext>
              </a:extLst>
            </p:cNvPr>
            <p:cNvSpPr/>
            <p:nvPr/>
          </p:nvSpPr>
          <p:spPr>
            <a:xfrm>
              <a:off x="1574610" y="635215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7" name="Hexagon 916">
              <a:extLst>
                <a:ext uri="{FF2B5EF4-FFF2-40B4-BE49-F238E27FC236}">
                  <a16:creationId xmlns:a16="http://schemas.microsoft.com/office/drawing/2014/main" id="{986C935D-1035-4BBE-A975-A93B74656E9C}"/>
                </a:ext>
              </a:extLst>
            </p:cNvPr>
            <p:cNvSpPr/>
            <p:nvPr/>
          </p:nvSpPr>
          <p:spPr>
            <a:xfrm>
              <a:off x="1417628" y="630087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8" name="Hexagon 917">
              <a:extLst>
                <a:ext uri="{FF2B5EF4-FFF2-40B4-BE49-F238E27FC236}">
                  <a16:creationId xmlns:a16="http://schemas.microsoft.com/office/drawing/2014/main" id="{C0374690-4C51-47F0-B574-01818962544F}"/>
                </a:ext>
              </a:extLst>
            </p:cNvPr>
            <p:cNvSpPr/>
            <p:nvPr/>
          </p:nvSpPr>
          <p:spPr>
            <a:xfrm>
              <a:off x="1420014" y="617750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9" name="Hexagon 918">
              <a:extLst>
                <a:ext uri="{FF2B5EF4-FFF2-40B4-BE49-F238E27FC236}">
                  <a16:creationId xmlns:a16="http://schemas.microsoft.com/office/drawing/2014/main" id="{650D959B-A8CC-498F-B26C-D71EDBAE4C55}"/>
                </a:ext>
              </a:extLst>
            </p:cNvPr>
            <p:cNvSpPr/>
            <p:nvPr/>
          </p:nvSpPr>
          <p:spPr>
            <a:xfrm>
              <a:off x="1881500" y="670544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0" name="Hexagon 919">
              <a:extLst>
                <a:ext uri="{FF2B5EF4-FFF2-40B4-BE49-F238E27FC236}">
                  <a16:creationId xmlns:a16="http://schemas.microsoft.com/office/drawing/2014/main" id="{7DBBD592-54B1-4CF2-9B0B-A8858CB1E8D7}"/>
                </a:ext>
              </a:extLst>
            </p:cNvPr>
            <p:cNvSpPr/>
            <p:nvPr/>
          </p:nvSpPr>
          <p:spPr>
            <a:xfrm>
              <a:off x="1882282" y="658818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1" name="Hexagon 920">
              <a:extLst>
                <a:ext uri="{FF2B5EF4-FFF2-40B4-BE49-F238E27FC236}">
                  <a16:creationId xmlns:a16="http://schemas.microsoft.com/office/drawing/2014/main" id="{39DFFD41-0F98-41A8-97CC-4F565D61BFDF}"/>
                </a:ext>
              </a:extLst>
            </p:cNvPr>
            <p:cNvSpPr/>
            <p:nvPr/>
          </p:nvSpPr>
          <p:spPr>
            <a:xfrm>
              <a:off x="1731662" y="652454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2" name="Hexagon 921">
              <a:extLst>
                <a:ext uri="{FF2B5EF4-FFF2-40B4-BE49-F238E27FC236}">
                  <a16:creationId xmlns:a16="http://schemas.microsoft.com/office/drawing/2014/main" id="{AE56B558-0C90-45BB-8DD4-38FC6430843C}"/>
                </a:ext>
              </a:extLst>
            </p:cNvPr>
            <p:cNvSpPr/>
            <p:nvPr/>
          </p:nvSpPr>
          <p:spPr>
            <a:xfrm>
              <a:off x="1729608" y="664781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3" name="Hexagon 922">
              <a:extLst>
                <a:ext uri="{FF2B5EF4-FFF2-40B4-BE49-F238E27FC236}">
                  <a16:creationId xmlns:a16="http://schemas.microsoft.com/office/drawing/2014/main" id="{E0275467-3BC7-443A-93EE-190B6F5B3D66}"/>
                </a:ext>
              </a:extLst>
            </p:cNvPr>
            <p:cNvSpPr/>
            <p:nvPr/>
          </p:nvSpPr>
          <p:spPr>
            <a:xfrm>
              <a:off x="1576955" y="658484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4" name="Hexagon 923">
              <a:extLst>
                <a:ext uri="{FF2B5EF4-FFF2-40B4-BE49-F238E27FC236}">
                  <a16:creationId xmlns:a16="http://schemas.microsoft.com/office/drawing/2014/main" id="{58FF623D-652F-4D48-A854-342EF9105112}"/>
                </a:ext>
              </a:extLst>
            </p:cNvPr>
            <p:cNvSpPr/>
            <p:nvPr/>
          </p:nvSpPr>
          <p:spPr>
            <a:xfrm>
              <a:off x="1579126" y="646861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5" name="Hexagon 924">
              <a:extLst>
                <a:ext uri="{FF2B5EF4-FFF2-40B4-BE49-F238E27FC236}">
                  <a16:creationId xmlns:a16="http://schemas.microsoft.com/office/drawing/2014/main" id="{762B1ECE-267F-4233-B767-DE85B414A392}"/>
                </a:ext>
              </a:extLst>
            </p:cNvPr>
            <p:cNvSpPr/>
            <p:nvPr/>
          </p:nvSpPr>
          <p:spPr>
            <a:xfrm>
              <a:off x="1421751" y="652723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6" name="Hexagon 925">
              <a:extLst>
                <a:ext uri="{FF2B5EF4-FFF2-40B4-BE49-F238E27FC236}">
                  <a16:creationId xmlns:a16="http://schemas.microsoft.com/office/drawing/2014/main" id="{BC52835C-53D5-4161-8082-6FE7097E07B6}"/>
                </a:ext>
              </a:extLst>
            </p:cNvPr>
            <p:cNvSpPr/>
            <p:nvPr/>
          </p:nvSpPr>
          <p:spPr>
            <a:xfrm>
              <a:off x="1419919" y="641410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7" name="Hexagon 926">
              <a:extLst>
                <a:ext uri="{FF2B5EF4-FFF2-40B4-BE49-F238E27FC236}">
                  <a16:creationId xmlns:a16="http://schemas.microsoft.com/office/drawing/2014/main" id="{C80CBC2B-61B1-48D5-A16C-81B9B1B685E5}"/>
                </a:ext>
              </a:extLst>
            </p:cNvPr>
            <p:cNvSpPr/>
            <p:nvPr/>
          </p:nvSpPr>
          <p:spPr>
            <a:xfrm>
              <a:off x="1259993" y="635977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8" name="Hexagon 927">
              <a:extLst>
                <a:ext uri="{FF2B5EF4-FFF2-40B4-BE49-F238E27FC236}">
                  <a16:creationId xmlns:a16="http://schemas.microsoft.com/office/drawing/2014/main" id="{E234E4AA-7982-4FC5-B81E-478027F138AF}"/>
                </a:ext>
              </a:extLst>
            </p:cNvPr>
            <p:cNvSpPr/>
            <p:nvPr/>
          </p:nvSpPr>
          <p:spPr>
            <a:xfrm>
              <a:off x="1264433" y="647157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9" name="Hexagon 928">
              <a:extLst>
                <a:ext uri="{FF2B5EF4-FFF2-40B4-BE49-F238E27FC236}">
                  <a16:creationId xmlns:a16="http://schemas.microsoft.com/office/drawing/2014/main" id="{B4DEB065-4F74-44CC-ABBC-A5476F675105}"/>
                </a:ext>
              </a:extLst>
            </p:cNvPr>
            <p:cNvSpPr/>
            <p:nvPr/>
          </p:nvSpPr>
          <p:spPr>
            <a:xfrm>
              <a:off x="1105068" y="641790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0" name="Hexagon 929">
              <a:extLst>
                <a:ext uri="{FF2B5EF4-FFF2-40B4-BE49-F238E27FC236}">
                  <a16:creationId xmlns:a16="http://schemas.microsoft.com/office/drawing/2014/main" id="{6AD50F56-7390-4874-84E5-17422372E9B6}"/>
                </a:ext>
              </a:extLst>
            </p:cNvPr>
            <p:cNvSpPr/>
            <p:nvPr/>
          </p:nvSpPr>
          <p:spPr>
            <a:xfrm>
              <a:off x="1114167" y="629951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1" name="Hexagon 930">
              <a:extLst>
                <a:ext uri="{FF2B5EF4-FFF2-40B4-BE49-F238E27FC236}">
                  <a16:creationId xmlns:a16="http://schemas.microsoft.com/office/drawing/2014/main" id="{CD851FA4-411C-4CB9-A6E3-A31C2FE267AA}"/>
                </a:ext>
              </a:extLst>
            </p:cNvPr>
            <p:cNvSpPr/>
            <p:nvPr/>
          </p:nvSpPr>
          <p:spPr>
            <a:xfrm>
              <a:off x="1266752" y="623783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2" name="Hexagon 931">
              <a:extLst>
                <a:ext uri="{FF2B5EF4-FFF2-40B4-BE49-F238E27FC236}">
                  <a16:creationId xmlns:a16="http://schemas.microsoft.com/office/drawing/2014/main" id="{93C1211A-833D-4154-88F3-8460D1464DF0}"/>
                </a:ext>
              </a:extLst>
            </p:cNvPr>
            <p:cNvSpPr/>
            <p:nvPr/>
          </p:nvSpPr>
          <p:spPr>
            <a:xfrm>
              <a:off x="1272497" y="612015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3" name="Hexagon 932">
              <a:extLst>
                <a:ext uri="{FF2B5EF4-FFF2-40B4-BE49-F238E27FC236}">
                  <a16:creationId xmlns:a16="http://schemas.microsoft.com/office/drawing/2014/main" id="{10FD78F2-2A0B-44D3-89CA-BA19F4D7CA57}"/>
                </a:ext>
              </a:extLst>
            </p:cNvPr>
            <p:cNvSpPr/>
            <p:nvPr/>
          </p:nvSpPr>
          <p:spPr>
            <a:xfrm>
              <a:off x="1116899" y="60614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4" name="Hexagon 933">
              <a:extLst>
                <a:ext uri="{FF2B5EF4-FFF2-40B4-BE49-F238E27FC236}">
                  <a16:creationId xmlns:a16="http://schemas.microsoft.com/office/drawing/2014/main" id="{AAA3FFB0-FC81-47AB-82A3-0AF0714F61FF}"/>
                </a:ext>
              </a:extLst>
            </p:cNvPr>
            <p:cNvSpPr/>
            <p:nvPr/>
          </p:nvSpPr>
          <p:spPr>
            <a:xfrm>
              <a:off x="1118959" y="618000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5" name="Hexagon 934">
              <a:extLst>
                <a:ext uri="{FF2B5EF4-FFF2-40B4-BE49-F238E27FC236}">
                  <a16:creationId xmlns:a16="http://schemas.microsoft.com/office/drawing/2014/main" id="{CDB359C2-25F7-4C4D-AB87-9ED5AAF0FC57}"/>
                </a:ext>
              </a:extLst>
            </p:cNvPr>
            <p:cNvSpPr/>
            <p:nvPr/>
          </p:nvSpPr>
          <p:spPr>
            <a:xfrm>
              <a:off x="966737" y="611919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6" name="Hexagon 935">
              <a:extLst>
                <a:ext uri="{FF2B5EF4-FFF2-40B4-BE49-F238E27FC236}">
                  <a16:creationId xmlns:a16="http://schemas.microsoft.com/office/drawing/2014/main" id="{601A2287-AE2E-4A82-A310-4A31AC2B1F99}"/>
                </a:ext>
              </a:extLst>
            </p:cNvPr>
            <p:cNvSpPr/>
            <p:nvPr/>
          </p:nvSpPr>
          <p:spPr>
            <a:xfrm>
              <a:off x="964147" y="600340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37" name="Hexagon 936">
              <a:extLst>
                <a:ext uri="{FF2B5EF4-FFF2-40B4-BE49-F238E27FC236}">
                  <a16:creationId xmlns:a16="http://schemas.microsoft.com/office/drawing/2014/main" id="{65112B2E-B6A6-4FD2-88DA-18B4A2656B6E}"/>
                </a:ext>
              </a:extLst>
            </p:cNvPr>
            <p:cNvSpPr/>
            <p:nvPr/>
          </p:nvSpPr>
          <p:spPr>
            <a:xfrm>
              <a:off x="665439" y="600000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8" name="Hexagon 937">
              <a:extLst>
                <a:ext uri="{FF2B5EF4-FFF2-40B4-BE49-F238E27FC236}">
                  <a16:creationId xmlns:a16="http://schemas.microsoft.com/office/drawing/2014/main" id="{81AF96A2-A1D8-46A4-BFFC-23A3ECF5D07B}"/>
                </a:ext>
              </a:extLst>
            </p:cNvPr>
            <p:cNvSpPr/>
            <p:nvPr/>
          </p:nvSpPr>
          <p:spPr>
            <a:xfrm>
              <a:off x="658844" y="588211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9" name="Hexagon 938">
              <a:extLst>
                <a:ext uri="{FF2B5EF4-FFF2-40B4-BE49-F238E27FC236}">
                  <a16:creationId xmlns:a16="http://schemas.microsoft.com/office/drawing/2014/main" id="{748286D6-66A3-47DC-8F79-9F197C897813}"/>
                </a:ext>
              </a:extLst>
            </p:cNvPr>
            <p:cNvSpPr/>
            <p:nvPr/>
          </p:nvSpPr>
          <p:spPr>
            <a:xfrm>
              <a:off x="510391" y="582821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0" name="Hexagon 939">
              <a:extLst>
                <a:ext uri="{FF2B5EF4-FFF2-40B4-BE49-F238E27FC236}">
                  <a16:creationId xmlns:a16="http://schemas.microsoft.com/office/drawing/2014/main" id="{8CB56D08-8141-4087-93B0-72C108B27379}"/>
                </a:ext>
              </a:extLst>
            </p:cNvPr>
            <p:cNvSpPr/>
            <p:nvPr/>
          </p:nvSpPr>
          <p:spPr>
            <a:xfrm>
              <a:off x="508336" y="594412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1" name="Hexagon 940">
              <a:extLst>
                <a:ext uri="{FF2B5EF4-FFF2-40B4-BE49-F238E27FC236}">
                  <a16:creationId xmlns:a16="http://schemas.microsoft.com/office/drawing/2014/main" id="{122A26EC-B1DE-4F95-B11D-576E95408134}"/>
                </a:ext>
              </a:extLst>
            </p:cNvPr>
            <p:cNvSpPr/>
            <p:nvPr/>
          </p:nvSpPr>
          <p:spPr>
            <a:xfrm>
              <a:off x="355899" y="588591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2" name="Hexagon 941">
              <a:extLst>
                <a:ext uri="{FF2B5EF4-FFF2-40B4-BE49-F238E27FC236}">
                  <a16:creationId xmlns:a16="http://schemas.microsoft.com/office/drawing/2014/main" id="{D1F3E2D8-C077-4D57-88D1-BC6A5925E22C}"/>
                </a:ext>
              </a:extLst>
            </p:cNvPr>
            <p:cNvSpPr/>
            <p:nvPr/>
          </p:nvSpPr>
          <p:spPr>
            <a:xfrm>
              <a:off x="358070" y="576492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3" name="Hexagon 942">
              <a:extLst>
                <a:ext uri="{FF2B5EF4-FFF2-40B4-BE49-F238E27FC236}">
                  <a16:creationId xmlns:a16="http://schemas.microsoft.com/office/drawing/2014/main" id="{4D17AECF-B15F-40BC-B6C6-F5BD4AE2AB04}"/>
                </a:ext>
              </a:extLst>
            </p:cNvPr>
            <p:cNvSpPr/>
            <p:nvPr/>
          </p:nvSpPr>
          <p:spPr>
            <a:xfrm>
              <a:off x="506315" y="570526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4" name="Hexagon 943">
              <a:extLst>
                <a:ext uri="{FF2B5EF4-FFF2-40B4-BE49-F238E27FC236}">
                  <a16:creationId xmlns:a16="http://schemas.microsoft.com/office/drawing/2014/main" id="{4678FDA6-2784-4DA0-B214-970B363076D8}"/>
                </a:ext>
              </a:extLst>
            </p:cNvPr>
            <p:cNvSpPr/>
            <p:nvPr/>
          </p:nvSpPr>
          <p:spPr>
            <a:xfrm>
              <a:off x="511409" y="558520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5" name="Hexagon 944">
              <a:extLst>
                <a:ext uri="{FF2B5EF4-FFF2-40B4-BE49-F238E27FC236}">
                  <a16:creationId xmlns:a16="http://schemas.microsoft.com/office/drawing/2014/main" id="{3F6648D4-7DBA-4C62-82AC-FECC52431874}"/>
                </a:ext>
              </a:extLst>
            </p:cNvPr>
            <p:cNvSpPr/>
            <p:nvPr/>
          </p:nvSpPr>
          <p:spPr>
            <a:xfrm>
              <a:off x="362460" y="551802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6" name="Hexagon 945">
              <a:extLst>
                <a:ext uri="{FF2B5EF4-FFF2-40B4-BE49-F238E27FC236}">
                  <a16:creationId xmlns:a16="http://schemas.microsoft.com/office/drawing/2014/main" id="{012FC1E3-AF46-4D7C-9A35-C1B2733719A5}"/>
                </a:ext>
              </a:extLst>
            </p:cNvPr>
            <p:cNvSpPr/>
            <p:nvPr/>
          </p:nvSpPr>
          <p:spPr>
            <a:xfrm>
              <a:off x="356355" y="564245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7" name="Hexagon 946">
              <a:extLst>
                <a:ext uri="{FF2B5EF4-FFF2-40B4-BE49-F238E27FC236}">
                  <a16:creationId xmlns:a16="http://schemas.microsoft.com/office/drawing/2014/main" id="{8F537E70-112C-43A1-9F51-4F1E6E30DCF8}"/>
                </a:ext>
              </a:extLst>
            </p:cNvPr>
            <p:cNvSpPr/>
            <p:nvPr/>
          </p:nvSpPr>
          <p:spPr>
            <a:xfrm>
              <a:off x="213740" y="557651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8" name="Hexagon 947">
              <a:extLst>
                <a:ext uri="{FF2B5EF4-FFF2-40B4-BE49-F238E27FC236}">
                  <a16:creationId xmlns:a16="http://schemas.microsoft.com/office/drawing/2014/main" id="{3DCA4CEA-4579-4A44-8357-CFF9045325B7}"/>
                </a:ext>
              </a:extLst>
            </p:cNvPr>
            <p:cNvSpPr/>
            <p:nvPr/>
          </p:nvSpPr>
          <p:spPr>
            <a:xfrm>
              <a:off x="213495" y="546224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9" name="Hexagon 948">
              <a:extLst>
                <a:ext uri="{FF2B5EF4-FFF2-40B4-BE49-F238E27FC236}">
                  <a16:creationId xmlns:a16="http://schemas.microsoft.com/office/drawing/2014/main" id="{CBAAF65C-E9A8-4F81-8D59-AEA6C1F33E7D}"/>
                </a:ext>
              </a:extLst>
            </p:cNvPr>
            <p:cNvSpPr/>
            <p:nvPr/>
          </p:nvSpPr>
          <p:spPr>
            <a:xfrm>
              <a:off x="2188767" y="658574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0" name="Hexagon 949">
              <a:extLst>
                <a:ext uri="{FF2B5EF4-FFF2-40B4-BE49-F238E27FC236}">
                  <a16:creationId xmlns:a16="http://schemas.microsoft.com/office/drawing/2014/main" id="{D242120A-E7EA-4EAA-8AB2-C319C693B640}"/>
                </a:ext>
              </a:extLst>
            </p:cNvPr>
            <p:cNvSpPr/>
            <p:nvPr/>
          </p:nvSpPr>
          <p:spPr>
            <a:xfrm>
              <a:off x="2035983" y="652664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1" name="Hexagon 950">
              <a:extLst>
                <a:ext uri="{FF2B5EF4-FFF2-40B4-BE49-F238E27FC236}">
                  <a16:creationId xmlns:a16="http://schemas.microsoft.com/office/drawing/2014/main" id="{A0D68B46-0651-4A2E-B114-F99F4715D2A0}"/>
                </a:ext>
              </a:extLst>
            </p:cNvPr>
            <p:cNvSpPr/>
            <p:nvPr/>
          </p:nvSpPr>
          <p:spPr>
            <a:xfrm>
              <a:off x="2038259" y="664991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2" name="Hexagon 951">
              <a:extLst>
                <a:ext uri="{FF2B5EF4-FFF2-40B4-BE49-F238E27FC236}">
                  <a16:creationId xmlns:a16="http://schemas.microsoft.com/office/drawing/2014/main" id="{5B559A7D-C265-449D-8532-B598817C5B08}"/>
                </a:ext>
              </a:extLst>
            </p:cNvPr>
            <p:cNvSpPr/>
            <p:nvPr/>
          </p:nvSpPr>
          <p:spPr>
            <a:xfrm>
              <a:off x="1727021" y="617647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3" name="Hexagon 952">
              <a:extLst>
                <a:ext uri="{FF2B5EF4-FFF2-40B4-BE49-F238E27FC236}">
                  <a16:creationId xmlns:a16="http://schemas.microsoft.com/office/drawing/2014/main" id="{31D1FEEC-FE7F-41AC-9A7B-A4E9B62621D1}"/>
                </a:ext>
              </a:extLst>
            </p:cNvPr>
            <p:cNvSpPr/>
            <p:nvPr/>
          </p:nvSpPr>
          <p:spPr>
            <a:xfrm>
              <a:off x="1576866" y="611578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4" name="Hexagon 953">
              <a:extLst>
                <a:ext uri="{FF2B5EF4-FFF2-40B4-BE49-F238E27FC236}">
                  <a16:creationId xmlns:a16="http://schemas.microsoft.com/office/drawing/2014/main" id="{DDAC6C11-114B-4D52-90E6-1F45AF5B5EE3}"/>
                </a:ext>
              </a:extLst>
            </p:cNvPr>
            <p:cNvSpPr/>
            <p:nvPr/>
          </p:nvSpPr>
          <p:spPr>
            <a:xfrm>
              <a:off x="964074" y="623554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5" name="Hexagon 954">
              <a:extLst>
                <a:ext uri="{FF2B5EF4-FFF2-40B4-BE49-F238E27FC236}">
                  <a16:creationId xmlns:a16="http://schemas.microsoft.com/office/drawing/2014/main" id="{DAE9A221-A32E-45D1-9F9F-C90572EDDECE}"/>
                </a:ext>
              </a:extLst>
            </p:cNvPr>
            <p:cNvSpPr/>
            <p:nvPr/>
          </p:nvSpPr>
          <p:spPr>
            <a:xfrm>
              <a:off x="811950" y="617988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6" name="Hexagon 955">
              <a:extLst>
                <a:ext uri="{FF2B5EF4-FFF2-40B4-BE49-F238E27FC236}">
                  <a16:creationId xmlns:a16="http://schemas.microsoft.com/office/drawing/2014/main" id="{4BB965B6-BC82-4D45-9C41-ACAC770F33CB}"/>
                </a:ext>
              </a:extLst>
            </p:cNvPr>
            <p:cNvSpPr/>
            <p:nvPr/>
          </p:nvSpPr>
          <p:spPr>
            <a:xfrm>
              <a:off x="661677" y="61166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7" name="Hexagon 956">
              <a:extLst>
                <a:ext uri="{FF2B5EF4-FFF2-40B4-BE49-F238E27FC236}">
                  <a16:creationId xmlns:a16="http://schemas.microsoft.com/office/drawing/2014/main" id="{C7F085DA-01F0-44C5-98B6-60CE2F885FF0}"/>
                </a:ext>
              </a:extLst>
            </p:cNvPr>
            <p:cNvSpPr/>
            <p:nvPr/>
          </p:nvSpPr>
          <p:spPr>
            <a:xfrm>
              <a:off x="1270212" y="600715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8" name="Hexagon 957">
              <a:extLst>
                <a:ext uri="{FF2B5EF4-FFF2-40B4-BE49-F238E27FC236}">
                  <a16:creationId xmlns:a16="http://schemas.microsoft.com/office/drawing/2014/main" id="{669DDB62-B6D4-42C8-BA48-8F8D0BAED126}"/>
                </a:ext>
              </a:extLst>
            </p:cNvPr>
            <p:cNvSpPr/>
            <p:nvPr/>
          </p:nvSpPr>
          <p:spPr>
            <a:xfrm>
              <a:off x="1117173" y="594410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9" name="Hexagon 958">
              <a:extLst>
                <a:ext uri="{FF2B5EF4-FFF2-40B4-BE49-F238E27FC236}">
                  <a16:creationId xmlns:a16="http://schemas.microsoft.com/office/drawing/2014/main" id="{C43E900D-2DA8-4D01-B25F-BF627454FF85}"/>
                </a:ext>
              </a:extLst>
            </p:cNvPr>
            <p:cNvSpPr/>
            <p:nvPr/>
          </p:nvSpPr>
          <p:spPr>
            <a:xfrm>
              <a:off x="964833" y="588086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0" name="Hexagon 959">
              <a:extLst>
                <a:ext uri="{FF2B5EF4-FFF2-40B4-BE49-F238E27FC236}">
                  <a16:creationId xmlns:a16="http://schemas.microsoft.com/office/drawing/2014/main" id="{95538A51-1528-4954-BA40-29F6A53CB617}"/>
                </a:ext>
              </a:extLst>
            </p:cNvPr>
            <p:cNvSpPr/>
            <p:nvPr/>
          </p:nvSpPr>
          <p:spPr>
            <a:xfrm>
              <a:off x="814993" y="58204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1" name="Hexagon 960">
              <a:extLst>
                <a:ext uri="{FF2B5EF4-FFF2-40B4-BE49-F238E27FC236}">
                  <a16:creationId xmlns:a16="http://schemas.microsoft.com/office/drawing/2014/main" id="{AC2097B3-121A-4561-A215-5C613F9A6082}"/>
                </a:ext>
              </a:extLst>
            </p:cNvPr>
            <p:cNvSpPr/>
            <p:nvPr/>
          </p:nvSpPr>
          <p:spPr>
            <a:xfrm>
              <a:off x="811897" y="594398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2" name="Hexagon 961">
              <a:extLst>
                <a:ext uri="{FF2B5EF4-FFF2-40B4-BE49-F238E27FC236}">
                  <a16:creationId xmlns:a16="http://schemas.microsoft.com/office/drawing/2014/main" id="{698187C4-1517-4D89-B8B8-1C063702928A}"/>
                </a:ext>
              </a:extLst>
            </p:cNvPr>
            <p:cNvSpPr/>
            <p:nvPr/>
          </p:nvSpPr>
          <p:spPr>
            <a:xfrm>
              <a:off x="812367" y="569938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3" name="Hexagon 962">
              <a:extLst>
                <a:ext uri="{FF2B5EF4-FFF2-40B4-BE49-F238E27FC236}">
                  <a16:creationId xmlns:a16="http://schemas.microsoft.com/office/drawing/2014/main" id="{D9B71BDC-94AE-4BCF-8F35-60D86733E849}"/>
                </a:ext>
              </a:extLst>
            </p:cNvPr>
            <p:cNvSpPr/>
            <p:nvPr/>
          </p:nvSpPr>
          <p:spPr>
            <a:xfrm>
              <a:off x="659615" y="563891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4" name="Hexagon 963">
              <a:extLst>
                <a:ext uri="{FF2B5EF4-FFF2-40B4-BE49-F238E27FC236}">
                  <a16:creationId xmlns:a16="http://schemas.microsoft.com/office/drawing/2014/main" id="{C3CECB16-750A-4D1A-A30F-74CD7BBAE045}"/>
                </a:ext>
              </a:extLst>
            </p:cNvPr>
            <p:cNvSpPr/>
            <p:nvPr/>
          </p:nvSpPr>
          <p:spPr>
            <a:xfrm>
              <a:off x="1577008" y="670739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5" name="Hexagon 964">
              <a:extLst>
                <a:ext uri="{FF2B5EF4-FFF2-40B4-BE49-F238E27FC236}">
                  <a16:creationId xmlns:a16="http://schemas.microsoft.com/office/drawing/2014/main" id="{F2F0BC30-449F-4316-8EC1-EFF8E8469A60}"/>
                </a:ext>
              </a:extLst>
            </p:cNvPr>
            <p:cNvSpPr/>
            <p:nvPr/>
          </p:nvSpPr>
          <p:spPr>
            <a:xfrm>
              <a:off x="1274243" y="588594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6" name="Hexagon 965">
              <a:extLst>
                <a:ext uri="{FF2B5EF4-FFF2-40B4-BE49-F238E27FC236}">
                  <a16:creationId xmlns:a16="http://schemas.microsoft.com/office/drawing/2014/main" id="{43DC5D3B-A055-4840-BBB7-ECBD7BF7EE75}"/>
                </a:ext>
              </a:extLst>
            </p:cNvPr>
            <p:cNvSpPr/>
            <p:nvPr/>
          </p:nvSpPr>
          <p:spPr>
            <a:xfrm>
              <a:off x="1119040" y="582290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7" name="Hexagon 966">
              <a:extLst>
                <a:ext uri="{FF2B5EF4-FFF2-40B4-BE49-F238E27FC236}">
                  <a16:creationId xmlns:a16="http://schemas.microsoft.com/office/drawing/2014/main" id="{51E22068-B9BB-4937-BC2D-0F1DEBF57ADA}"/>
                </a:ext>
              </a:extLst>
            </p:cNvPr>
            <p:cNvSpPr/>
            <p:nvPr/>
          </p:nvSpPr>
          <p:spPr>
            <a:xfrm>
              <a:off x="1420005" y="59421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8" name="Hexagon 967">
              <a:extLst>
                <a:ext uri="{FF2B5EF4-FFF2-40B4-BE49-F238E27FC236}">
                  <a16:creationId xmlns:a16="http://schemas.microsoft.com/office/drawing/2014/main" id="{0DFCF270-3085-4D87-BA1F-CF624F75B5D3}"/>
                </a:ext>
              </a:extLst>
            </p:cNvPr>
            <p:cNvSpPr/>
            <p:nvPr/>
          </p:nvSpPr>
          <p:spPr>
            <a:xfrm>
              <a:off x="1575453" y="564445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9" name="Hexagon 968">
              <a:extLst>
                <a:ext uri="{FF2B5EF4-FFF2-40B4-BE49-F238E27FC236}">
                  <a16:creationId xmlns:a16="http://schemas.microsoft.com/office/drawing/2014/main" id="{77FE8132-C760-4DB5-A7AD-228C82D184A6}"/>
                </a:ext>
              </a:extLst>
            </p:cNvPr>
            <p:cNvSpPr/>
            <p:nvPr/>
          </p:nvSpPr>
          <p:spPr>
            <a:xfrm>
              <a:off x="1575996" y="576058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0" name="Hexagon 969">
              <a:extLst>
                <a:ext uri="{FF2B5EF4-FFF2-40B4-BE49-F238E27FC236}">
                  <a16:creationId xmlns:a16="http://schemas.microsoft.com/office/drawing/2014/main" id="{2C2E540F-50A9-4A11-9443-73B406E06F50}"/>
                </a:ext>
              </a:extLst>
            </p:cNvPr>
            <p:cNvSpPr/>
            <p:nvPr/>
          </p:nvSpPr>
          <p:spPr>
            <a:xfrm>
              <a:off x="1422917" y="557900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1" name="Hexagon 970">
              <a:extLst>
                <a:ext uri="{FF2B5EF4-FFF2-40B4-BE49-F238E27FC236}">
                  <a16:creationId xmlns:a16="http://schemas.microsoft.com/office/drawing/2014/main" id="{D361D208-5DD8-422E-B68A-CE819905CA0F}"/>
                </a:ext>
              </a:extLst>
            </p:cNvPr>
            <p:cNvSpPr/>
            <p:nvPr/>
          </p:nvSpPr>
          <p:spPr>
            <a:xfrm>
              <a:off x="1573369" y="587921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2" name="Hexagon 971">
              <a:extLst>
                <a:ext uri="{FF2B5EF4-FFF2-40B4-BE49-F238E27FC236}">
                  <a16:creationId xmlns:a16="http://schemas.microsoft.com/office/drawing/2014/main" id="{BD29A204-1D2C-47FC-8078-536BCF21EA65}"/>
                </a:ext>
              </a:extLst>
            </p:cNvPr>
            <p:cNvSpPr/>
            <p:nvPr/>
          </p:nvSpPr>
          <p:spPr>
            <a:xfrm>
              <a:off x="1425635" y="582253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3" name="Hexagon 972">
              <a:extLst>
                <a:ext uri="{FF2B5EF4-FFF2-40B4-BE49-F238E27FC236}">
                  <a16:creationId xmlns:a16="http://schemas.microsoft.com/office/drawing/2014/main" id="{34B44F29-DBCA-40B3-8668-8002CBE7F19D}"/>
                </a:ext>
              </a:extLst>
            </p:cNvPr>
            <p:cNvSpPr/>
            <p:nvPr/>
          </p:nvSpPr>
          <p:spPr>
            <a:xfrm>
              <a:off x="1272634" y="576365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4" name="Hexagon 973">
              <a:extLst>
                <a:ext uri="{FF2B5EF4-FFF2-40B4-BE49-F238E27FC236}">
                  <a16:creationId xmlns:a16="http://schemas.microsoft.com/office/drawing/2014/main" id="{A30B595F-E411-464C-8F60-F9C80A854C0A}"/>
                </a:ext>
              </a:extLst>
            </p:cNvPr>
            <p:cNvSpPr/>
            <p:nvPr/>
          </p:nvSpPr>
          <p:spPr>
            <a:xfrm>
              <a:off x="1270305" y="564193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5" name="Hexagon 974">
              <a:extLst>
                <a:ext uri="{FF2B5EF4-FFF2-40B4-BE49-F238E27FC236}">
                  <a16:creationId xmlns:a16="http://schemas.microsoft.com/office/drawing/2014/main" id="{2E9BE578-599A-4E68-97C6-3834A1933633}"/>
                </a:ext>
              </a:extLst>
            </p:cNvPr>
            <p:cNvSpPr/>
            <p:nvPr/>
          </p:nvSpPr>
          <p:spPr>
            <a:xfrm>
              <a:off x="1569631" y="552160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6" name="Hexagon 975">
              <a:extLst>
                <a:ext uri="{FF2B5EF4-FFF2-40B4-BE49-F238E27FC236}">
                  <a16:creationId xmlns:a16="http://schemas.microsoft.com/office/drawing/2014/main" id="{9E3BE177-F2D6-4F6B-AF54-D875A20CB36B}"/>
                </a:ext>
              </a:extLst>
            </p:cNvPr>
            <p:cNvSpPr/>
            <p:nvPr/>
          </p:nvSpPr>
          <p:spPr>
            <a:xfrm>
              <a:off x="1419949" y="546425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7" name="Hexagon 976">
              <a:extLst>
                <a:ext uri="{FF2B5EF4-FFF2-40B4-BE49-F238E27FC236}">
                  <a16:creationId xmlns:a16="http://schemas.microsoft.com/office/drawing/2014/main" id="{4B91658D-511E-453D-960C-D684DEAAF407}"/>
                </a:ext>
              </a:extLst>
            </p:cNvPr>
            <p:cNvSpPr/>
            <p:nvPr/>
          </p:nvSpPr>
          <p:spPr>
            <a:xfrm>
              <a:off x="1724318" y="545988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8" name="Hexagon 977">
              <a:extLst>
                <a:ext uri="{FF2B5EF4-FFF2-40B4-BE49-F238E27FC236}">
                  <a16:creationId xmlns:a16="http://schemas.microsoft.com/office/drawing/2014/main" id="{6504ABFB-BB7D-4604-88F4-72A8EAD4FB95}"/>
                </a:ext>
              </a:extLst>
            </p:cNvPr>
            <p:cNvSpPr/>
            <p:nvPr/>
          </p:nvSpPr>
          <p:spPr>
            <a:xfrm>
              <a:off x="1724806" y="558023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9" name="Hexagon 978">
              <a:extLst>
                <a:ext uri="{FF2B5EF4-FFF2-40B4-BE49-F238E27FC236}">
                  <a16:creationId xmlns:a16="http://schemas.microsoft.com/office/drawing/2014/main" id="{35446F51-1AB2-4354-AC31-DA61F0F88A67}"/>
                </a:ext>
              </a:extLst>
            </p:cNvPr>
            <p:cNvSpPr/>
            <p:nvPr/>
          </p:nvSpPr>
          <p:spPr>
            <a:xfrm>
              <a:off x="663284" y="445506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0" name="Hexagon 979">
              <a:extLst>
                <a:ext uri="{FF2B5EF4-FFF2-40B4-BE49-F238E27FC236}">
                  <a16:creationId xmlns:a16="http://schemas.microsoft.com/office/drawing/2014/main" id="{F2E94E4F-6E20-41EF-A22D-FF483CB0D75D}"/>
                </a:ext>
              </a:extLst>
            </p:cNvPr>
            <p:cNvSpPr/>
            <p:nvPr/>
          </p:nvSpPr>
          <p:spPr>
            <a:xfrm>
              <a:off x="663284" y="457336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1" name="Hexagon 980">
              <a:extLst>
                <a:ext uri="{FF2B5EF4-FFF2-40B4-BE49-F238E27FC236}">
                  <a16:creationId xmlns:a16="http://schemas.microsoft.com/office/drawing/2014/main" id="{796439D6-3A04-4808-B18E-E3A8FD5E1D07}"/>
                </a:ext>
              </a:extLst>
            </p:cNvPr>
            <p:cNvSpPr/>
            <p:nvPr/>
          </p:nvSpPr>
          <p:spPr>
            <a:xfrm>
              <a:off x="810922" y="451302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2" name="Hexagon 981">
              <a:extLst>
                <a:ext uri="{FF2B5EF4-FFF2-40B4-BE49-F238E27FC236}">
                  <a16:creationId xmlns:a16="http://schemas.microsoft.com/office/drawing/2014/main" id="{581B9420-F76B-4456-946D-30E4487B8795}"/>
                </a:ext>
              </a:extLst>
            </p:cNvPr>
            <p:cNvSpPr/>
            <p:nvPr/>
          </p:nvSpPr>
          <p:spPr>
            <a:xfrm>
              <a:off x="958560" y="445506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3" name="Hexagon 982">
              <a:extLst>
                <a:ext uri="{FF2B5EF4-FFF2-40B4-BE49-F238E27FC236}">
                  <a16:creationId xmlns:a16="http://schemas.microsoft.com/office/drawing/2014/main" id="{6E584BAC-FA1E-45AF-BA36-6F8E1DBFCD83}"/>
                </a:ext>
              </a:extLst>
            </p:cNvPr>
            <p:cNvSpPr/>
            <p:nvPr/>
          </p:nvSpPr>
          <p:spPr>
            <a:xfrm>
              <a:off x="810922" y="439281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4" name="Hexagon 983">
              <a:extLst>
                <a:ext uri="{FF2B5EF4-FFF2-40B4-BE49-F238E27FC236}">
                  <a16:creationId xmlns:a16="http://schemas.microsoft.com/office/drawing/2014/main" id="{F551253B-D07F-4D87-B915-E4CF7693A7F9}"/>
                </a:ext>
              </a:extLst>
            </p:cNvPr>
            <p:cNvSpPr/>
            <p:nvPr/>
          </p:nvSpPr>
          <p:spPr>
            <a:xfrm>
              <a:off x="513264" y="451302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5" name="Hexagon 984">
              <a:extLst>
                <a:ext uri="{FF2B5EF4-FFF2-40B4-BE49-F238E27FC236}">
                  <a16:creationId xmlns:a16="http://schemas.microsoft.com/office/drawing/2014/main" id="{C7F55BC7-5C36-4E95-AB14-E17A1F9465EA}"/>
                </a:ext>
              </a:extLst>
            </p:cNvPr>
            <p:cNvSpPr/>
            <p:nvPr/>
          </p:nvSpPr>
          <p:spPr>
            <a:xfrm>
              <a:off x="1111728" y="451740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6" name="Hexagon 985">
              <a:extLst>
                <a:ext uri="{FF2B5EF4-FFF2-40B4-BE49-F238E27FC236}">
                  <a16:creationId xmlns:a16="http://schemas.microsoft.com/office/drawing/2014/main" id="{810C385D-3045-4430-94B7-8EF3E761040A}"/>
                </a:ext>
              </a:extLst>
            </p:cNvPr>
            <p:cNvSpPr/>
            <p:nvPr/>
          </p:nvSpPr>
          <p:spPr>
            <a:xfrm>
              <a:off x="1111728" y="463332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7" name="Hexagon 986">
              <a:extLst>
                <a:ext uri="{FF2B5EF4-FFF2-40B4-BE49-F238E27FC236}">
                  <a16:creationId xmlns:a16="http://schemas.microsoft.com/office/drawing/2014/main" id="{866D8FE8-C668-44C4-8438-B3EFA857D951}"/>
                </a:ext>
              </a:extLst>
            </p:cNvPr>
            <p:cNvSpPr/>
            <p:nvPr/>
          </p:nvSpPr>
          <p:spPr>
            <a:xfrm>
              <a:off x="1264129" y="457536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8" name="Hexagon 987">
              <a:extLst>
                <a:ext uri="{FF2B5EF4-FFF2-40B4-BE49-F238E27FC236}">
                  <a16:creationId xmlns:a16="http://schemas.microsoft.com/office/drawing/2014/main" id="{419F61A5-7F88-459D-8D76-E97625001769}"/>
                </a:ext>
              </a:extLst>
            </p:cNvPr>
            <p:cNvSpPr/>
            <p:nvPr/>
          </p:nvSpPr>
          <p:spPr>
            <a:xfrm>
              <a:off x="1416529" y="451264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9" name="Hexagon 988">
              <a:extLst>
                <a:ext uri="{FF2B5EF4-FFF2-40B4-BE49-F238E27FC236}">
                  <a16:creationId xmlns:a16="http://schemas.microsoft.com/office/drawing/2014/main" id="{44957B33-2D7B-4864-8BC1-D19B8955A8A6}"/>
                </a:ext>
              </a:extLst>
            </p:cNvPr>
            <p:cNvSpPr/>
            <p:nvPr/>
          </p:nvSpPr>
          <p:spPr>
            <a:xfrm>
              <a:off x="1264129" y="445515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90" name="Hexagon 989">
              <a:extLst>
                <a:ext uri="{FF2B5EF4-FFF2-40B4-BE49-F238E27FC236}">
                  <a16:creationId xmlns:a16="http://schemas.microsoft.com/office/drawing/2014/main" id="{B796AEDC-FD81-42C2-B736-7D254C2304FB}"/>
                </a:ext>
              </a:extLst>
            </p:cNvPr>
            <p:cNvSpPr/>
            <p:nvPr/>
          </p:nvSpPr>
          <p:spPr>
            <a:xfrm>
              <a:off x="964090" y="457536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91" name="Hexagon 990">
              <a:extLst>
                <a:ext uri="{FF2B5EF4-FFF2-40B4-BE49-F238E27FC236}">
                  <a16:creationId xmlns:a16="http://schemas.microsoft.com/office/drawing/2014/main" id="{63814DFB-77EB-486E-9561-73884BBBDF67}"/>
                </a:ext>
              </a:extLst>
            </p:cNvPr>
            <p:cNvSpPr/>
            <p:nvPr/>
          </p:nvSpPr>
          <p:spPr>
            <a:xfrm>
              <a:off x="1414818" y="427380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92" name="Hexagon 991">
              <a:extLst>
                <a:ext uri="{FF2B5EF4-FFF2-40B4-BE49-F238E27FC236}">
                  <a16:creationId xmlns:a16="http://schemas.microsoft.com/office/drawing/2014/main" id="{1747813D-1BF8-48A6-98DB-1CB2F6C58710}"/>
                </a:ext>
              </a:extLst>
            </p:cNvPr>
            <p:cNvSpPr/>
            <p:nvPr/>
          </p:nvSpPr>
          <p:spPr>
            <a:xfrm>
              <a:off x="1417957" y="439209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93" name="Hexagon 992">
              <a:extLst>
                <a:ext uri="{FF2B5EF4-FFF2-40B4-BE49-F238E27FC236}">
                  <a16:creationId xmlns:a16="http://schemas.microsoft.com/office/drawing/2014/main" id="{AEAA252D-BE04-47C5-AF5E-EF227D86220D}"/>
                </a:ext>
              </a:extLst>
            </p:cNvPr>
            <p:cNvSpPr/>
            <p:nvPr/>
          </p:nvSpPr>
          <p:spPr>
            <a:xfrm>
              <a:off x="1567109" y="433414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94" name="Hexagon 993">
              <a:extLst>
                <a:ext uri="{FF2B5EF4-FFF2-40B4-BE49-F238E27FC236}">
                  <a16:creationId xmlns:a16="http://schemas.microsoft.com/office/drawing/2014/main" id="{BB8DBF0F-B2A2-4BE8-B5B7-F544277E8090}"/>
                </a:ext>
              </a:extLst>
            </p:cNvPr>
            <p:cNvSpPr/>
            <p:nvPr/>
          </p:nvSpPr>
          <p:spPr>
            <a:xfrm>
              <a:off x="1720376" y="427618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95" name="Hexagon 994">
              <a:extLst>
                <a:ext uri="{FF2B5EF4-FFF2-40B4-BE49-F238E27FC236}">
                  <a16:creationId xmlns:a16="http://schemas.microsoft.com/office/drawing/2014/main" id="{E0F72D47-C63A-4422-84CB-879D80DDFF3A}"/>
                </a:ext>
              </a:extLst>
            </p:cNvPr>
            <p:cNvSpPr/>
            <p:nvPr/>
          </p:nvSpPr>
          <p:spPr>
            <a:xfrm>
              <a:off x="1567976" y="421393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96" name="Hexagon 995">
              <a:extLst>
                <a:ext uri="{FF2B5EF4-FFF2-40B4-BE49-F238E27FC236}">
                  <a16:creationId xmlns:a16="http://schemas.microsoft.com/office/drawing/2014/main" id="{2FA3A493-A62F-47CB-959C-26B5A7DB45BC}"/>
                </a:ext>
              </a:extLst>
            </p:cNvPr>
            <p:cNvSpPr/>
            <p:nvPr/>
          </p:nvSpPr>
          <p:spPr>
            <a:xfrm>
              <a:off x="1263932" y="433176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97" name="Hexagon 996">
              <a:extLst>
                <a:ext uri="{FF2B5EF4-FFF2-40B4-BE49-F238E27FC236}">
                  <a16:creationId xmlns:a16="http://schemas.microsoft.com/office/drawing/2014/main" id="{7437D919-69F9-49F8-AC25-258908C35C4E}"/>
                </a:ext>
              </a:extLst>
            </p:cNvPr>
            <p:cNvSpPr/>
            <p:nvPr/>
          </p:nvSpPr>
          <p:spPr>
            <a:xfrm>
              <a:off x="1876421" y="40984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98" name="Hexagon 997">
              <a:extLst>
                <a:ext uri="{FF2B5EF4-FFF2-40B4-BE49-F238E27FC236}">
                  <a16:creationId xmlns:a16="http://schemas.microsoft.com/office/drawing/2014/main" id="{714AB2BA-E352-4178-B092-951CBD867FA7}"/>
                </a:ext>
              </a:extLst>
            </p:cNvPr>
            <p:cNvSpPr/>
            <p:nvPr/>
          </p:nvSpPr>
          <p:spPr>
            <a:xfrm>
              <a:off x="1876421" y="421679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99" name="Hexagon 998">
              <a:extLst>
                <a:ext uri="{FF2B5EF4-FFF2-40B4-BE49-F238E27FC236}">
                  <a16:creationId xmlns:a16="http://schemas.microsoft.com/office/drawing/2014/main" id="{4FC1A527-80EC-4C82-8656-EBDBFF507DA5}"/>
                </a:ext>
              </a:extLst>
            </p:cNvPr>
            <p:cNvSpPr/>
            <p:nvPr/>
          </p:nvSpPr>
          <p:spPr>
            <a:xfrm>
              <a:off x="2024058" y="415883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0" name="Hexagon 999">
              <a:extLst>
                <a:ext uri="{FF2B5EF4-FFF2-40B4-BE49-F238E27FC236}">
                  <a16:creationId xmlns:a16="http://schemas.microsoft.com/office/drawing/2014/main" id="{7DCDED56-0BA5-4104-B878-09E01D611436}"/>
                </a:ext>
              </a:extLst>
            </p:cNvPr>
            <p:cNvSpPr/>
            <p:nvPr/>
          </p:nvSpPr>
          <p:spPr>
            <a:xfrm>
              <a:off x="2174078" y="410087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1" name="Hexagon 1000">
              <a:extLst>
                <a:ext uri="{FF2B5EF4-FFF2-40B4-BE49-F238E27FC236}">
                  <a16:creationId xmlns:a16="http://schemas.microsoft.com/office/drawing/2014/main" id="{22AD61FC-053E-416B-8D9D-CA5A5A6FE970}"/>
                </a:ext>
              </a:extLst>
            </p:cNvPr>
            <p:cNvSpPr/>
            <p:nvPr/>
          </p:nvSpPr>
          <p:spPr>
            <a:xfrm>
              <a:off x="2026440" y="403624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2" name="Hexagon 1001">
              <a:extLst>
                <a:ext uri="{FF2B5EF4-FFF2-40B4-BE49-F238E27FC236}">
                  <a16:creationId xmlns:a16="http://schemas.microsoft.com/office/drawing/2014/main" id="{55DF52A9-4EE3-4A54-A018-5C45F5853450}"/>
                </a:ext>
              </a:extLst>
            </p:cNvPr>
            <p:cNvSpPr/>
            <p:nvPr/>
          </p:nvSpPr>
          <p:spPr>
            <a:xfrm>
              <a:off x="1724778" y="415645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3" name="Hexagon 1002">
              <a:extLst>
                <a:ext uri="{FF2B5EF4-FFF2-40B4-BE49-F238E27FC236}">
                  <a16:creationId xmlns:a16="http://schemas.microsoft.com/office/drawing/2014/main" id="{861A8EE3-9D0C-4214-8126-5534C7B0DE36}"/>
                </a:ext>
              </a:extLst>
            </p:cNvPr>
            <p:cNvSpPr/>
            <p:nvPr/>
          </p:nvSpPr>
          <p:spPr>
            <a:xfrm>
              <a:off x="2178526" y="421944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4" name="Hexagon 1003">
              <a:extLst>
                <a:ext uri="{FF2B5EF4-FFF2-40B4-BE49-F238E27FC236}">
                  <a16:creationId xmlns:a16="http://schemas.microsoft.com/office/drawing/2014/main" id="{93353183-E787-4F79-A9F3-2A0776D8792C}"/>
                </a:ext>
              </a:extLst>
            </p:cNvPr>
            <p:cNvSpPr/>
            <p:nvPr/>
          </p:nvSpPr>
          <p:spPr>
            <a:xfrm>
              <a:off x="2180907" y="434011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5" name="Hexagon 1004">
              <a:extLst>
                <a:ext uri="{FF2B5EF4-FFF2-40B4-BE49-F238E27FC236}">
                  <a16:creationId xmlns:a16="http://schemas.microsoft.com/office/drawing/2014/main" id="{C226E3F3-A418-424E-82C4-8909B85DEEA1}"/>
                </a:ext>
              </a:extLst>
            </p:cNvPr>
            <p:cNvSpPr/>
            <p:nvPr/>
          </p:nvSpPr>
          <p:spPr>
            <a:xfrm>
              <a:off x="2333957" y="427815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6" name="Hexagon 1005">
              <a:extLst>
                <a:ext uri="{FF2B5EF4-FFF2-40B4-BE49-F238E27FC236}">
                  <a16:creationId xmlns:a16="http://schemas.microsoft.com/office/drawing/2014/main" id="{45AB9951-18D9-4025-9F52-2DD445DA6A7F}"/>
                </a:ext>
              </a:extLst>
            </p:cNvPr>
            <p:cNvSpPr/>
            <p:nvPr/>
          </p:nvSpPr>
          <p:spPr>
            <a:xfrm>
              <a:off x="2482352" y="421944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7" name="Hexagon 1006">
              <a:extLst>
                <a:ext uri="{FF2B5EF4-FFF2-40B4-BE49-F238E27FC236}">
                  <a16:creationId xmlns:a16="http://schemas.microsoft.com/office/drawing/2014/main" id="{0060A899-2C72-44D5-8E01-EB36B9D6EFFA}"/>
                </a:ext>
              </a:extLst>
            </p:cNvPr>
            <p:cNvSpPr/>
            <p:nvPr/>
          </p:nvSpPr>
          <p:spPr>
            <a:xfrm>
              <a:off x="2329086" y="4156431"/>
              <a:ext cx="203225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8" name="Hexagon 1007">
              <a:extLst>
                <a:ext uri="{FF2B5EF4-FFF2-40B4-BE49-F238E27FC236}">
                  <a16:creationId xmlns:a16="http://schemas.microsoft.com/office/drawing/2014/main" id="{96589DD3-A40F-4B89-9C36-9CEE16E3C879}"/>
                </a:ext>
              </a:extLst>
            </p:cNvPr>
            <p:cNvSpPr/>
            <p:nvPr/>
          </p:nvSpPr>
          <p:spPr>
            <a:xfrm>
              <a:off x="2027748" y="427978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9" name="Hexagon 1008">
              <a:extLst>
                <a:ext uri="{FF2B5EF4-FFF2-40B4-BE49-F238E27FC236}">
                  <a16:creationId xmlns:a16="http://schemas.microsoft.com/office/drawing/2014/main" id="{2CAAE777-C121-45AA-A2F9-90BD899D589E}"/>
                </a:ext>
              </a:extLst>
            </p:cNvPr>
            <p:cNvSpPr/>
            <p:nvPr/>
          </p:nvSpPr>
          <p:spPr>
            <a:xfrm>
              <a:off x="2638105" y="404048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10" name="Hexagon 1009">
              <a:extLst>
                <a:ext uri="{FF2B5EF4-FFF2-40B4-BE49-F238E27FC236}">
                  <a16:creationId xmlns:a16="http://schemas.microsoft.com/office/drawing/2014/main" id="{CD8BE0F0-AC82-416A-8692-A9CDF7632485}"/>
                </a:ext>
              </a:extLst>
            </p:cNvPr>
            <p:cNvSpPr/>
            <p:nvPr/>
          </p:nvSpPr>
          <p:spPr>
            <a:xfrm>
              <a:off x="2638105" y="416115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11" name="Hexagon 1010">
              <a:extLst>
                <a:ext uri="{FF2B5EF4-FFF2-40B4-BE49-F238E27FC236}">
                  <a16:creationId xmlns:a16="http://schemas.microsoft.com/office/drawing/2014/main" id="{A23C8215-6D43-4571-9759-C84E3FA7BC3E}"/>
                </a:ext>
              </a:extLst>
            </p:cNvPr>
            <p:cNvSpPr/>
            <p:nvPr/>
          </p:nvSpPr>
          <p:spPr>
            <a:xfrm>
              <a:off x="2788125" y="410081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12" name="Hexagon 1011">
              <a:extLst>
                <a:ext uri="{FF2B5EF4-FFF2-40B4-BE49-F238E27FC236}">
                  <a16:creationId xmlns:a16="http://schemas.microsoft.com/office/drawing/2014/main" id="{5BF8F820-C025-4AD8-A625-E4E20EDC92E8}"/>
                </a:ext>
              </a:extLst>
            </p:cNvPr>
            <p:cNvSpPr/>
            <p:nvPr/>
          </p:nvSpPr>
          <p:spPr>
            <a:xfrm>
              <a:off x="2945287" y="404048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13" name="Hexagon 1012">
              <a:extLst>
                <a:ext uri="{FF2B5EF4-FFF2-40B4-BE49-F238E27FC236}">
                  <a16:creationId xmlns:a16="http://schemas.microsoft.com/office/drawing/2014/main" id="{6BCF4938-E863-423B-9DCB-3DFF3E992B44}"/>
                </a:ext>
              </a:extLst>
            </p:cNvPr>
            <p:cNvSpPr/>
            <p:nvPr/>
          </p:nvSpPr>
          <p:spPr>
            <a:xfrm>
              <a:off x="2790290" y="397801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14" name="Hexagon 1013">
              <a:extLst>
                <a:ext uri="{FF2B5EF4-FFF2-40B4-BE49-F238E27FC236}">
                  <a16:creationId xmlns:a16="http://schemas.microsoft.com/office/drawing/2014/main" id="{2C0BD6A3-CE1B-434B-ACA1-973D9B140689}"/>
                </a:ext>
              </a:extLst>
            </p:cNvPr>
            <p:cNvSpPr/>
            <p:nvPr/>
          </p:nvSpPr>
          <p:spPr>
            <a:xfrm>
              <a:off x="2488086" y="410081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15" name="Hexagon 1014">
              <a:extLst>
                <a:ext uri="{FF2B5EF4-FFF2-40B4-BE49-F238E27FC236}">
                  <a16:creationId xmlns:a16="http://schemas.microsoft.com/office/drawing/2014/main" id="{34718A87-BF41-4E20-840A-2C94C2E116DE}"/>
                </a:ext>
              </a:extLst>
            </p:cNvPr>
            <p:cNvSpPr/>
            <p:nvPr/>
          </p:nvSpPr>
          <p:spPr>
            <a:xfrm>
              <a:off x="2792189" y="421835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16" name="Hexagon 1015">
              <a:extLst>
                <a:ext uri="{FF2B5EF4-FFF2-40B4-BE49-F238E27FC236}">
                  <a16:creationId xmlns:a16="http://schemas.microsoft.com/office/drawing/2014/main" id="{66FC178D-4825-4582-909E-AF0FD2CC9519}"/>
                </a:ext>
              </a:extLst>
            </p:cNvPr>
            <p:cNvSpPr/>
            <p:nvPr/>
          </p:nvSpPr>
          <p:spPr>
            <a:xfrm>
              <a:off x="2792189" y="433902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17" name="Hexagon 1016">
              <a:extLst>
                <a:ext uri="{FF2B5EF4-FFF2-40B4-BE49-F238E27FC236}">
                  <a16:creationId xmlns:a16="http://schemas.microsoft.com/office/drawing/2014/main" id="{74E34483-743F-478E-94AC-36B17EF1AE04}"/>
                </a:ext>
              </a:extLst>
            </p:cNvPr>
            <p:cNvSpPr/>
            <p:nvPr/>
          </p:nvSpPr>
          <p:spPr>
            <a:xfrm>
              <a:off x="2944589" y="427869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18" name="Hexagon 1017">
              <a:extLst>
                <a:ext uri="{FF2B5EF4-FFF2-40B4-BE49-F238E27FC236}">
                  <a16:creationId xmlns:a16="http://schemas.microsoft.com/office/drawing/2014/main" id="{3AC36296-D09D-4EFB-A468-ABA30E44AA6B}"/>
                </a:ext>
              </a:extLst>
            </p:cNvPr>
            <p:cNvSpPr/>
            <p:nvPr/>
          </p:nvSpPr>
          <p:spPr>
            <a:xfrm>
              <a:off x="3096990" y="421835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19" name="Hexagon 1018">
              <a:extLst>
                <a:ext uri="{FF2B5EF4-FFF2-40B4-BE49-F238E27FC236}">
                  <a16:creationId xmlns:a16="http://schemas.microsoft.com/office/drawing/2014/main" id="{CF8E80E6-C9C6-4D5B-B6E2-366FFDF4962A}"/>
                </a:ext>
              </a:extLst>
            </p:cNvPr>
            <p:cNvSpPr/>
            <p:nvPr/>
          </p:nvSpPr>
          <p:spPr>
            <a:xfrm>
              <a:off x="2944589" y="415588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0" name="Hexagon 1019">
              <a:extLst>
                <a:ext uri="{FF2B5EF4-FFF2-40B4-BE49-F238E27FC236}">
                  <a16:creationId xmlns:a16="http://schemas.microsoft.com/office/drawing/2014/main" id="{B6CF24F1-FCA0-4F25-9E5A-419343915F83}"/>
                </a:ext>
              </a:extLst>
            </p:cNvPr>
            <p:cNvSpPr/>
            <p:nvPr/>
          </p:nvSpPr>
          <p:spPr>
            <a:xfrm>
              <a:off x="2639571" y="427847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1" name="Hexagon 1020">
              <a:extLst>
                <a:ext uri="{FF2B5EF4-FFF2-40B4-BE49-F238E27FC236}">
                  <a16:creationId xmlns:a16="http://schemas.microsoft.com/office/drawing/2014/main" id="{CF5385C4-AEAF-4D4B-AFCF-0237B9AFC926}"/>
                </a:ext>
              </a:extLst>
            </p:cNvPr>
            <p:cNvSpPr/>
            <p:nvPr/>
          </p:nvSpPr>
          <p:spPr>
            <a:xfrm>
              <a:off x="2483667" y="4452573"/>
              <a:ext cx="207755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2" name="Hexagon 1021">
              <a:extLst>
                <a:ext uri="{FF2B5EF4-FFF2-40B4-BE49-F238E27FC236}">
                  <a16:creationId xmlns:a16="http://schemas.microsoft.com/office/drawing/2014/main" id="{2B0284C4-4961-47BC-8432-365EF90C8596}"/>
                </a:ext>
              </a:extLst>
            </p:cNvPr>
            <p:cNvSpPr/>
            <p:nvPr/>
          </p:nvSpPr>
          <p:spPr>
            <a:xfrm>
              <a:off x="2496872" y="457465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3" name="Hexagon 1022">
              <a:extLst>
                <a:ext uri="{FF2B5EF4-FFF2-40B4-BE49-F238E27FC236}">
                  <a16:creationId xmlns:a16="http://schemas.microsoft.com/office/drawing/2014/main" id="{D8750E6A-73FE-48CB-A35D-9FD055A77DC0}"/>
                </a:ext>
              </a:extLst>
            </p:cNvPr>
            <p:cNvSpPr/>
            <p:nvPr/>
          </p:nvSpPr>
          <p:spPr>
            <a:xfrm>
              <a:off x="2646891" y="451431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4" name="Hexagon 1023">
              <a:extLst>
                <a:ext uri="{FF2B5EF4-FFF2-40B4-BE49-F238E27FC236}">
                  <a16:creationId xmlns:a16="http://schemas.microsoft.com/office/drawing/2014/main" id="{2CFF3867-762A-4D75-8073-BCB2D4D5E173}"/>
                </a:ext>
              </a:extLst>
            </p:cNvPr>
            <p:cNvSpPr/>
            <p:nvPr/>
          </p:nvSpPr>
          <p:spPr>
            <a:xfrm>
              <a:off x="2798426" y="445398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5" name="Hexagon 1024">
              <a:extLst>
                <a:ext uri="{FF2B5EF4-FFF2-40B4-BE49-F238E27FC236}">
                  <a16:creationId xmlns:a16="http://schemas.microsoft.com/office/drawing/2014/main" id="{EB857E57-CEBB-4B4F-B600-3C650F01B4F1}"/>
                </a:ext>
              </a:extLst>
            </p:cNvPr>
            <p:cNvSpPr/>
            <p:nvPr/>
          </p:nvSpPr>
          <p:spPr>
            <a:xfrm>
              <a:off x="2645267" y="439573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6" name="Hexagon 1025">
              <a:extLst>
                <a:ext uri="{FF2B5EF4-FFF2-40B4-BE49-F238E27FC236}">
                  <a16:creationId xmlns:a16="http://schemas.microsoft.com/office/drawing/2014/main" id="{B0EC0CD5-18BD-430E-91E2-428F41B3EFAA}"/>
                </a:ext>
              </a:extLst>
            </p:cNvPr>
            <p:cNvSpPr/>
            <p:nvPr/>
          </p:nvSpPr>
          <p:spPr>
            <a:xfrm>
              <a:off x="2342091" y="451431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7" name="Hexagon 1026">
              <a:extLst>
                <a:ext uri="{FF2B5EF4-FFF2-40B4-BE49-F238E27FC236}">
                  <a16:creationId xmlns:a16="http://schemas.microsoft.com/office/drawing/2014/main" id="{E3357346-32FC-4809-94FA-6E57328BE8B8}"/>
                </a:ext>
              </a:extLst>
            </p:cNvPr>
            <p:cNvSpPr/>
            <p:nvPr/>
          </p:nvSpPr>
          <p:spPr>
            <a:xfrm>
              <a:off x="1574139" y="469445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8" name="Hexagon 1027">
              <a:extLst>
                <a:ext uri="{FF2B5EF4-FFF2-40B4-BE49-F238E27FC236}">
                  <a16:creationId xmlns:a16="http://schemas.microsoft.com/office/drawing/2014/main" id="{3F6CFA71-142B-401A-941C-FBA64CF23749}"/>
                </a:ext>
              </a:extLst>
            </p:cNvPr>
            <p:cNvSpPr/>
            <p:nvPr/>
          </p:nvSpPr>
          <p:spPr>
            <a:xfrm>
              <a:off x="1574139" y="48127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9" name="Hexagon 1028">
              <a:extLst>
                <a:ext uri="{FF2B5EF4-FFF2-40B4-BE49-F238E27FC236}">
                  <a16:creationId xmlns:a16="http://schemas.microsoft.com/office/drawing/2014/main" id="{63674EA9-381A-49C0-9A22-53CE692464C3}"/>
                </a:ext>
              </a:extLst>
            </p:cNvPr>
            <p:cNvSpPr/>
            <p:nvPr/>
          </p:nvSpPr>
          <p:spPr>
            <a:xfrm>
              <a:off x="1728920" y="475240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32" name="Hexagon 1031">
              <a:extLst>
                <a:ext uri="{FF2B5EF4-FFF2-40B4-BE49-F238E27FC236}">
                  <a16:creationId xmlns:a16="http://schemas.microsoft.com/office/drawing/2014/main" id="{3FD0D331-96CE-4524-A37B-5B474D335D65}"/>
                </a:ext>
              </a:extLst>
            </p:cNvPr>
            <p:cNvSpPr/>
            <p:nvPr/>
          </p:nvSpPr>
          <p:spPr>
            <a:xfrm>
              <a:off x="1419358" y="475479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33" name="Hexagon 1032">
              <a:extLst>
                <a:ext uri="{FF2B5EF4-FFF2-40B4-BE49-F238E27FC236}">
                  <a16:creationId xmlns:a16="http://schemas.microsoft.com/office/drawing/2014/main" id="{505D52F5-63A4-4F38-94CA-4D1E907E2078}"/>
                </a:ext>
              </a:extLst>
            </p:cNvPr>
            <p:cNvSpPr/>
            <p:nvPr/>
          </p:nvSpPr>
          <p:spPr>
            <a:xfrm>
              <a:off x="2946964" y="440045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34" name="Hexagon 1033">
              <a:extLst>
                <a:ext uri="{FF2B5EF4-FFF2-40B4-BE49-F238E27FC236}">
                  <a16:creationId xmlns:a16="http://schemas.microsoft.com/office/drawing/2014/main" id="{E58040D4-99F2-4BC2-9BB3-0F35BE33F5F2}"/>
                </a:ext>
              </a:extLst>
            </p:cNvPr>
            <p:cNvSpPr/>
            <p:nvPr/>
          </p:nvSpPr>
          <p:spPr>
            <a:xfrm>
              <a:off x="2795172" y="457791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35" name="Hexagon 1034">
              <a:extLst>
                <a:ext uri="{FF2B5EF4-FFF2-40B4-BE49-F238E27FC236}">
                  <a16:creationId xmlns:a16="http://schemas.microsoft.com/office/drawing/2014/main" id="{960D4AD5-D855-42F0-8F5F-02DCACE70454}"/>
                </a:ext>
              </a:extLst>
            </p:cNvPr>
            <p:cNvSpPr/>
            <p:nvPr/>
          </p:nvSpPr>
          <p:spPr>
            <a:xfrm>
              <a:off x="2949953" y="451757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36" name="Hexagon 1035">
              <a:extLst>
                <a:ext uri="{FF2B5EF4-FFF2-40B4-BE49-F238E27FC236}">
                  <a16:creationId xmlns:a16="http://schemas.microsoft.com/office/drawing/2014/main" id="{88496AA0-9DB9-42D1-BFA8-EE9184360AF2}"/>
                </a:ext>
              </a:extLst>
            </p:cNvPr>
            <p:cNvSpPr/>
            <p:nvPr/>
          </p:nvSpPr>
          <p:spPr>
            <a:xfrm>
              <a:off x="2333527" y="439430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37" name="Hexagon 1036">
              <a:extLst>
                <a:ext uri="{FF2B5EF4-FFF2-40B4-BE49-F238E27FC236}">
                  <a16:creationId xmlns:a16="http://schemas.microsoft.com/office/drawing/2014/main" id="{B446A465-78AC-4E39-AB55-139232918F4D}"/>
                </a:ext>
              </a:extLst>
            </p:cNvPr>
            <p:cNvSpPr/>
            <p:nvPr/>
          </p:nvSpPr>
          <p:spPr>
            <a:xfrm>
              <a:off x="2188557" y="457501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38" name="Hexagon 1037">
              <a:extLst>
                <a:ext uri="{FF2B5EF4-FFF2-40B4-BE49-F238E27FC236}">
                  <a16:creationId xmlns:a16="http://schemas.microsoft.com/office/drawing/2014/main" id="{D3753E34-652D-41D5-99E9-30661BCC82CD}"/>
                </a:ext>
              </a:extLst>
            </p:cNvPr>
            <p:cNvSpPr/>
            <p:nvPr/>
          </p:nvSpPr>
          <p:spPr>
            <a:xfrm>
              <a:off x="2185202" y="445696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39" name="Hexagon 1038">
              <a:extLst>
                <a:ext uri="{FF2B5EF4-FFF2-40B4-BE49-F238E27FC236}">
                  <a16:creationId xmlns:a16="http://schemas.microsoft.com/office/drawing/2014/main" id="{EDD89DAA-CB1B-415D-BDFB-25F052E93B66}"/>
                </a:ext>
              </a:extLst>
            </p:cNvPr>
            <p:cNvSpPr/>
            <p:nvPr/>
          </p:nvSpPr>
          <p:spPr>
            <a:xfrm>
              <a:off x="2341599" y="463535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40" name="Hexagon 1039">
              <a:extLst>
                <a:ext uri="{FF2B5EF4-FFF2-40B4-BE49-F238E27FC236}">
                  <a16:creationId xmlns:a16="http://schemas.microsoft.com/office/drawing/2014/main" id="{AE1A9BC3-71AD-4910-9338-928E18E7C0CF}"/>
                </a:ext>
              </a:extLst>
            </p:cNvPr>
            <p:cNvSpPr/>
            <p:nvPr/>
          </p:nvSpPr>
          <p:spPr>
            <a:xfrm>
              <a:off x="2187525" y="469266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41" name="Hexagon 1040">
              <a:extLst>
                <a:ext uri="{FF2B5EF4-FFF2-40B4-BE49-F238E27FC236}">
                  <a16:creationId xmlns:a16="http://schemas.microsoft.com/office/drawing/2014/main" id="{6B05EFBC-18A5-4A5C-A6DA-A99A6EB01EC9}"/>
                </a:ext>
              </a:extLst>
            </p:cNvPr>
            <p:cNvSpPr/>
            <p:nvPr/>
          </p:nvSpPr>
          <p:spPr>
            <a:xfrm>
              <a:off x="2034367" y="463395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42" name="Hexagon 1041">
              <a:extLst>
                <a:ext uri="{FF2B5EF4-FFF2-40B4-BE49-F238E27FC236}">
                  <a16:creationId xmlns:a16="http://schemas.microsoft.com/office/drawing/2014/main" id="{35701038-E24E-423C-B05C-A241164C8C1F}"/>
                </a:ext>
              </a:extLst>
            </p:cNvPr>
            <p:cNvSpPr/>
            <p:nvPr/>
          </p:nvSpPr>
          <p:spPr>
            <a:xfrm>
              <a:off x="2037121" y="475499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43" name="Hexagon 1042">
              <a:extLst>
                <a:ext uri="{FF2B5EF4-FFF2-40B4-BE49-F238E27FC236}">
                  <a16:creationId xmlns:a16="http://schemas.microsoft.com/office/drawing/2014/main" id="{74724F4F-2D53-43FC-BB24-8860DFC6D7E7}"/>
                </a:ext>
              </a:extLst>
            </p:cNvPr>
            <p:cNvSpPr/>
            <p:nvPr/>
          </p:nvSpPr>
          <p:spPr>
            <a:xfrm>
              <a:off x="2031873" y="439478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44" name="Hexagon 1043">
              <a:extLst>
                <a:ext uri="{FF2B5EF4-FFF2-40B4-BE49-F238E27FC236}">
                  <a16:creationId xmlns:a16="http://schemas.microsoft.com/office/drawing/2014/main" id="{7FF96996-9110-4FE8-AC2C-B602C0548A95}"/>
                </a:ext>
              </a:extLst>
            </p:cNvPr>
            <p:cNvSpPr/>
            <p:nvPr/>
          </p:nvSpPr>
          <p:spPr>
            <a:xfrm>
              <a:off x="1728226" y="487304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45" name="Hexagon 1044">
              <a:extLst>
                <a:ext uri="{FF2B5EF4-FFF2-40B4-BE49-F238E27FC236}">
                  <a16:creationId xmlns:a16="http://schemas.microsoft.com/office/drawing/2014/main" id="{70D74507-A884-4FB7-B7A3-F02AE0A51098}"/>
                </a:ext>
              </a:extLst>
            </p:cNvPr>
            <p:cNvSpPr/>
            <p:nvPr/>
          </p:nvSpPr>
          <p:spPr>
            <a:xfrm>
              <a:off x="1421751" y="487521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46" name="Hexagon 1045">
              <a:extLst>
                <a:ext uri="{FF2B5EF4-FFF2-40B4-BE49-F238E27FC236}">
                  <a16:creationId xmlns:a16="http://schemas.microsoft.com/office/drawing/2014/main" id="{7439B60A-7E1F-4404-B6E2-ABC62BE1B0FD}"/>
                </a:ext>
              </a:extLst>
            </p:cNvPr>
            <p:cNvSpPr/>
            <p:nvPr/>
          </p:nvSpPr>
          <p:spPr>
            <a:xfrm>
              <a:off x="1266970" y="469137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47" name="Hexagon 1046">
              <a:extLst>
                <a:ext uri="{FF2B5EF4-FFF2-40B4-BE49-F238E27FC236}">
                  <a16:creationId xmlns:a16="http://schemas.microsoft.com/office/drawing/2014/main" id="{C5E7461C-0DDC-4C2A-8587-F6B006785590}"/>
                </a:ext>
              </a:extLst>
            </p:cNvPr>
            <p:cNvSpPr/>
            <p:nvPr/>
          </p:nvSpPr>
          <p:spPr>
            <a:xfrm>
              <a:off x="814055" y="463273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48" name="Hexagon 1047">
              <a:extLst>
                <a:ext uri="{FF2B5EF4-FFF2-40B4-BE49-F238E27FC236}">
                  <a16:creationId xmlns:a16="http://schemas.microsoft.com/office/drawing/2014/main" id="{E7A3985E-A302-4461-AB4F-606FE6293F80}"/>
                </a:ext>
              </a:extLst>
            </p:cNvPr>
            <p:cNvSpPr/>
            <p:nvPr/>
          </p:nvSpPr>
          <p:spPr>
            <a:xfrm>
              <a:off x="357918" y="469375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49" name="Hexagon 1048">
              <a:extLst>
                <a:ext uri="{FF2B5EF4-FFF2-40B4-BE49-F238E27FC236}">
                  <a16:creationId xmlns:a16="http://schemas.microsoft.com/office/drawing/2014/main" id="{EB95B7E8-B931-46AB-9EB7-C4B8DAA3EDA5}"/>
                </a:ext>
              </a:extLst>
            </p:cNvPr>
            <p:cNvSpPr/>
            <p:nvPr/>
          </p:nvSpPr>
          <p:spPr>
            <a:xfrm>
              <a:off x="512699" y="463341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50" name="Hexagon 1049">
              <a:extLst>
                <a:ext uri="{FF2B5EF4-FFF2-40B4-BE49-F238E27FC236}">
                  <a16:creationId xmlns:a16="http://schemas.microsoft.com/office/drawing/2014/main" id="{BA005CA3-F0AD-41EC-8E5F-7225E5BC22C5}"/>
                </a:ext>
              </a:extLst>
            </p:cNvPr>
            <p:cNvSpPr/>
            <p:nvPr/>
          </p:nvSpPr>
          <p:spPr>
            <a:xfrm>
              <a:off x="207899" y="463341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51" name="Hexagon 1050">
              <a:extLst>
                <a:ext uri="{FF2B5EF4-FFF2-40B4-BE49-F238E27FC236}">
                  <a16:creationId xmlns:a16="http://schemas.microsoft.com/office/drawing/2014/main" id="{E3BD238A-D5E6-4CD6-A43F-77A912C8D3FA}"/>
                </a:ext>
              </a:extLst>
            </p:cNvPr>
            <p:cNvSpPr/>
            <p:nvPr/>
          </p:nvSpPr>
          <p:spPr>
            <a:xfrm>
              <a:off x="1570081" y="445300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52" name="Hexagon 1051">
              <a:extLst>
                <a:ext uri="{FF2B5EF4-FFF2-40B4-BE49-F238E27FC236}">
                  <a16:creationId xmlns:a16="http://schemas.microsoft.com/office/drawing/2014/main" id="{E7CF8C52-9AB8-45DB-9D3B-CCE30F88E7C1}"/>
                </a:ext>
              </a:extLst>
            </p:cNvPr>
            <p:cNvSpPr/>
            <p:nvPr/>
          </p:nvSpPr>
          <p:spPr>
            <a:xfrm>
              <a:off x="1569865" y="457130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53" name="Hexagon 1052">
              <a:extLst>
                <a:ext uri="{FF2B5EF4-FFF2-40B4-BE49-F238E27FC236}">
                  <a16:creationId xmlns:a16="http://schemas.microsoft.com/office/drawing/2014/main" id="{C493ADAF-C295-4044-B620-3F14CF7DC980}"/>
                </a:ext>
              </a:extLst>
            </p:cNvPr>
            <p:cNvSpPr/>
            <p:nvPr/>
          </p:nvSpPr>
          <p:spPr>
            <a:xfrm>
              <a:off x="1722319" y="391834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54" name="Hexagon 1053">
              <a:extLst>
                <a:ext uri="{FF2B5EF4-FFF2-40B4-BE49-F238E27FC236}">
                  <a16:creationId xmlns:a16="http://schemas.microsoft.com/office/drawing/2014/main" id="{83B39EC3-BD47-403A-B009-E09DF2823421}"/>
                </a:ext>
              </a:extLst>
            </p:cNvPr>
            <p:cNvSpPr/>
            <p:nvPr/>
          </p:nvSpPr>
          <p:spPr>
            <a:xfrm>
              <a:off x="1724700" y="403902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55" name="Hexagon 1054">
              <a:extLst>
                <a:ext uri="{FF2B5EF4-FFF2-40B4-BE49-F238E27FC236}">
                  <a16:creationId xmlns:a16="http://schemas.microsoft.com/office/drawing/2014/main" id="{748CE3B0-6D21-4C4B-83B3-A16C5E1268E3}"/>
                </a:ext>
              </a:extLst>
            </p:cNvPr>
            <p:cNvSpPr/>
            <p:nvPr/>
          </p:nvSpPr>
          <p:spPr>
            <a:xfrm>
              <a:off x="1877100" y="397868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58" name="Hexagon 1057">
              <a:extLst>
                <a:ext uri="{FF2B5EF4-FFF2-40B4-BE49-F238E27FC236}">
                  <a16:creationId xmlns:a16="http://schemas.microsoft.com/office/drawing/2014/main" id="{3D3BAAE5-C99A-4993-BEB3-2EE89A42D53F}"/>
                </a:ext>
              </a:extLst>
            </p:cNvPr>
            <p:cNvSpPr/>
            <p:nvPr/>
          </p:nvSpPr>
          <p:spPr>
            <a:xfrm>
              <a:off x="1569919" y="397868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59" name="Hexagon 1058">
              <a:extLst>
                <a:ext uri="{FF2B5EF4-FFF2-40B4-BE49-F238E27FC236}">
                  <a16:creationId xmlns:a16="http://schemas.microsoft.com/office/drawing/2014/main" id="{64E40F04-3F38-4476-88CD-9CC98D206EBE}"/>
                </a:ext>
              </a:extLst>
            </p:cNvPr>
            <p:cNvSpPr/>
            <p:nvPr/>
          </p:nvSpPr>
          <p:spPr>
            <a:xfrm>
              <a:off x="2482979" y="37445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60" name="Hexagon 1059">
              <a:extLst>
                <a:ext uri="{FF2B5EF4-FFF2-40B4-BE49-F238E27FC236}">
                  <a16:creationId xmlns:a16="http://schemas.microsoft.com/office/drawing/2014/main" id="{F50D3D80-1216-413F-9261-9226A1B9B88D}"/>
                </a:ext>
              </a:extLst>
            </p:cNvPr>
            <p:cNvSpPr/>
            <p:nvPr/>
          </p:nvSpPr>
          <p:spPr>
            <a:xfrm>
              <a:off x="2485360" y="386527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61" name="Hexagon 1060">
              <a:extLst>
                <a:ext uri="{FF2B5EF4-FFF2-40B4-BE49-F238E27FC236}">
                  <a16:creationId xmlns:a16="http://schemas.microsoft.com/office/drawing/2014/main" id="{742FDE38-FE33-46DD-B197-073C44CDE2C1}"/>
                </a:ext>
              </a:extLst>
            </p:cNvPr>
            <p:cNvSpPr/>
            <p:nvPr/>
          </p:nvSpPr>
          <p:spPr>
            <a:xfrm>
              <a:off x="2637760" y="380493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62" name="Hexagon 1061">
              <a:extLst>
                <a:ext uri="{FF2B5EF4-FFF2-40B4-BE49-F238E27FC236}">
                  <a16:creationId xmlns:a16="http://schemas.microsoft.com/office/drawing/2014/main" id="{D3D9076E-19C9-4879-9A9B-90CD65DA7C80}"/>
                </a:ext>
              </a:extLst>
            </p:cNvPr>
            <p:cNvSpPr/>
            <p:nvPr/>
          </p:nvSpPr>
          <p:spPr>
            <a:xfrm>
              <a:off x="2790161" y="37445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63" name="Hexagon 1062">
              <a:extLst>
                <a:ext uri="{FF2B5EF4-FFF2-40B4-BE49-F238E27FC236}">
                  <a16:creationId xmlns:a16="http://schemas.microsoft.com/office/drawing/2014/main" id="{5BC86FDA-B3C9-4FDF-A90B-0BCFC2460A1F}"/>
                </a:ext>
              </a:extLst>
            </p:cNvPr>
            <p:cNvSpPr/>
            <p:nvPr/>
          </p:nvSpPr>
          <p:spPr>
            <a:xfrm>
              <a:off x="2637760" y="368429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64" name="Hexagon 1063">
              <a:extLst>
                <a:ext uri="{FF2B5EF4-FFF2-40B4-BE49-F238E27FC236}">
                  <a16:creationId xmlns:a16="http://schemas.microsoft.com/office/drawing/2014/main" id="{82280F52-536B-4132-ADF0-CD4519CE42D5}"/>
                </a:ext>
              </a:extLst>
            </p:cNvPr>
            <p:cNvSpPr/>
            <p:nvPr/>
          </p:nvSpPr>
          <p:spPr>
            <a:xfrm>
              <a:off x="2330579" y="380493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65" name="Hexagon 1064">
              <a:extLst>
                <a:ext uri="{FF2B5EF4-FFF2-40B4-BE49-F238E27FC236}">
                  <a16:creationId xmlns:a16="http://schemas.microsoft.com/office/drawing/2014/main" id="{8B03B614-F394-4330-A712-7EA733A3012F}"/>
                </a:ext>
              </a:extLst>
            </p:cNvPr>
            <p:cNvSpPr/>
            <p:nvPr/>
          </p:nvSpPr>
          <p:spPr>
            <a:xfrm>
              <a:off x="2024910" y="344886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66" name="Hexagon 1065">
              <a:extLst>
                <a:ext uri="{FF2B5EF4-FFF2-40B4-BE49-F238E27FC236}">
                  <a16:creationId xmlns:a16="http://schemas.microsoft.com/office/drawing/2014/main" id="{B5CFC0D9-DE19-4FC4-AABD-2A4E94CB5590}"/>
                </a:ext>
              </a:extLst>
            </p:cNvPr>
            <p:cNvSpPr/>
            <p:nvPr/>
          </p:nvSpPr>
          <p:spPr>
            <a:xfrm>
              <a:off x="2027291" y="356954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67" name="Hexagon 1066">
              <a:extLst>
                <a:ext uri="{FF2B5EF4-FFF2-40B4-BE49-F238E27FC236}">
                  <a16:creationId xmlns:a16="http://schemas.microsoft.com/office/drawing/2014/main" id="{D379A28C-8CA5-4D48-9C44-A2348B2016EA}"/>
                </a:ext>
              </a:extLst>
            </p:cNvPr>
            <p:cNvSpPr/>
            <p:nvPr/>
          </p:nvSpPr>
          <p:spPr>
            <a:xfrm>
              <a:off x="2179691" y="350920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68" name="Hexagon 1067">
              <a:extLst>
                <a:ext uri="{FF2B5EF4-FFF2-40B4-BE49-F238E27FC236}">
                  <a16:creationId xmlns:a16="http://schemas.microsoft.com/office/drawing/2014/main" id="{B91C43F9-0669-486B-9548-AB11A7EA05AF}"/>
                </a:ext>
              </a:extLst>
            </p:cNvPr>
            <p:cNvSpPr/>
            <p:nvPr/>
          </p:nvSpPr>
          <p:spPr>
            <a:xfrm>
              <a:off x="2334472" y="344648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69" name="Hexagon 1068">
              <a:extLst>
                <a:ext uri="{FF2B5EF4-FFF2-40B4-BE49-F238E27FC236}">
                  <a16:creationId xmlns:a16="http://schemas.microsoft.com/office/drawing/2014/main" id="{BEC9E252-02E5-4D80-9ACD-5DABFDB71235}"/>
                </a:ext>
              </a:extLst>
            </p:cNvPr>
            <p:cNvSpPr/>
            <p:nvPr/>
          </p:nvSpPr>
          <p:spPr>
            <a:xfrm>
              <a:off x="2177526" y="338639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70" name="Hexagon 1069">
              <a:extLst>
                <a:ext uri="{FF2B5EF4-FFF2-40B4-BE49-F238E27FC236}">
                  <a16:creationId xmlns:a16="http://schemas.microsoft.com/office/drawing/2014/main" id="{8778AD7F-7D42-4F09-AD18-D4F554A34675}"/>
                </a:ext>
              </a:extLst>
            </p:cNvPr>
            <p:cNvSpPr/>
            <p:nvPr/>
          </p:nvSpPr>
          <p:spPr>
            <a:xfrm>
              <a:off x="1872510" y="350920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71" name="Hexagon 1070">
              <a:extLst>
                <a:ext uri="{FF2B5EF4-FFF2-40B4-BE49-F238E27FC236}">
                  <a16:creationId xmlns:a16="http://schemas.microsoft.com/office/drawing/2014/main" id="{ED0BD0AF-1541-476B-AA12-E37B55D903C5}"/>
                </a:ext>
              </a:extLst>
            </p:cNvPr>
            <p:cNvSpPr/>
            <p:nvPr/>
          </p:nvSpPr>
          <p:spPr>
            <a:xfrm>
              <a:off x="1717643" y="380437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72" name="Hexagon 1071">
              <a:extLst>
                <a:ext uri="{FF2B5EF4-FFF2-40B4-BE49-F238E27FC236}">
                  <a16:creationId xmlns:a16="http://schemas.microsoft.com/office/drawing/2014/main" id="{D7872DE1-3E56-4191-82A7-F373E67E2B8F}"/>
                </a:ext>
              </a:extLst>
            </p:cNvPr>
            <p:cNvSpPr/>
            <p:nvPr/>
          </p:nvSpPr>
          <p:spPr>
            <a:xfrm>
              <a:off x="1867878" y="373970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73" name="Hexagon 1072">
              <a:extLst>
                <a:ext uri="{FF2B5EF4-FFF2-40B4-BE49-F238E27FC236}">
                  <a16:creationId xmlns:a16="http://schemas.microsoft.com/office/drawing/2014/main" id="{E6F77CD9-FF74-40FF-9B98-06197B5C2F2D}"/>
                </a:ext>
              </a:extLst>
            </p:cNvPr>
            <p:cNvSpPr/>
            <p:nvPr/>
          </p:nvSpPr>
          <p:spPr>
            <a:xfrm>
              <a:off x="1870044" y="361905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74" name="Hexagon 1073">
              <a:extLst>
                <a:ext uri="{FF2B5EF4-FFF2-40B4-BE49-F238E27FC236}">
                  <a16:creationId xmlns:a16="http://schemas.microsoft.com/office/drawing/2014/main" id="{E8F78C49-0A2B-4AC5-B533-63965063269D}"/>
                </a:ext>
              </a:extLst>
            </p:cNvPr>
            <p:cNvSpPr/>
            <p:nvPr/>
          </p:nvSpPr>
          <p:spPr>
            <a:xfrm>
              <a:off x="2331413" y="392001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75" name="Hexagon 1074">
              <a:extLst>
                <a:ext uri="{FF2B5EF4-FFF2-40B4-BE49-F238E27FC236}">
                  <a16:creationId xmlns:a16="http://schemas.microsoft.com/office/drawing/2014/main" id="{44DCCA7B-0BBE-4FCD-9BFA-0F09AE27D8F7}"/>
                </a:ext>
              </a:extLst>
            </p:cNvPr>
            <p:cNvSpPr/>
            <p:nvPr/>
          </p:nvSpPr>
          <p:spPr>
            <a:xfrm>
              <a:off x="2486194" y="398034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76" name="Hexagon 1075">
              <a:extLst>
                <a:ext uri="{FF2B5EF4-FFF2-40B4-BE49-F238E27FC236}">
                  <a16:creationId xmlns:a16="http://schemas.microsoft.com/office/drawing/2014/main" id="{9CB5D66F-BB90-489B-AF10-9E656E764E67}"/>
                </a:ext>
              </a:extLst>
            </p:cNvPr>
            <p:cNvSpPr/>
            <p:nvPr/>
          </p:nvSpPr>
          <p:spPr>
            <a:xfrm>
              <a:off x="2179013" y="398034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77" name="Hexagon 1076">
              <a:extLst>
                <a:ext uri="{FF2B5EF4-FFF2-40B4-BE49-F238E27FC236}">
                  <a16:creationId xmlns:a16="http://schemas.microsoft.com/office/drawing/2014/main" id="{482CE147-565B-4550-94B2-59077C53B227}"/>
                </a:ext>
              </a:extLst>
            </p:cNvPr>
            <p:cNvSpPr/>
            <p:nvPr/>
          </p:nvSpPr>
          <p:spPr>
            <a:xfrm>
              <a:off x="2943829" y="368203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78" name="Hexagon 1077">
              <a:extLst>
                <a:ext uri="{FF2B5EF4-FFF2-40B4-BE49-F238E27FC236}">
                  <a16:creationId xmlns:a16="http://schemas.microsoft.com/office/drawing/2014/main" id="{B29B1371-3B36-4E91-9F06-5658D7C53DC9}"/>
                </a:ext>
              </a:extLst>
            </p:cNvPr>
            <p:cNvSpPr/>
            <p:nvPr/>
          </p:nvSpPr>
          <p:spPr>
            <a:xfrm>
              <a:off x="2946210" y="380271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79" name="Hexagon 1078">
              <a:extLst>
                <a:ext uri="{FF2B5EF4-FFF2-40B4-BE49-F238E27FC236}">
                  <a16:creationId xmlns:a16="http://schemas.microsoft.com/office/drawing/2014/main" id="{EAFFB5DF-1A4A-4CFD-BC99-5CFA3C9097C1}"/>
                </a:ext>
              </a:extLst>
            </p:cNvPr>
            <p:cNvSpPr/>
            <p:nvPr/>
          </p:nvSpPr>
          <p:spPr>
            <a:xfrm>
              <a:off x="3098610" y="374237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80" name="Hexagon 1079">
              <a:extLst>
                <a:ext uri="{FF2B5EF4-FFF2-40B4-BE49-F238E27FC236}">
                  <a16:creationId xmlns:a16="http://schemas.microsoft.com/office/drawing/2014/main" id="{B708352E-9047-4F07-995F-FE2FB4EC0548}"/>
                </a:ext>
              </a:extLst>
            </p:cNvPr>
            <p:cNvSpPr/>
            <p:nvPr/>
          </p:nvSpPr>
          <p:spPr>
            <a:xfrm>
              <a:off x="3096445" y="362216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81" name="Hexagon 1080">
              <a:extLst>
                <a:ext uri="{FF2B5EF4-FFF2-40B4-BE49-F238E27FC236}">
                  <a16:creationId xmlns:a16="http://schemas.microsoft.com/office/drawing/2014/main" id="{D006F857-C7B3-4EBC-9F38-E446DA6ABADA}"/>
                </a:ext>
              </a:extLst>
            </p:cNvPr>
            <p:cNvSpPr/>
            <p:nvPr/>
          </p:nvSpPr>
          <p:spPr>
            <a:xfrm>
              <a:off x="2792263" y="385745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82" name="Hexagon 1081">
              <a:extLst>
                <a:ext uri="{FF2B5EF4-FFF2-40B4-BE49-F238E27FC236}">
                  <a16:creationId xmlns:a16="http://schemas.microsoft.com/office/drawing/2014/main" id="{5566FC55-21CC-458E-80A3-4C6C2DE3F885}"/>
                </a:ext>
              </a:extLst>
            </p:cNvPr>
            <p:cNvSpPr/>
            <p:nvPr/>
          </p:nvSpPr>
          <p:spPr>
            <a:xfrm>
              <a:off x="2947044" y="391779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83" name="Hexagon 1082">
              <a:extLst>
                <a:ext uri="{FF2B5EF4-FFF2-40B4-BE49-F238E27FC236}">
                  <a16:creationId xmlns:a16="http://schemas.microsoft.com/office/drawing/2014/main" id="{14E81FCC-A885-45C7-8EA6-445541C9BB9B}"/>
                </a:ext>
              </a:extLst>
            </p:cNvPr>
            <p:cNvSpPr/>
            <p:nvPr/>
          </p:nvSpPr>
          <p:spPr>
            <a:xfrm>
              <a:off x="2332722" y="356533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84" name="Hexagon 1083">
              <a:extLst>
                <a:ext uri="{FF2B5EF4-FFF2-40B4-BE49-F238E27FC236}">
                  <a16:creationId xmlns:a16="http://schemas.microsoft.com/office/drawing/2014/main" id="{429771E3-DAAF-43DE-8B4B-58A064359E58}"/>
                </a:ext>
              </a:extLst>
            </p:cNvPr>
            <p:cNvSpPr/>
            <p:nvPr/>
          </p:nvSpPr>
          <p:spPr>
            <a:xfrm>
              <a:off x="2332938" y="368601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85" name="Hexagon 1084">
              <a:extLst>
                <a:ext uri="{FF2B5EF4-FFF2-40B4-BE49-F238E27FC236}">
                  <a16:creationId xmlns:a16="http://schemas.microsoft.com/office/drawing/2014/main" id="{43A87A10-3B08-426F-90C0-1815CBE5284B}"/>
                </a:ext>
              </a:extLst>
            </p:cNvPr>
            <p:cNvSpPr/>
            <p:nvPr/>
          </p:nvSpPr>
          <p:spPr>
            <a:xfrm>
              <a:off x="2487719" y="362567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86" name="Hexagon 1085">
              <a:extLst>
                <a:ext uri="{FF2B5EF4-FFF2-40B4-BE49-F238E27FC236}">
                  <a16:creationId xmlns:a16="http://schemas.microsoft.com/office/drawing/2014/main" id="{D2B31364-C742-4B09-B8F3-07A08F2B3577}"/>
                </a:ext>
              </a:extLst>
            </p:cNvPr>
            <p:cNvSpPr/>
            <p:nvPr/>
          </p:nvSpPr>
          <p:spPr>
            <a:xfrm>
              <a:off x="2178157" y="362567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87" name="Hexagon 1086">
              <a:extLst>
                <a:ext uri="{FF2B5EF4-FFF2-40B4-BE49-F238E27FC236}">
                  <a16:creationId xmlns:a16="http://schemas.microsoft.com/office/drawing/2014/main" id="{BCFD8729-509A-4AE5-82BB-F64F6691F9A4}"/>
                </a:ext>
              </a:extLst>
            </p:cNvPr>
            <p:cNvSpPr/>
            <p:nvPr/>
          </p:nvSpPr>
          <p:spPr>
            <a:xfrm>
              <a:off x="3247518" y="356497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88" name="Hexagon 1087">
              <a:extLst>
                <a:ext uri="{FF2B5EF4-FFF2-40B4-BE49-F238E27FC236}">
                  <a16:creationId xmlns:a16="http://schemas.microsoft.com/office/drawing/2014/main" id="{18B74B88-89C4-4F77-BE0C-D02FF82DD38E}"/>
                </a:ext>
              </a:extLst>
            </p:cNvPr>
            <p:cNvSpPr/>
            <p:nvPr/>
          </p:nvSpPr>
          <p:spPr>
            <a:xfrm>
              <a:off x="3249900" y="344238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89" name="Hexagon 1088">
              <a:extLst>
                <a:ext uri="{FF2B5EF4-FFF2-40B4-BE49-F238E27FC236}">
                  <a16:creationId xmlns:a16="http://schemas.microsoft.com/office/drawing/2014/main" id="{7988F768-A7CB-45B1-9097-BD127E6A63DB}"/>
                </a:ext>
              </a:extLst>
            </p:cNvPr>
            <p:cNvSpPr/>
            <p:nvPr/>
          </p:nvSpPr>
          <p:spPr>
            <a:xfrm>
              <a:off x="2940337" y="35625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90" name="Hexagon 1089">
              <a:extLst>
                <a:ext uri="{FF2B5EF4-FFF2-40B4-BE49-F238E27FC236}">
                  <a16:creationId xmlns:a16="http://schemas.microsoft.com/office/drawing/2014/main" id="{F26791A5-FA37-4F06-BD38-F4DA555564B3}"/>
                </a:ext>
              </a:extLst>
            </p:cNvPr>
            <p:cNvSpPr/>
            <p:nvPr/>
          </p:nvSpPr>
          <p:spPr>
            <a:xfrm>
              <a:off x="2942696" y="344367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91" name="Hexagon 1090">
              <a:extLst>
                <a:ext uri="{FF2B5EF4-FFF2-40B4-BE49-F238E27FC236}">
                  <a16:creationId xmlns:a16="http://schemas.microsoft.com/office/drawing/2014/main" id="{75F4D6B9-A129-48F9-94EE-BA98F6E26392}"/>
                </a:ext>
              </a:extLst>
            </p:cNvPr>
            <p:cNvSpPr/>
            <p:nvPr/>
          </p:nvSpPr>
          <p:spPr>
            <a:xfrm>
              <a:off x="3095096" y="338333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92" name="Hexagon 1091">
              <a:extLst>
                <a:ext uri="{FF2B5EF4-FFF2-40B4-BE49-F238E27FC236}">
                  <a16:creationId xmlns:a16="http://schemas.microsoft.com/office/drawing/2014/main" id="{F5B5D626-2B2B-4E27-A89C-EF728ECE351A}"/>
                </a:ext>
              </a:extLst>
            </p:cNvPr>
            <p:cNvSpPr/>
            <p:nvPr/>
          </p:nvSpPr>
          <p:spPr>
            <a:xfrm>
              <a:off x="3101002" y="326844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93" name="Hexagon 1092">
              <a:extLst>
                <a:ext uri="{FF2B5EF4-FFF2-40B4-BE49-F238E27FC236}">
                  <a16:creationId xmlns:a16="http://schemas.microsoft.com/office/drawing/2014/main" id="{CF037477-9087-47CB-8139-C897263276E6}"/>
                </a:ext>
              </a:extLst>
            </p:cNvPr>
            <p:cNvSpPr/>
            <p:nvPr/>
          </p:nvSpPr>
          <p:spPr>
            <a:xfrm>
              <a:off x="3253402" y="320810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94" name="Hexagon 1093">
              <a:extLst>
                <a:ext uri="{FF2B5EF4-FFF2-40B4-BE49-F238E27FC236}">
                  <a16:creationId xmlns:a16="http://schemas.microsoft.com/office/drawing/2014/main" id="{413A4B82-D1C6-4C76-B493-79B1F2A6D519}"/>
                </a:ext>
              </a:extLst>
            </p:cNvPr>
            <p:cNvSpPr/>
            <p:nvPr/>
          </p:nvSpPr>
          <p:spPr>
            <a:xfrm>
              <a:off x="3253123" y="332551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95" name="Hexagon 1094">
              <a:extLst>
                <a:ext uri="{FF2B5EF4-FFF2-40B4-BE49-F238E27FC236}">
                  <a16:creationId xmlns:a16="http://schemas.microsoft.com/office/drawing/2014/main" id="{4CC16A41-1EF9-4701-A164-C49FB75746BB}"/>
                </a:ext>
              </a:extLst>
            </p:cNvPr>
            <p:cNvSpPr/>
            <p:nvPr/>
          </p:nvSpPr>
          <p:spPr>
            <a:xfrm>
              <a:off x="3407905" y="33860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96" name="Hexagon 1095">
              <a:extLst>
                <a:ext uri="{FF2B5EF4-FFF2-40B4-BE49-F238E27FC236}">
                  <a16:creationId xmlns:a16="http://schemas.microsoft.com/office/drawing/2014/main" id="{1011E3AE-27E2-4BEB-8690-983104E6D24E}"/>
                </a:ext>
              </a:extLst>
            </p:cNvPr>
            <p:cNvSpPr/>
            <p:nvPr/>
          </p:nvSpPr>
          <p:spPr>
            <a:xfrm>
              <a:off x="1869723" y="33881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97" name="Hexagon 1096">
              <a:extLst>
                <a:ext uri="{FF2B5EF4-FFF2-40B4-BE49-F238E27FC236}">
                  <a16:creationId xmlns:a16="http://schemas.microsoft.com/office/drawing/2014/main" id="{F0004231-8B65-461F-8B8A-BFCB1C352FDF}"/>
                </a:ext>
              </a:extLst>
            </p:cNvPr>
            <p:cNvSpPr/>
            <p:nvPr/>
          </p:nvSpPr>
          <p:spPr>
            <a:xfrm>
              <a:off x="969353" y="362611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98" name="Hexagon 1097">
              <a:extLst>
                <a:ext uri="{FF2B5EF4-FFF2-40B4-BE49-F238E27FC236}">
                  <a16:creationId xmlns:a16="http://schemas.microsoft.com/office/drawing/2014/main" id="{9CAAD8FD-3F8F-4629-AFF8-832B3B297F5A}"/>
                </a:ext>
              </a:extLst>
            </p:cNvPr>
            <p:cNvSpPr/>
            <p:nvPr/>
          </p:nvSpPr>
          <p:spPr>
            <a:xfrm>
              <a:off x="969569" y="37467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99" name="Hexagon 1098">
              <a:extLst>
                <a:ext uri="{FF2B5EF4-FFF2-40B4-BE49-F238E27FC236}">
                  <a16:creationId xmlns:a16="http://schemas.microsoft.com/office/drawing/2014/main" id="{6147E4D7-DF47-4C3B-A99C-7CB424D7D719}"/>
                </a:ext>
              </a:extLst>
            </p:cNvPr>
            <p:cNvSpPr/>
            <p:nvPr/>
          </p:nvSpPr>
          <p:spPr>
            <a:xfrm>
              <a:off x="1121969" y="368558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01" name="Hexagon 1100">
              <a:extLst>
                <a:ext uri="{FF2B5EF4-FFF2-40B4-BE49-F238E27FC236}">
                  <a16:creationId xmlns:a16="http://schemas.microsoft.com/office/drawing/2014/main" id="{3C6FF5F7-F622-4E2C-AADF-C6BDF714858C}"/>
                </a:ext>
              </a:extLst>
            </p:cNvPr>
            <p:cNvSpPr/>
            <p:nvPr/>
          </p:nvSpPr>
          <p:spPr>
            <a:xfrm>
              <a:off x="1121969" y="356386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02" name="Hexagon 1101">
              <a:extLst>
                <a:ext uri="{FF2B5EF4-FFF2-40B4-BE49-F238E27FC236}">
                  <a16:creationId xmlns:a16="http://schemas.microsoft.com/office/drawing/2014/main" id="{DB9FEEF7-B07D-45D6-B86B-735FFC27700C}"/>
                </a:ext>
              </a:extLst>
            </p:cNvPr>
            <p:cNvSpPr/>
            <p:nvPr/>
          </p:nvSpPr>
          <p:spPr>
            <a:xfrm>
              <a:off x="814788" y="368645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03" name="Hexagon 1102">
              <a:extLst>
                <a:ext uri="{FF2B5EF4-FFF2-40B4-BE49-F238E27FC236}">
                  <a16:creationId xmlns:a16="http://schemas.microsoft.com/office/drawing/2014/main" id="{341F354A-0759-407A-9E77-FF846B6B9F62}"/>
                </a:ext>
              </a:extLst>
            </p:cNvPr>
            <p:cNvSpPr/>
            <p:nvPr/>
          </p:nvSpPr>
          <p:spPr>
            <a:xfrm>
              <a:off x="506874" y="356528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04" name="Hexagon 1103">
              <a:extLst>
                <a:ext uri="{FF2B5EF4-FFF2-40B4-BE49-F238E27FC236}">
                  <a16:creationId xmlns:a16="http://schemas.microsoft.com/office/drawing/2014/main" id="{3937ACD0-F179-4AC4-90F6-77B87DA56E80}"/>
                </a:ext>
              </a:extLst>
            </p:cNvPr>
            <p:cNvSpPr/>
            <p:nvPr/>
          </p:nvSpPr>
          <p:spPr>
            <a:xfrm>
              <a:off x="509255" y="368596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05" name="Hexagon 1104">
              <a:extLst>
                <a:ext uri="{FF2B5EF4-FFF2-40B4-BE49-F238E27FC236}">
                  <a16:creationId xmlns:a16="http://schemas.microsoft.com/office/drawing/2014/main" id="{7092AC17-39D8-4F1A-803E-0875AC82869F}"/>
                </a:ext>
              </a:extLst>
            </p:cNvPr>
            <p:cNvSpPr/>
            <p:nvPr/>
          </p:nvSpPr>
          <p:spPr>
            <a:xfrm>
              <a:off x="661655" y="362562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07" name="Hexagon 1106">
              <a:extLst>
                <a:ext uri="{FF2B5EF4-FFF2-40B4-BE49-F238E27FC236}">
                  <a16:creationId xmlns:a16="http://schemas.microsoft.com/office/drawing/2014/main" id="{79428F1B-46FD-43F5-83CC-67BC63D7F94F}"/>
                </a:ext>
              </a:extLst>
            </p:cNvPr>
            <p:cNvSpPr/>
            <p:nvPr/>
          </p:nvSpPr>
          <p:spPr>
            <a:xfrm>
              <a:off x="659489" y="350065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08" name="Hexagon 1107">
              <a:extLst>
                <a:ext uri="{FF2B5EF4-FFF2-40B4-BE49-F238E27FC236}">
                  <a16:creationId xmlns:a16="http://schemas.microsoft.com/office/drawing/2014/main" id="{6015250B-60EE-4EDB-A055-C5F13C56A99A}"/>
                </a:ext>
              </a:extLst>
            </p:cNvPr>
            <p:cNvSpPr/>
            <p:nvPr/>
          </p:nvSpPr>
          <p:spPr>
            <a:xfrm>
              <a:off x="354473" y="362562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09" name="Hexagon 1108">
              <a:extLst>
                <a:ext uri="{FF2B5EF4-FFF2-40B4-BE49-F238E27FC236}">
                  <a16:creationId xmlns:a16="http://schemas.microsoft.com/office/drawing/2014/main" id="{70AE09CE-18E8-4216-9DAE-9462EF21612D}"/>
                </a:ext>
              </a:extLst>
            </p:cNvPr>
            <p:cNvSpPr/>
            <p:nvPr/>
          </p:nvSpPr>
          <p:spPr>
            <a:xfrm>
              <a:off x="960843" y="338641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10" name="Hexagon 1109">
              <a:extLst>
                <a:ext uri="{FF2B5EF4-FFF2-40B4-BE49-F238E27FC236}">
                  <a16:creationId xmlns:a16="http://schemas.microsoft.com/office/drawing/2014/main" id="{19A7C980-424D-4EFE-9033-8E56502AF615}"/>
                </a:ext>
              </a:extLst>
            </p:cNvPr>
            <p:cNvSpPr/>
            <p:nvPr/>
          </p:nvSpPr>
          <p:spPr>
            <a:xfrm>
              <a:off x="962143" y="350871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11" name="Hexagon 1110">
              <a:extLst>
                <a:ext uri="{FF2B5EF4-FFF2-40B4-BE49-F238E27FC236}">
                  <a16:creationId xmlns:a16="http://schemas.microsoft.com/office/drawing/2014/main" id="{96E43C6C-40DA-4E71-B831-91990CA47D11}"/>
                </a:ext>
              </a:extLst>
            </p:cNvPr>
            <p:cNvSpPr/>
            <p:nvPr/>
          </p:nvSpPr>
          <p:spPr>
            <a:xfrm>
              <a:off x="1113301" y="3445995"/>
              <a:ext cx="196251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12" name="Hexagon 1111">
              <a:extLst>
                <a:ext uri="{FF2B5EF4-FFF2-40B4-BE49-F238E27FC236}">
                  <a16:creationId xmlns:a16="http://schemas.microsoft.com/office/drawing/2014/main" id="{53E64EDB-C6D6-4323-86CA-179C7DE611C8}"/>
                </a:ext>
              </a:extLst>
            </p:cNvPr>
            <p:cNvSpPr/>
            <p:nvPr/>
          </p:nvSpPr>
          <p:spPr>
            <a:xfrm>
              <a:off x="1269540" y="338349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13" name="Hexagon 1112">
              <a:extLst>
                <a:ext uri="{FF2B5EF4-FFF2-40B4-BE49-F238E27FC236}">
                  <a16:creationId xmlns:a16="http://schemas.microsoft.com/office/drawing/2014/main" id="{2E2393AA-32C4-4736-8F9E-181F05D4EAB2}"/>
                </a:ext>
              </a:extLst>
            </p:cNvPr>
            <p:cNvSpPr/>
            <p:nvPr/>
          </p:nvSpPr>
          <p:spPr>
            <a:xfrm>
              <a:off x="1114003" y="332556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14" name="Hexagon 1113">
              <a:extLst>
                <a:ext uri="{FF2B5EF4-FFF2-40B4-BE49-F238E27FC236}">
                  <a16:creationId xmlns:a16="http://schemas.microsoft.com/office/drawing/2014/main" id="{9C0EC574-1DEB-4AD7-BE76-80004439EEA6}"/>
                </a:ext>
              </a:extLst>
            </p:cNvPr>
            <p:cNvSpPr/>
            <p:nvPr/>
          </p:nvSpPr>
          <p:spPr>
            <a:xfrm>
              <a:off x="808443" y="344837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15" name="Hexagon 1114">
              <a:extLst>
                <a:ext uri="{FF2B5EF4-FFF2-40B4-BE49-F238E27FC236}">
                  <a16:creationId xmlns:a16="http://schemas.microsoft.com/office/drawing/2014/main" id="{226F770F-0A65-4130-A190-CFD367C34C68}"/>
                </a:ext>
              </a:extLst>
            </p:cNvPr>
            <p:cNvSpPr/>
            <p:nvPr/>
          </p:nvSpPr>
          <p:spPr>
            <a:xfrm>
              <a:off x="356013" y="33842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16" name="Hexagon 1115">
              <a:extLst>
                <a:ext uri="{FF2B5EF4-FFF2-40B4-BE49-F238E27FC236}">
                  <a16:creationId xmlns:a16="http://schemas.microsoft.com/office/drawing/2014/main" id="{EC7ADFCE-4B90-48FC-82A2-388F1907E7B8}"/>
                </a:ext>
              </a:extLst>
            </p:cNvPr>
            <p:cNvSpPr/>
            <p:nvPr/>
          </p:nvSpPr>
          <p:spPr>
            <a:xfrm>
              <a:off x="356013" y="350497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17" name="Hexagon 1116">
              <a:extLst>
                <a:ext uri="{FF2B5EF4-FFF2-40B4-BE49-F238E27FC236}">
                  <a16:creationId xmlns:a16="http://schemas.microsoft.com/office/drawing/2014/main" id="{325EF421-2C8C-443B-9E2B-97938C70E949}"/>
                </a:ext>
              </a:extLst>
            </p:cNvPr>
            <p:cNvSpPr/>
            <p:nvPr/>
          </p:nvSpPr>
          <p:spPr>
            <a:xfrm>
              <a:off x="508413" y="344463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18" name="Hexagon 1117">
              <a:extLst>
                <a:ext uri="{FF2B5EF4-FFF2-40B4-BE49-F238E27FC236}">
                  <a16:creationId xmlns:a16="http://schemas.microsoft.com/office/drawing/2014/main" id="{BAEFE619-322B-4956-9D56-CD413313FADC}"/>
                </a:ext>
              </a:extLst>
            </p:cNvPr>
            <p:cNvSpPr/>
            <p:nvPr/>
          </p:nvSpPr>
          <p:spPr>
            <a:xfrm>
              <a:off x="660813" y="33842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19" name="Hexagon 1118">
              <a:extLst>
                <a:ext uri="{FF2B5EF4-FFF2-40B4-BE49-F238E27FC236}">
                  <a16:creationId xmlns:a16="http://schemas.microsoft.com/office/drawing/2014/main" id="{8AF4CB92-FE4D-4DD8-B621-D033D16216C5}"/>
                </a:ext>
              </a:extLst>
            </p:cNvPr>
            <p:cNvSpPr/>
            <p:nvPr/>
          </p:nvSpPr>
          <p:spPr>
            <a:xfrm>
              <a:off x="508737" y="332344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21" name="Hexagon 1120">
              <a:extLst>
                <a:ext uri="{FF2B5EF4-FFF2-40B4-BE49-F238E27FC236}">
                  <a16:creationId xmlns:a16="http://schemas.microsoft.com/office/drawing/2014/main" id="{332B83E9-F17A-4704-B140-11790B9C246C}"/>
                </a:ext>
              </a:extLst>
            </p:cNvPr>
            <p:cNvSpPr/>
            <p:nvPr/>
          </p:nvSpPr>
          <p:spPr>
            <a:xfrm>
              <a:off x="353416" y="31480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22" name="Hexagon 1121">
              <a:extLst>
                <a:ext uri="{FF2B5EF4-FFF2-40B4-BE49-F238E27FC236}">
                  <a16:creationId xmlns:a16="http://schemas.microsoft.com/office/drawing/2014/main" id="{443A08EA-F5BB-4B13-88C8-33D972B0C58E}"/>
                </a:ext>
              </a:extLst>
            </p:cNvPr>
            <p:cNvSpPr/>
            <p:nvPr/>
          </p:nvSpPr>
          <p:spPr>
            <a:xfrm>
              <a:off x="353632" y="326660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23" name="Hexagon 1122">
              <a:extLst>
                <a:ext uri="{FF2B5EF4-FFF2-40B4-BE49-F238E27FC236}">
                  <a16:creationId xmlns:a16="http://schemas.microsoft.com/office/drawing/2014/main" id="{5DFFD007-3891-4FD4-BD9C-E291C383E4D6}"/>
                </a:ext>
              </a:extLst>
            </p:cNvPr>
            <p:cNvSpPr/>
            <p:nvPr/>
          </p:nvSpPr>
          <p:spPr>
            <a:xfrm>
              <a:off x="508413" y="320864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24" name="Hexagon 1123">
              <a:extLst>
                <a:ext uri="{FF2B5EF4-FFF2-40B4-BE49-F238E27FC236}">
                  <a16:creationId xmlns:a16="http://schemas.microsoft.com/office/drawing/2014/main" id="{7DB6E3F8-E837-43A5-A26D-35C23D956BE7}"/>
                </a:ext>
              </a:extLst>
            </p:cNvPr>
            <p:cNvSpPr/>
            <p:nvPr/>
          </p:nvSpPr>
          <p:spPr>
            <a:xfrm>
              <a:off x="660813" y="314592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26" name="Hexagon 1125">
              <a:extLst>
                <a:ext uri="{FF2B5EF4-FFF2-40B4-BE49-F238E27FC236}">
                  <a16:creationId xmlns:a16="http://schemas.microsoft.com/office/drawing/2014/main" id="{2FDE7799-8DA0-4DC9-B119-1BBE71B3ACCD}"/>
                </a:ext>
              </a:extLst>
            </p:cNvPr>
            <p:cNvSpPr/>
            <p:nvPr/>
          </p:nvSpPr>
          <p:spPr>
            <a:xfrm>
              <a:off x="198851" y="32062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27" name="Hexagon 1126">
              <a:extLst>
                <a:ext uri="{FF2B5EF4-FFF2-40B4-BE49-F238E27FC236}">
                  <a16:creationId xmlns:a16="http://schemas.microsoft.com/office/drawing/2014/main" id="{1C387683-BD19-4527-B42F-EC1B2F356516}"/>
                </a:ext>
              </a:extLst>
            </p:cNvPr>
            <p:cNvSpPr/>
            <p:nvPr/>
          </p:nvSpPr>
          <p:spPr>
            <a:xfrm>
              <a:off x="957597" y="314009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28" name="Hexagon 1127">
              <a:extLst>
                <a:ext uri="{FF2B5EF4-FFF2-40B4-BE49-F238E27FC236}">
                  <a16:creationId xmlns:a16="http://schemas.microsoft.com/office/drawing/2014/main" id="{12F30606-167B-42A4-BBEB-DFA570772B00}"/>
                </a:ext>
              </a:extLst>
            </p:cNvPr>
            <p:cNvSpPr/>
            <p:nvPr/>
          </p:nvSpPr>
          <p:spPr>
            <a:xfrm>
              <a:off x="956190" y="3263481"/>
              <a:ext cx="199325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29" name="Hexagon 1128">
              <a:extLst>
                <a:ext uri="{FF2B5EF4-FFF2-40B4-BE49-F238E27FC236}">
                  <a16:creationId xmlns:a16="http://schemas.microsoft.com/office/drawing/2014/main" id="{E46475FD-EE33-41B6-B7FA-F2D221CB3D8F}"/>
                </a:ext>
              </a:extLst>
            </p:cNvPr>
            <p:cNvSpPr/>
            <p:nvPr/>
          </p:nvSpPr>
          <p:spPr>
            <a:xfrm>
              <a:off x="1110214" y="320260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30" name="Hexagon 1129">
              <a:extLst>
                <a:ext uri="{FF2B5EF4-FFF2-40B4-BE49-F238E27FC236}">
                  <a16:creationId xmlns:a16="http://schemas.microsoft.com/office/drawing/2014/main" id="{0A0DDE27-2EE3-4761-8019-D4CF981F0375}"/>
                </a:ext>
              </a:extLst>
            </p:cNvPr>
            <p:cNvSpPr/>
            <p:nvPr/>
          </p:nvSpPr>
          <p:spPr>
            <a:xfrm>
              <a:off x="1265536" y="314247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31" name="Hexagon 1130">
              <a:extLst>
                <a:ext uri="{FF2B5EF4-FFF2-40B4-BE49-F238E27FC236}">
                  <a16:creationId xmlns:a16="http://schemas.microsoft.com/office/drawing/2014/main" id="{FA4E038B-0D40-4896-A0A1-2C0477BDD202}"/>
                </a:ext>
              </a:extLst>
            </p:cNvPr>
            <p:cNvSpPr/>
            <p:nvPr/>
          </p:nvSpPr>
          <p:spPr>
            <a:xfrm>
              <a:off x="1112379" y="308195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32" name="Hexagon 1131">
              <a:extLst>
                <a:ext uri="{FF2B5EF4-FFF2-40B4-BE49-F238E27FC236}">
                  <a16:creationId xmlns:a16="http://schemas.microsoft.com/office/drawing/2014/main" id="{15AB3373-7C0E-4B12-B13F-9B954C5B50FF}"/>
                </a:ext>
              </a:extLst>
            </p:cNvPr>
            <p:cNvSpPr/>
            <p:nvPr/>
          </p:nvSpPr>
          <p:spPr>
            <a:xfrm>
              <a:off x="805197" y="320043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34" name="Hexagon 1133">
              <a:extLst>
                <a:ext uri="{FF2B5EF4-FFF2-40B4-BE49-F238E27FC236}">
                  <a16:creationId xmlns:a16="http://schemas.microsoft.com/office/drawing/2014/main" id="{377D2936-09DF-446B-B869-0060A1C91DAC}"/>
                </a:ext>
              </a:extLst>
            </p:cNvPr>
            <p:cNvSpPr/>
            <p:nvPr/>
          </p:nvSpPr>
          <p:spPr>
            <a:xfrm>
              <a:off x="661655" y="302242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35" name="Hexagon 1134">
              <a:extLst>
                <a:ext uri="{FF2B5EF4-FFF2-40B4-BE49-F238E27FC236}">
                  <a16:creationId xmlns:a16="http://schemas.microsoft.com/office/drawing/2014/main" id="{04947F17-C079-4052-8FD0-90FAE3FC9D90}"/>
                </a:ext>
              </a:extLst>
            </p:cNvPr>
            <p:cNvSpPr/>
            <p:nvPr/>
          </p:nvSpPr>
          <p:spPr>
            <a:xfrm>
              <a:off x="814055" y="296208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38" name="Hexagon 1137">
              <a:extLst>
                <a:ext uri="{FF2B5EF4-FFF2-40B4-BE49-F238E27FC236}">
                  <a16:creationId xmlns:a16="http://schemas.microsoft.com/office/drawing/2014/main" id="{08DF5DF5-AC62-4746-AA8F-C602337DDCC9}"/>
                </a:ext>
              </a:extLst>
            </p:cNvPr>
            <p:cNvSpPr/>
            <p:nvPr/>
          </p:nvSpPr>
          <p:spPr>
            <a:xfrm>
              <a:off x="506874" y="296208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39" name="Hexagon 1138">
              <a:extLst>
                <a:ext uri="{FF2B5EF4-FFF2-40B4-BE49-F238E27FC236}">
                  <a16:creationId xmlns:a16="http://schemas.microsoft.com/office/drawing/2014/main" id="{04D8ECA0-3D6A-4C13-B7AE-8CE22474B330}"/>
                </a:ext>
              </a:extLst>
            </p:cNvPr>
            <p:cNvSpPr/>
            <p:nvPr/>
          </p:nvSpPr>
          <p:spPr>
            <a:xfrm>
              <a:off x="965050" y="302601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40" name="Hexagon 1139">
              <a:extLst>
                <a:ext uri="{FF2B5EF4-FFF2-40B4-BE49-F238E27FC236}">
                  <a16:creationId xmlns:a16="http://schemas.microsoft.com/office/drawing/2014/main" id="{51DCE7D1-B7A8-479A-A2FB-9AA4B9200FDF}"/>
                </a:ext>
              </a:extLst>
            </p:cNvPr>
            <p:cNvSpPr/>
            <p:nvPr/>
          </p:nvSpPr>
          <p:spPr>
            <a:xfrm>
              <a:off x="1272448" y="302839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41" name="Hexagon 1140">
              <a:extLst>
                <a:ext uri="{FF2B5EF4-FFF2-40B4-BE49-F238E27FC236}">
                  <a16:creationId xmlns:a16="http://schemas.microsoft.com/office/drawing/2014/main" id="{235D389B-69B3-4C56-BADA-D349F1644AB0}"/>
                </a:ext>
              </a:extLst>
            </p:cNvPr>
            <p:cNvSpPr/>
            <p:nvPr/>
          </p:nvSpPr>
          <p:spPr>
            <a:xfrm>
              <a:off x="1120048" y="296787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42" name="Hexagon 1141">
              <a:extLst>
                <a:ext uri="{FF2B5EF4-FFF2-40B4-BE49-F238E27FC236}">
                  <a16:creationId xmlns:a16="http://schemas.microsoft.com/office/drawing/2014/main" id="{F36FE486-B925-4191-8124-3D340209DE99}"/>
                </a:ext>
              </a:extLst>
            </p:cNvPr>
            <p:cNvSpPr/>
            <p:nvPr/>
          </p:nvSpPr>
          <p:spPr>
            <a:xfrm>
              <a:off x="660814" y="326564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43" name="Hexagon 1142">
              <a:extLst>
                <a:ext uri="{FF2B5EF4-FFF2-40B4-BE49-F238E27FC236}">
                  <a16:creationId xmlns:a16="http://schemas.microsoft.com/office/drawing/2014/main" id="{7ADB03D3-859A-43D7-ADF3-871F691B8029}"/>
                </a:ext>
              </a:extLst>
            </p:cNvPr>
            <p:cNvSpPr/>
            <p:nvPr/>
          </p:nvSpPr>
          <p:spPr>
            <a:xfrm>
              <a:off x="206352" y="332504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44" name="Hexagon 1143">
              <a:extLst>
                <a:ext uri="{FF2B5EF4-FFF2-40B4-BE49-F238E27FC236}">
                  <a16:creationId xmlns:a16="http://schemas.microsoft.com/office/drawing/2014/main" id="{9DAED7AD-46F6-4B2E-B183-55FDB21A36A9}"/>
                </a:ext>
              </a:extLst>
            </p:cNvPr>
            <p:cNvSpPr/>
            <p:nvPr/>
          </p:nvSpPr>
          <p:spPr>
            <a:xfrm>
              <a:off x="660814" y="374661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45" name="Hexagon 1144">
              <a:extLst>
                <a:ext uri="{FF2B5EF4-FFF2-40B4-BE49-F238E27FC236}">
                  <a16:creationId xmlns:a16="http://schemas.microsoft.com/office/drawing/2014/main" id="{B849FFE2-8F1A-46C0-BB30-C202572E7E64}"/>
                </a:ext>
              </a:extLst>
            </p:cNvPr>
            <p:cNvSpPr/>
            <p:nvPr/>
          </p:nvSpPr>
          <p:spPr>
            <a:xfrm>
              <a:off x="1274717" y="350178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46" name="Hexagon 1145">
              <a:extLst>
                <a:ext uri="{FF2B5EF4-FFF2-40B4-BE49-F238E27FC236}">
                  <a16:creationId xmlns:a16="http://schemas.microsoft.com/office/drawing/2014/main" id="{D258CB78-31F9-49C5-B004-6C3457213ACD}"/>
                </a:ext>
              </a:extLst>
            </p:cNvPr>
            <p:cNvSpPr/>
            <p:nvPr/>
          </p:nvSpPr>
          <p:spPr>
            <a:xfrm>
              <a:off x="1423330" y="344437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47" name="Hexagon 1146">
              <a:extLst>
                <a:ext uri="{FF2B5EF4-FFF2-40B4-BE49-F238E27FC236}">
                  <a16:creationId xmlns:a16="http://schemas.microsoft.com/office/drawing/2014/main" id="{9299E818-D83E-4C92-9270-662694A1F4C2}"/>
                </a:ext>
              </a:extLst>
            </p:cNvPr>
            <p:cNvSpPr/>
            <p:nvPr/>
          </p:nvSpPr>
          <p:spPr>
            <a:xfrm>
              <a:off x="1421165" y="332340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48" name="Hexagon 1147">
              <a:extLst>
                <a:ext uri="{FF2B5EF4-FFF2-40B4-BE49-F238E27FC236}">
                  <a16:creationId xmlns:a16="http://schemas.microsoft.com/office/drawing/2014/main" id="{A49B1415-A1D5-45F2-AD01-8401F61BC543}"/>
                </a:ext>
              </a:extLst>
            </p:cNvPr>
            <p:cNvSpPr/>
            <p:nvPr/>
          </p:nvSpPr>
          <p:spPr>
            <a:xfrm>
              <a:off x="1418500" y="320391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49" name="Hexagon 1148">
              <a:extLst>
                <a:ext uri="{FF2B5EF4-FFF2-40B4-BE49-F238E27FC236}">
                  <a16:creationId xmlns:a16="http://schemas.microsoft.com/office/drawing/2014/main" id="{6E7612C6-F7E0-492E-88ED-248CE27765E6}"/>
                </a:ext>
              </a:extLst>
            </p:cNvPr>
            <p:cNvSpPr/>
            <p:nvPr/>
          </p:nvSpPr>
          <p:spPr>
            <a:xfrm>
              <a:off x="355538" y="302364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50" name="Hexagon 1149">
              <a:extLst>
                <a:ext uri="{FF2B5EF4-FFF2-40B4-BE49-F238E27FC236}">
                  <a16:creationId xmlns:a16="http://schemas.microsoft.com/office/drawing/2014/main" id="{95432755-BD3B-4F99-B261-1F0A504F175D}"/>
                </a:ext>
              </a:extLst>
            </p:cNvPr>
            <p:cNvSpPr/>
            <p:nvPr/>
          </p:nvSpPr>
          <p:spPr>
            <a:xfrm>
              <a:off x="2181884" y="31460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51" name="Hexagon 1150">
              <a:extLst>
                <a:ext uri="{FF2B5EF4-FFF2-40B4-BE49-F238E27FC236}">
                  <a16:creationId xmlns:a16="http://schemas.microsoft.com/office/drawing/2014/main" id="{A10EA173-BEB1-45F7-A0F4-DFADB9241A4C}"/>
                </a:ext>
              </a:extLst>
            </p:cNvPr>
            <p:cNvSpPr/>
            <p:nvPr/>
          </p:nvSpPr>
          <p:spPr>
            <a:xfrm>
              <a:off x="2177338" y="3266773"/>
              <a:ext cx="199110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52" name="Hexagon 1151">
              <a:extLst>
                <a:ext uri="{FF2B5EF4-FFF2-40B4-BE49-F238E27FC236}">
                  <a16:creationId xmlns:a16="http://schemas.microsoft.com/office/drawing/2014/main" id="{ADA18201-D66E-45F8-8CF4-7B3C335E6933}"/>
                </a:ext>
              </a:extLst>
            </p:cNvPr>
            <p:cNvSpPr/>
            <p:nvPr/>
          </p:nvSpPr>
          <p:spPr>
            <a:xfrm>
              <a:off x="2334501" y="320643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53" name="Hexagon 1152">
              <a:extLst>
                <a:ext uri="{FF2B5EF4-FFF2-40B4-BE49-F238E27FC236}">
                  <a16:creationId xmlns:a16="http://schemas.microsoft.com/office/drawing/2014/main" id="{9C7175C5-1B93-44E0-863F-F8F417386814}"/>
                </a:ext>
              </a:extLst>
            </p:cNvPr>
            <p:cNvSpPr/>
            <p:nvPr/>
          </p:nvSpPr>
          <p:spPr>
            <a:xfrm>
              <a:off x="2486901" y="315042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54" name="Hexagon 1153">
              <a:extLst>
                <a:ext uri="{FF2B5EF4-FFF2-40B4-BE49-F238E27FC236}">
                  <a16:creationId xmlns:a16="http://schemas.microsoft.com/office/drawing/2014/main" id="{E6A3D30B-D127-4611-A9CF-4EF2FA682A05}"/>
                </a:ext>
              </a:extLst>
            </p:cNvPr>
            <p:cNvSpPr/>
            <p:nvPr/>
          </p:nvSpPr>
          <p:spPr>
            <a:xfrm>
              <a:off x="2336665" y="308362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55" name="Hexagon 1154">
              <a:extLst>
                <a:ext uri="{FF2B5EF4-FFF2-40B4-BE49-F238E27FC236}">
                  <a16:creationId xmlns:a16="http://schemas.microsoft.com/office/drawing/2014/main" id="{EAD4FABF-9668-41B3-A4DD-33B4F5770B3E}"/>
                </a:ext>
              </a:extLst>
            </p:cNvPr>
            <p:cNvSpPr/>
            <p:nvPr/>
          </p:nvSpPr>
          <p:spPr>
            <a:xfrm>
              <a:off x="2027319" y="320643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56" name="Hexagon 1155">
              <a:extLst>
                <a:ext uri="{FF2B5EF4-FFF2-40B4-BE49-F238E27FC236}">
                  <a16:creationId xmlns:a16="http://schemas.microsoft.com/office/drawing/2014/main" id="{ED5DB2FA-43B3-497A-AD64-CD44D8D29DDC}"/>
                </a:ext>
              </a:extLst>
            </p:cNvPr>
            <p:cNvSpPr/>
            <p:nvPr/>
          </p:nvSpPr>
          <p:spPr>
            <a:xfrm>
              <a:off x="2641610" y="296920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57" name="Hexagon 1156">
              <a:extLst>
                <a:ext uri="{FF2B5EF4-FFF2-40B4-BE49-F238E27FC236}">
                  <a16:creationId xmlns:a16="http://schemas.microsoft.com/office/drawing/2014/main" id="{AAF21593-9CDD-4728-96D0-768254FA9B07}"/>
                </a:ext>
              </a:extLst>
            </p:cNvPr>
            <p:cNvSpPr/>
            <p:nvPr/>
          </p:nvSpPr>
          <p:spPr>
            <a:xfrm>
              <a:off x="2641286" y="308826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58" name="Hexagon 1157">
              <a:extLst>
                <a:ext uri="{FF2B5EF4-FFF2-40B4-BE49-F238E27FC236}">
                  <a16:creationId xmlns:a16="http://schemas.microsoft.com/office/drawing/2014/main" id="{0A4BA7F0-7CED-495F-8B81-E9C13CEB4542}"/>
                </a:ext>
              </a:extLst>
            </p:cNvPr>
            <p:cNvSpPr/>
            <p:nvPr/>
          </p:nvSpPr>
          <p:spPr>
            <a:xfrm>
              <a:off x="2795309" y="302575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59" name="Hexagon 1158">
              <a:extLst>
                <a:ext uri="{FF2B5EF4-FFF2-40B4-BE49-F238E27FC236}">
                  <a16:creationId xmlns:a16="http://schemas.microsoft.com/office/drawing/2014/main" id="{A641E01B-D244-4691-88B3-39C9C47A79F8}"/>
                </a:ext>
              </a:extLst>
            </p:cNvPr>
            <p:cNvSpPr/>
            <p:nvPr/>
          </p:nvSpPr>
          <p:spPr>
            <a:xfrm>
              <a:off x="2950090" y="296541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60" name="Hexagon 1159">
              <a:extLst>
                <a:ext uri="{FF2B5EF4-FFF2-40B4-BE49-F238E27FC236}">
                  <a16:creationId xmlns:a16="http://schemas.microsoft.com/office/drawing/2014/main" id="{800C5DB0-572E-4CE7-A8A5-C90931EA175B}"/>
                </a:ext>
              </a:extLst>
            </p:cNvPr>
            <p:cNvSpPr/>
            <p:nvPr/>
          </p:nvSpPr>
          <p:spPr>
            <a:xfrm>
              <a:off x="2792062" y="2904032"/>
              <a:ext cx="199725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61" name="Hexagon 1160">
              <a:extLst>
                <a:ext uri="{FF2B5EF4-FFF2-40B4-BE49-F238E27FC236}">
                  <a16:creationId xmlns:a16="http://schemas.microsoft.com/office/drawing/2014/main" id="{049E5200-E70E-4F30-B306-EA3C37F2F47D}"/>
                </a:ext>
              </a:extLst>
            </p:cNvPr>
            <p:cNvSpPr/>
            <p:nvPr/>
          </p:nvSpPr>
          <p:spPr>
            <a:xfrm>
              <a:off x="2488127" y="303008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62" name="Hexagon 1161">
              <a:extLst>
                <a:ext uri="{FF2B5EF4-FFF2-40B4-BE49-F238E27FC236}">
                  <a16:creationId xmlns:a16="http://schemas.microsoft.com/office/drawing/2014/main" id="{45EEF1E5-7EC6-4CD6-9598-73E570353842}"/>
                </a:ext>
              </a:extLst>
            </p:cNvPr>
            <p:cNvSpPr/>
            <p:nvPr/>
          </p:nvSpPr>
          <p:spPr>
            <a:xfrm>
              <a:off x="2033267" y="261141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63" name="Hexagon 1162">
              <a:extLst>
                <a:ext uri="{FF2B5EF4-FFF2-40B4-BE49-F238E27FC236}">
                  <a16:creationId xmlns:a16="http://schemas.microsoft.com/office/drawing/2014/main" id="{268E95D7-FF9E-46B6-96F2-85CD7604F443}"/>
                </a:ext>
              </a:extLst>
            </p:cNvPr>
            <p:cNvSpPr/>
            <p:nvPr/>
          </p:nvSpPr>
          <p:spPr>
            <a:xfrm>
              <a:off x="2033267" y="273522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64" name="Hexagon 1163">
              <a:extLst>
                <a:ext uri="{FF2B5EF4-FFF2-40B4-BE49-F238E27FC236}">
                  <a16:creationId xmlns:a16="http://schemas.microsoft.com/office/drawing/2014/main" id="{84EF703C-5646-449D-81FE-ED026DEF66DC}"/>
                </a:ext>
              </a:extLst>
            </p:cNvPr>
            <p:cNvSpPr/>
            <p:nvPr/>
          </p:nvSpPr>
          <p:spPr>
            <a:xfrm>
              <a:off x="2184043" y="267099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65" name="Hexagon 1164">
              <a:extLst>
                <a:ext uri="{FF2B5EF4-FFF2-40B4-BE49-F238E27FC236}">
                  <a16:creationId xmlns:a16="http://schemas.microsoft.com/office/drawing/2014/main" id="{54BDD765-5BD8-4C63-9438-7F2ACB653E32}"/>
                </a:ext>
              </a:extLst>
            </p:cNvPr>
            <p:cNvSpPr/>
            <p:nvPr/>
          </p:nvSpPr>
          <p:spPr>
            <a:xfrm>
              <a:off x="2336119" y="26066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66" name="Hexagon 1165">
              <a:extLst>
                <a:ext uri="{FF2B5EF4-FFF2-40B4-BE49-F238E27FC236}">
                  <a16:creationId xmlns:a16="http://schemas.microsoft.com/office/drawing/2014/main" id="{F21BE7C4-AFCE-48C7-B9B8-5DF6A24CD145}"/>
                </a:ext>
              </a:extLst>
            </p:cNvPr>
            <p:cNvSpPr/>
            <p:nvPr/>
          </p:nvSpPr>
          <p:spPr>
            <a:xfrm>
              <a:off x="2183286" y="254764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67" name="Hexagon 1166">
              <a:extLst>
                <a:ext uri="{FF2B5EF4-FFF2-40B4-BE49-F238E27FC236}">
                  <a16:creationId xmlns:a16="http://schemas.microsoft.com/office/drawing/2014/main" id="{653529CE-54B8-4D61-8979-C8A92D6BE11E}"/>
                </a:ext>
              </a:extLst>
            </p:cNvPr>
            <p:cNvSpPr/>
            <p:nvPr/>
          </p:nvSpPr>
          <p:spPr>
            <a:xfrm>
              <a:off x="1880866" y="267413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68" name="Hexagon 1167">
              <a:extLst>
                <a:ext uri="{FF2B5EF4-FFF2-40B4-BE49-F238E27FC236}">
                  <a16:creationId xmlns:a16="http://schemas.microsoft.com/office/drawing/2014/main" id="{AD54DA1D-D81A-44F0-B124-D1F4FD81CC5A}"/>
                </a:ext>
              </a:extLst>
            </p:cNvPr>
            <p:cNvSpPr/>
            <p:nvPr/>
          </p:nvSpPr>
          <p:spPr>
            <a:xfrm>
              <a:off x="2490263" y="266855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69" name="Hexagon 1168">
              <a:extLst>
                <a:ext uri="{FF2B5EF4-FFF2-40B4-BE49-F238E27FC236}">
                  <a16:creationId xmlns:a16="http://schemas.microsoft.com/office/drawing/2014/main" id="{7BCD83E0-8585-4ED6-8740-1E7DA728EB21}"/>
                </a:ext>
              </a:extLst>
            </p:cNvPr>
            <p:cNvSpPr/>
            <p:nvPr/>
          </p:nvSpPr>
          <p:spPr>
            <a:xfrm>
              <a:off x="2492644" y="279085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70" name="Hexagon 1169">
              <a:extLst>
                <a:ext uri="{FF2B5EF4-FFF2-40B4-BE49-F238E27FC236}">
                  <a16:creationId xmlns:a16="http://schemas.microsoft.com/office/drawing/2014/main" id="{8B076C05-BB07-4DDA-8CB8-27CD1F8C9F91}"/>
                </a:ext>
              </a:extLst>
            </p:cNvPr>
            <p:cNvSpPr/>
            <p:nvPr/>
          </p:nvSpPr>
          <p:spPr>
            <a:xfrm>
              <a:off x="2645044" y="273051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71" name="Hexagon 1170">
              <a:extLst>
                <a:ext uri="{FF2B5EF4-FFF2-40B4-BE49-F238E27FC236}">
                  <a16:creationId xmlns:a16="http://schemas.microsoft.com/office/drawing/2014/main" id="{2D8D4D21-878C-4954-9D51-53E440929CC8}"/>
                </a:ext>
              </a:extLst>
            </p:cNvPr>
            <p:cNvSpPr/>
            <p:nvPr/>
          </p:nvSpPr>
          <p:spPr>
            <a:xfrm>
              <a:off x="2797444" y="267017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72" name="Hexagon 1171">
              <a:extLst>
                <a:ext uri="{FF2B5EF4-FFF2-40B4-BE49-F238E27FC236}">
                  <a16:creationId xmlns:a16="http://schemas.microsoft.com/office/drawing/2014/main" id="{701847E8-FFF7-4B5C-B4D1-1AF1DF94BC8D}"/>
                </a:ext>
              </a:extLst>
            </p:cNvPr>
            <p:cNvSpPr/>
            <p:nvPr/>
          </p:nvSpPr>
          <p:spPr>
            <a:xfrm>
              <a:off x="2644503" y="260716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73" name="Hexagon 1172">
              <a:extLst>
                <a:ext uri="{FF2B5EF4-FFF2-40B4-BE49-F238E27FC236}">
                  <a16:creationId xmlns:a16="http://schemas.microsoft.com/office/drawing/2014/main" id="{15E15BDC-4C39-48EC-8E4A-96EA20ADD002}"/>
                </a:ext>
              </a:extLst>
            </p:cNvPr>
            <p:cNvSpPr/>
            <p:nvPr/>
          </p:nvSpPr>
          <p:spPr>
            <a:xfrm>
              <a:off x="2337863" y="273051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74" name="Hexagon 1173">
              <a:extLst>
                <a:ext uri="{FF2B5EF4-FFF2-40B4-BE49-F238E27FC236}">
                  <a16:creationId xmlns:a16="http://schemas.microsoft.com/office/drawing/2014/main" id="{B0421E4E-321C-437B-9855-D09174BF8C77}"/>
                </a:ext>
              </a:extLst>
            </p:cNvPr>
            <p:cNvSpPr/>
            <p:nvPr/>
          </p:nvSpPr>
          <p:spPr>
            <a:xfrm>
              <a:off x="1726166" y="249337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75" name="Hexagon 1174">
              <a:extLst>
                <a:ext uri="{FF2B5EF4-FFF2-40B4-BE49-F238E27FC236}">
                  <a16:creationId xmlns:a16="http://schemas.microsoft.com/office/drawing/2014/main" id="{CED59F34-B855-4FE4-808F-8C4B18948F10}"/>
                </a:ext>
              </a:extLst>
            </p:cNvPr>
            <p:cNvSpPr/>
            <p:nvPr/>
          </p:nvSpPr>
          <p:spPr>
            <a:xfrm>
              <a:off x="1727790" y="261556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76" name="Hexagon 1175">
              <a:extLst>
                <a:ext uri="{FF2B5EF4-FFF2-40B4-BE49-F238E27FC236}">
                  <a16:creationId xmlns:a16="http://schemas.microsoft.com/office/drawing/2014/main" id="{8F57B4DE-3B0B-4B5A-969D-2DB2C1E9511D}"/>
                </a:ext>
              </a:extLst>
            </p:cNvPr>
            <p:cNvSpPr/>
            <p:nvPr/>
          </p:nvSpPr>
          <p:spPr>
            <a:xfrm>
              <a:off x="1880190" y="255046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77" name="Hexagon 1176">
              <a:extLst>
                <a:ext uri="{FF2B5EF4-FFF2-40B4-BE49-F238E27FC236}">
                  <a16:creationId xmlns:a16="http://schemas.microsoft.com/office/drawing/2014/main" id="{A50DCC7C-E223-4919-9FF7-5965655F001A}"/>
                </a:ext>
              </a:extLst>
            </p:cNvPr>
            <p:cNvSpPr/>
            <p:nvPr/>
          </p:nvSpPr>
          <p:spPr>
            <a:xfrm>
              <a:off x="2034971" y="249250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78" name="Hexagon 1177">
              <a:extLst>
                <a:ext uri="{FF2B5EF4-FFF2-40B4-BE49-F238E27FC236}">
                  <a16:creationId xmlns:a16="http://schemas.microsoft.com/office/drawing/2014/main" id="{0D126E48-BA5D-4C97-9F92-D45F539CAB7C}"/>
                </a:ext>
              </a:extLst>
            </p:cNvPr>
            <p:cNvSpPr/>
            <p:nvPr/>
          </p:nvSpPr>
          <p:spPr>
            <a:xfrm>
              <a:off x="1878567" y="24333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79" name="Hexagon 1178">
              <a:extLst>
                <a:ext uri="{FF2B5EF4-FFF2-40B4-BE49-F238E27FC236}">
                  <a16:creationId xmlns:a16="http://schemas.microsoft.com/office/drawing/2014/main" id="{6D4A30F2-A753-47FF-9C97-5283538DE3B9}"/>
                </a:ext>
              </a:extLst>
            </p:cNvPr>
            <p:cNvSpPr/>
            <p:nvPr/>
          </p:nvSpPr>
          <p:spPr>
            <a:xfrm>
              <a:off x="1575174" y="255284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80" name="Hexagon 1179">
              <a:extLst>
                <a:ext uri="{FF2B5EF4-FFF2-40B4-BE49-F238E27FC236}">
                  <a16:creationId xmlns:a16="http://schemas.microsoft.com/office/drawing/2014/main" id="{F0A1A757-8220-4DD6-A293-13B4D9B057AD}"/>
                </a:ext>
              </a:extLst>
            </p:cNvPr>
            <p:cNvSpPr/>
            <p:nvPr/>
          </p:nvSpPr>
          <p:spPr>
            <a:xfrm>
              <a:off x="2638161" y="236968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81" name="Hexagon 1180">
              <a:extLst>
                <a:ext uri="{FF2B5EF4-FFF2-40B4-BE49-F238E27FC236}">
                  <a16:creationId xmlns:a16="http://schemas.microsoft.com/office/drawing/2014/main" id="{A9F51FE1-4BA4-4A9D-B730-33A223B13E71}"/>
                </a:ext>
              </a:extLst>
            </p:cNvPr>
            <p:cNvSpPr/>
            <p:nvPr/>
          </p:nvSpPr>
          <p:spPr>
            <a:xfrm>
              <a:off x="2640542" y="249036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82" name="Hexagon 1181">
              <a:extLst>
                <a:ext uri="{FF2B5EF4-FFF2-40B4-BE49-F238E27FC236}">
                  <a16:creationId xmlns:a16="http://schemas.microsoft.com/office/drawing/2014/main" id="{E5E21C0A-D6B1-4B46-9BD4-592782288F00}"/>
                </a:ext>
              </a:extLst>
            </p:cNvPr>
            <p:cNvSpPr/>
            <p:nvPr/>
          </p:nvSpPr>
          <p:spPr>
            <a:xfrm>
              <a:off x="2792942" y="243002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83" name="Hexagon 1182">
              <a:extLst>
                <a:ext uri="{FF2B5EF4-FFF2-40B4-BE49-F238E27FC236}">
                  <a16:creationId xmlns:a16="http://schemas.microsoft.com/office/drawing/2014/main" id="{FFE0A051-A762-4C5D-A87E-4CEA3BE87779}"/>
                </a:ext>
              </a:extLst>
            </p:cNvPr>
            <p:cNvSpPr/>
            <p:nvPr/>
          </p:nvSpPr>
          <p:spPr>
            <a:xfrm>
              <a:off x="2945342" y="236968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84" name="Hexagon 1183">
              <a:extLst>
                <a:ext uri="{FF2B5EF4-FFF2-40B4-BE49-F238E27FC236}">
                  <a16:creationId xmlns:a16="http://schemas.microsoft.com/office/drawing/2014/main" id="{D4C726F5-84D5-4F24-8765-DC7F2505213E}"/>
                </a:ext>
              </a:extLst>
            </p:cNvPr>
            <p:cNvSpPr/>
            <p:nvPr/>
          </p:nvSpPr>
          <p:spPr>
            <a:xfrm>
              <a:off x="2790777" y="230721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85" name="Hexagon 1184">
              <a:extLst>
                <a:ext uri="{FF2B5EF4-FFF2-40B4-BE49-F238E27FC236}">
                  <a16:creationId xmlns:a16="http://schemas.microsoft.com/office/drawing/2014/main" id="{366A22FA-7E65-439B-9B42-0897BA91E9AD}"/>
                </a:ext>
              </a:extLst>
            </p:cNvPr>
            <p:cNvSpPr/>
            <p:nvPr/>
          </p:nvSpPr>
          <p:spPr>
            <a:xfrm>
              <a:off x="2485761" y="243002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86" name="Hexagon 1185">
              <a:extLst>
                <a:ext uri="{FF2B5EF4-FFF2-40B4-BE49-F238E27FC236}">
                  <a16:creationId xmlns:a16="http://schemas.microsoft.com/office/drawing/2014/main" id="{AF6A53CF-C2E0-49B3-A0F1-0AB86E7ACB9A}"/>
                </a:ext>
              </a:extLst>
            </p:cNvPr>
            <p:cNvSpPr/>
            <p:nvPr/>
          </p:nvSpPr>
          <p:spPr>
            <a:xfrm>
              <a:off x="2945136" y="248748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87" name="Hexagon 1186">
              <a:extLst>
                <a:ext uri="{FF2B5EF4-FFF2-40B4-BE49-F238E27FC236}">
                  <a16:creationId xmlns:a16="http://schemas.microsoft.com/office/drawing/2014/main" id="{3096577B-9111-4CFE-8E2E-550BCE2B01AC}"/>
                </a:ext>
              </a:extLst>
            </p:cNvPr>
            <p:cNvSpPr/>
            <p:nvPr/>
          </p:nvSpPr>
          <p:spPr>
            <a:xfrm>
              <a:off x="2947517" y="260816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88" name="Hexagon 1187">
              <a:extLst>
                <a:ext uri="{FF2B5EF4-FFF2-40B4-BE49-F238E27FC236}">
                  <a16:creationId xmlns:a16="http://schemas.microsoft.com/office/drawing/2014/main" id="{73C21C54-D3CF-41E0-AD4A-5BEADCAB6542}"/>
                </a:ext>
              </a:extLst>
            </p:cNvPr>
            <p:cNvSpPr/>
            <p:nvPr/>
          </p:nvSpPr>
          <p:spPr>
            <a:xfrm>
              <a:off x="3099917" y="254782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91" name="Hexagon 1190">
              <a:extLst>
                <a:ext uri="{FF2B5EF4-FFF2-40B4-BE49-F238E27FC236}">
                  <a16:creationId xmlns:a16="http://schemas.microsoft.com/office/drawing/2014/main" id="{C089D9DD-87EC-4BB5-B6B9-F5E59E42F8BD}"/>
                </a:ext>
              </a:extLst>
            </p:cNvPr>
            <p:cNvSpPr/>
            <p:nvPr/>
          </p:nvSpPr>
          <p:spPr>
            <a:xfrm>
              <a:off x="2792736" y="254782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92" name="Hexagon 1191">
              <a:extLst>
                <a:ext uri="{FF2B5EF4-FFF2-40B4-BE49-F238E27FC236}">
                  <a16:creationId xmlns:a16="http://schemas.microsoft.com/office/drawing/2014/main" id="{640A36D4-C443-4640-8003-33F77D650CA3}"/>
                </a:ext>
              </a:extLst>
            </p:cNvPr>
            <p:cNvSpPr/>
            <p:nvPr/>
          </p:nvSpPr>
          <p:spPr>
            <a:xfrm>
              <a:off x="1415399" y="237286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93" name="Hexagon 1192">
              <a:extLst>
                <a:ext uri="{FF2B5EF4-FFF2-40B4-BE49-F238E27FC236}">
                  <a16:creationId xmlns:a16="http://schemas.microsoft.com/office/drawing/2014/main" id="{1B37D707-93FD-49FD-A741-AAA190422A4C}"/>
                </a:ext>
              </a:extLst>
            </p:cNvPr>
            <p:cNvSpPr/>
            <p:nvPr/>
          </p:nvSpPr>
          <p:spPr>
            <a:xfrm>
              <a:off x="1417022" y="249668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94" name="Hexagon 1193">
              <a:extLst>
                <a:ext uri="{FF2B5EF4-FFF2-40B4-BE49-F238E27FC236}">
                  <a16:creationId xmlns:a16="http://schemas.microsoft.com/office/drawing/2014/main" id="{C69E5037-F1A0-4198-805A-D229AC87A515}"/>
                </a:ext>
              </a:extLst>
            </p:cNvPr>
            <p:cNvSpPr/>
            <p:nvPr/>
          </p:nvSpPr>
          <p:spPr>
            <a:xfrm>
              <a:off x="1569422" y="243396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95" name="Hexagon 1194">
              <a:extLst>
                <a:ext uri="{FF2B5EF4-FFF2-40B4-BE49-F238E27FC236}">
                  <a16:creationId xmlns:a16="http://schemas.microsoft.com/office/drawing/2014/main" id="{8F2763FD-D75D-4F1F-AF78-7175760C9164}"/>
                </a:ext>
              </a:extLst>
            </p:cNvPr>
            <p:cNvSpPr/>
            <p:nvPr/>
          </p:nvSpPr>
          <p:spPr>
            <a:xfrm>
              <a:off x="1724420" y="237362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97" name="Hexagon 1196">
              <a:extLst>
                <a:ext uri="{FF2B5EF4-FFF2-40B4-BE49-F238E27FC236}">
                  <a16:creationId xmlns:a16="http://schemas.microsoft.com/office/drawing/2014/main" id="{178F7756-E44F-418D-A8C4-4FA70163DE3E}"/>
                </a:ext>
              </a:extLst>
            </p:cNvPr>
            <p:cNvSpPr/>
            <p:nvPr/>
          </p:nvSpPr>
          <p:spPr>
            <a:xfrm>
              <a:off x="1263863" y="243634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98" name="Hexagon 1197">
              <a:extLst>
                <a:ext uri="{FF2B5EF4-FFF2-40B4-BE49-F238E27FC236}">
                  <a16:creationId xmlns:a16="http://schemas.microsoft.com/office/drawing/2014/main" id="{8EB18B32-3921-4B4D-8CA5-F8B41E7D0AEF}"/>
                </a:ext>
              </a:extLst>
            </p:cNvPr>
            <p:cNvSpPr/>
            <p:nvPr/>
          </p:nvSpPr>
          <p:spPr>
            <a:xfrm>
              <a:off x="1418306" y="202147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99" name="Hexagon 1198">
              <a:extLst>
                <a:ext uri="{FF2B5EF4-FFF2-40B4-BE49-F238E27FC236}">
                  <a16:creationId xmlns:a16="http://schemas.microsoft.com/office/drawing/2014/main" id="{018E0F20-C18C-41A6-B29C-238377034B4B}"/>
                </a:ext>
              </a:extLst>
            </p:cNvPr>
            <p:cNvSpPr/>
            <p:nvPr/>
          </p:nvSpPr>
          <p:spPr>
            <a:xfrm>
              <a:off x="1418522" y="214215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00" name="Hexagon 1199">
              <a:extLst>
                <a:ext uri="{FF2B5EF4-FFF2-40B4-BE49-F238E27FC236}">
                  <a16:creationId xmlns:a16="http://schemas.microsoft.com/office/drawing/2014/main" id="{63D7FBC5-EDD1-4BCF-8B0E-1C72C6C72D42}"/>
                </a:ext>
              </a:extLst>
            </p:cNvPr>
            <p:cNvSpPr/>
            <p:nvPr/>
          </p:nvSpPr>
          <p:spPr>
            <a:xfrm>
              <a:off x="1570922" y="207748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01" name="Hexagon 1200">
              <a:extLst>
                <a:ext uri="{FF2B5EF4-FFF2-40B4-BE49-F238E27FC236}">
                  <a16:creationId xmlns:a16="http://schemas.microsoft.com/office/drawing/2014/main" id="{BA8587AF-EAAD-46C7-AD8E-39A0B9259B5A}"/>
                </a:ext>
              </a:extLst>
            </p:cNvPr>
            <p:cNvSpPr/>
            <p:nvPr/>
          </p:nvSpPr>
          <p:spPr>
            <a:xfrm>
              <a:off x="1725487" y="202147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02" name="Hexagon 1201">
              <a:extLst>
                <a:ext uri="{FF2B5EF4-FFF2-40B4-BE49-F238E27FC236}">
                  <a16:creationId xmlns:a16="http://schemas.microsoft.com/office/drawing/2014/main" id="{3A519B20-EBB3-4203-AFDB-C92DD99A3692}"/>
                </a:ext>
              </a:extLst>
            </p:cNvPr>
            <p:cNvSpPr/>
            <p:nvPr/>
          </p:nvSpPr>
          <p:spPr>
            <a:xfrm>
              <a:off x="1573087" y="195900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03" name="Hexagon 1202">
              <a:extLst>
                <a:ext uri="{FF2B5EF4-FFF2-40B4-BE49-F238E27FC236}">
                  <a16:creationId xmlns:a16="http://schemas.microsoft.com/office/drawing/2014/main" id="{5D86D53B-00D3-4AFE-9AE9-30C05260FE77}"/>
                </a:ext>
              </a:extLst>
            </p:cNvPr>
            <p:cNvSpPr/>
            <p:nvPr/>
          </p:nvSpPr>
          <p:spPr>
            <a:xfrm>
              <a:off x="1265906" y="208181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04" name="Hexagon 1203">
              <a:extLst>
                <a:ext uri="{FF2B5EF4-FFF2-40B4-BE49-F238E27FC236}">
                  <a16:creationId xmlns:a16="http://schemas.microsoft.com/office/drawing/2014/main" id="{BEA77DEE-8B72-49B0-9E91-EA3848CD3109}"/>
                </a:ext>
              </a:extLst>
            </p:cNvPr>
            <p:cNvSpPr/>
            <p:nvPr/>
          </p:nvSpPr>
          <p:spPr>
            <a:xfrm>
              <a:off x="2026843" y="225317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05" name="Hexagon 1204">
              <a:extLst>
                <a:ext uri="{FF2B5EF4-FFF2-40B4-BE49-F238E27FC236}">
                  <a16:creationId xmlns:a16="http://schemas.microsoft.com/office/drawing/2014/main" id="{CA7D4073-D15E-4ACD-AA2A-CF810E63A2CB}"/>
                </a:ext>
              </a:extLst>
            </p:cNvPr>
            <p:cNvSpPr/>
            <p:nvPr/>
          </p:nvSpPr>
          <p:spPr>
            <a:xfrm>
              <a:off x="2029224" y="237384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06" name="Hexagon 1205">
              <a:extLst>
                <a:ext uri="{FF2B5EF4-FFF2-40B4-BE49-F238E27FC236}">
                  <a16:creationId xmlns:a16="http://schemas.microsoft.com/office/drawing/2014/main" id="{BA62C005-59D4-4252-82E3-5C987D651A1A}"/>
                </a:ext>
              </a:extLst>
            </p:cNvPr>
            <p:cNvSpPr/>
            <p:nvPr/>
          </p:nvSpPr>
          <p:spPr>
            <a:xfrm>
              <a:off x="2181624" y="231351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07" name="Hexagon 1206">
              <a:extLst>
                <a:ext uri="{FF2B5EF4-FFF2-40B4-BE49-F238E27FC236}">
                  <a16:creationId xmlns:a16="http://schemas.microsoft.com/office/drawing/2014/main" id="{A920BEBE-D510-47D8-BF29-03AEBBAA476E}"/>
                </a:ext>
              </a:extLst>
            </p:cNvPr>
            <p:cNvSpPr/>
            <p:nvPr/>
          </p:nvSpPr>
          <p:spPr>
            <a:xfrm>
              <a:off x="2334025" y="225317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08" name="Hexagon 1207">
              <a:extLst>
                <a:ext uri="{FF2B5EF4-FFF2-40B4-BE49-F238E27FC236}">
                  <a16:creationId xmlns:a16="http://schemas.microsoft.com/office/drawing/2014/main" id="{BBADA798-A911-427A-AD02-7B4A3DB3B0A4}"/>
                </a:ext>
              </a:extLst>
            </p:cNvPr>
            <p:cNvSpPr/>
            <p:nvPr/>
          </p:nvSpPr>
          <p:spPr>
            <a:xfrm>
              <a:off x="2181082" y="219232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09" name="Hexagon 1208">
              <a:extLst>
                <a:ext uri="{FF2B5EF4-FFF2-40B4-BE49-F238E27FC236}">
                  <a16:creationId xmlns:a16="http://schemas.microsoft.com/office/drawing/2014/main" id="{80FB7DB7-4652-42C6-9BB2-73C054B8D7F3}"/>
                </a:ext>
              </a:extLst>
            </p:cNvPr>
            <p:cNvSpPr/>
            <p:nvPr/>
          </p:nvSpPr>
          <p:spPr>
            <a:xfrm>
              <a:off x="1874443" y="231351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10" name="Hexagon 1209">
              <a:extLst>
                <a:ext uri="{FF2B5EF4-FFF2-40B4-BE49-F238E27FC236}">
                  <a16:creationId xmlns:a16="http://schemas.microsoft.com/office/drawing/2014/main" id="{58B96091-78AA-4ED9-9A0E-1D1ACDA95846}"/>
                </a:ext>
              </a:extLst>
            </p:cNvPr>
            <p:cNvSpPr/>
            <p:nvPr/>
          </p:nvSpPr>
          <p:spPr>
            <a:xfrm>
              <a:off x="2633399" y="321270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11" name="Hexagon 1210">
              <a:extLst>
                <a:ext uri="{FF2B5EF4-FFF2-40B4-BE49-F238E27FC236}">
                  <a16:creationId xmlns:a16="http://schemas.microsoft.com/office/drawing/2014/main" id="{929B12B3-2908-42B8-811B-A6351D006DCE}"/>
                </a:ext>
              </a:extLst>
            </p:cNvPr>
            <p:cNvSpPr/>
            <p:nvPr/>
          </p:nvSpPr>
          <p:spPr>
            <a:xfrm>
              <a:off x="2635780" y="333392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12" name="Hexagon 1211">
              <a:extLst>
                <a:ext uri="{FF2B5EF4-FFF2-40B4-BE49-F238E27FC236}">
                  <a16:creationId xmlns:a16="http://schemas.microsoft.com/office/drawing/2014/main" id="{CEDBA943-776F-4C29-8119-D5877565510D}"/>
                </a:ext>
              </a:extLst>
            </p:cNvPr>
            <p:cNvSpPr/>
            <p:nvPr/>
          </p:nvSpPr>
          <p:spPr>
            <a:xfrm>
              <a:off x="2786015" y="3273047"/>
              <a:ext cx="199276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14" name="Hexagon 1213">
              <a:extLst>
                <a:ext uri="{FF2B5EF4-FFF2-40B4-BE49-F238E27FC236}">
                  <a16:creationId xmlns:a16="http://schemas.microsoft.com/office/drawing/2014/main" id="{9DE95AAC-2269-4A39-BD31-EFF5B3EAFF8B}"/>
                </a:ext>
              </a:extLst>
            </p:cNvPr>
            <p:cNvSpPr/>
            <p:nvPr/>
          </p:nvSpPr>
          <p:spPr>
            <a:xfrm>
              <a:off x="2786557" y="3150240"/>
              <a:ext cx="203606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15" name="Hexagon 1214">
              <a:extLst>
                <a:ext uri="{FF2B5EF4-FFF2-40B4-BE49-F238E27FC236}">
                  <a16:creationId xmlns:a16="http://schemas.microsoft.com/office/drawing/2014/main" id="{35957B68-0DF0-4211-9D99-F10FEDD6B7DA}"/>
                </a:ext>
              </a:extLst>
            </p:cNvPr>
            <p:cNvSpPr/>
            <p:nvPr/>
          </p:nvSpPr>
          <p:spPr>
            <a:xfrm>
              <a:off x="2484246" y="327304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16" name="Hexagon 1215">
              <a:extLst>
                <a:ext uri="{FF2B5EF4-FFF2-40B4-BE49-F238E27FC236}">
                  <a16:creationId xmlns:a16="http://schemas.microsoft.com/office/drawing/2014/main" id="{1ECF5D60-328B-4932-BF40-EB79B819B02D}"/>
                </a:ext>
              </a:extLst>
            </p:cNvPr>
            <p:cNvSpPr/>
            <p:nvPr/>
          </p:nvSpPr>
          <p:spPr>
            <a:xfrm>
              <a:off x="2486500" y="339233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17" name="Hexagon 1216">
              <a:extLst>
                <a:ext uri="{FF2B5EF4-FFF2-40B4-BE49-F238E27FC236}">
                  <a16:creationId xmlns:a16="http://schemas.microsoft.com/office/drawing/2014/main" id="{10484526-E5CD-4B2B-9208-450DD1E856A8}"/>
                </a:ext>
              </a:extLst>
            </p:cNvPr>
            <p:cNvSpPr/>
            <p:nvPr/>
          </p:nvSpPr>
          <p:spPr>
            <a:xfrm>
              <a:off x="2640142" y="345158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18" name="Hexagon 1217">
              <a:extLst>
                <a:ext uri="{FF2B5EF4-FFF2-40B4-BE49-F238E27FC236}">
                  <a16:creationId xmlns:a16="http://schemas.microsoft.com/office/drawing/2014/main" id="{3869E90E-D42C-47BE-B5FF-A61197A57A4B}"/>
                </a:ext>
              </a:extLst>
            </p:cNvPr>
            <p:cNvSpPr/>
            <p:nvPr/>
          </p:nvSpPr>
          <p:spPr>
            <a:xfrm>
              <a:off x="2485360" y="351192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19" name="Hexagon 1218">
              <a:extLst>
                <a:ext uri="{FF2B5EF4-FFF2-40B4-BE49-F238E27FC236}">
                  <a16:creationId xmlns:a16="http://schemas.microsoft.com/office/drawing/2014/main" id="{B93A46E2-E99A-4216-BF72-83ACE3EFAE1A}"/>
                </a:ext>
              </a:extLst>
            </p:cNvPr>
            <p:cNvSpPr/>
            <p:nvPr/>
          </p:nvSpPr>
          <p:spPr>
            <a:xfrm>
              <a:off x="3103065" y="278116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20" name="Hexagon 1219">
              <a:extLst>
                <a:ext uri="{FF2B5EF4-FFF2-40B4-BE49-F238E27FC236}">
                  <a16:creationId xmlns:a16="http://schemas.microsoft.com/office/drawing/2014/main" id="{7D47EAF0-9040-404E-AA99-459C2D669738}"/>
                </a:ext>
              </a:extLst>
            </p:cNvPr>
            <p:cNvSpPr/>
            <p:nvPr/>
          </p:nvSpPr>
          <p:spPr>
            <a:xfrm>
              <a:off x="3254325" y="284755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21" name="Hexagon 1220">
              <a:extLst>
                <a:ext uri="{FF2B5EF4-FFF2-40B4-BE49-F238E27FC236}">
                  <a16:creationId xmlns:a16="http://schemas.microsoft.com/office/drawing/2014/main" id="{210B144D-8960-4AE8-90CA-61863B667D3E}"/>
                </a:ext>
              </a:extLst>
            </p:cNvPr>
            <p:cNvSpPr/>
            <p:nvPr/>
          </p:nvSpPr>
          <p:spPr>
            <a:xfrm>
              <a:off x="3099543" y="290551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22" name="Hexagon 1221">
              <a:extLst>
                <a:ext uri="{FF2B5EF4-FFF2-40B4-BE49-F238E27FC236}">
                  <a16:creationId xmlns:a16="http://schemas.microsoft.com/office/drawing/2014/main" id="{FE0777D5-0E9F-4BAE-A2D1-3760F408AC66}"/>
                </a:ext>
              </a:extLst>
            </p:cNvPr>
            <p:cNvSpPr/>
            <p:nvPr/>
          </p:nvSpPr>
          <p:spPr>
            <a:xfrm>
              <a:off x="1877039" y="207272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23" name="Hexagon 1222">
              <a:extLst>
                <a:ext uri="{FF2B5EF4-FFF2-40B4-BE49-F238E27FC236}">
                  <a16:creationId xmlns:a16="http://schemas.microsoft.com/office/drawing/2014/main" id="{1E061217-6FF5-4155-B9EA-88A58FED0086}"/>
                </a:ext>
              </a:extLst>
            </p:cNvPr>
            <p:cNvSpPr/>
            <p:nvPr/>
          </p:nvSpPr>
          <p:spPr>
            <a:xfrm>
              <a:off x="2025702" y="213717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24" name="Hexagon 1223">
              <a:extLst>
                <a:ext uri="{FF2B5EF4-FFF2-40B4-BE49-F238E27FC236}">
                  <a16:creationId xmlns:a16="http://schemas.microsoft.com/office/drawing/2014/main" id="{B2DE0A96-F714-4335-8607-1FF805DDFCF0}"/>
                </a:ext>
              </a:extLst>
            </p:cNvPr>
            <p:cNvSpPr/>
            <p:nvPr/>
          </p:nvSpPr>
          <p:spPr>
            <a:xfrm>
              <a:off x="1873302" y="219274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28" name="Hexagon 1227">
              <a:extLst>
                <a:ext uri="{FF2B5EF4-FFF2-40B4-BE49-F238E27FC236}">
                  <a16:creationId xmlns:a16="http://schemas.microsoft.com/office/drawing/2014/main" id="{77256F80-7771-4F0F-B7AF-972AA8E30091}"/>
                </a:ext>
              </a:extLst>
            </p:cNvPr>
            <p:cNvSpPr/>
            <p:nvPr/>
          </p:nvSpPr>
          <p:spPr>
            <a:xfrm>
              <a:off x="2184005" y="242799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29" name="Hexagon 1228">
              <a:extLst>
                <a:ext uri="{FF2B5EF4-FFF2-40B4-BE49-F238E27FC236}">
                  <a16:creationId xmlns:a16="http://schemas.microsoft.com/office/drawing/2014/main" id="{87271BD5-C2BE-44A3-8F88-21480AC93A29}"/>
                </a:ext>
              </a:extLst>
            </p:cNvPr>
            <p:cNvSpPr/>
            <p:nvPr/>
          </p:nvSpPr>
          <p:spPr>
            <a:xfrm>
              <a:off x="2333039" y="236682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30" name="Hexagon 1229">
              <a:extLst>
                <a:ext uri="{FF2B5EF4-FFF2-40B4-BE49-F238E27FC236}">
                  <a16:creationId xmlns:a16="http://schemas.microsoft.com/office/drawing/2014/main" id="{923A3B7F-B92A-4DB3-AE57-F331C2B12D97}"/>
                </a:ext>
              </a:extLst>
            </p:cNvPr>
            <p:cNvSpPr/>
            <p:nvPr/>
          </p:nvSpPr>
          <p:spPr>
            <a:xfrm>
              <a:off x="2485440" y="230648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31" name="Hexagon 1230">
              <a:extLst>
                <a:ext uri="{FF2B5EF4-FFF2-40B4-BE49-F238E27FC236}">
                  <a16:creationId xmlns:a16="http://schemas.microsoft.com/office/drawing/2014/main" id="{6BAF4007-B4E4-4ECC-A652-37F5670EF533}"/>
                </a:ext>
              </a:extLst>
            </p:cNvPr>
            <p:cNvSpPr/>
            <p:nvPr/>
          </p:nvSpPr>
          <p:spPr>
            <a:xfrm>
              <a:off x="2637840" y="224614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32" name="Hexagon 1231">
              <a:extLst>
                <a:ext uri="{FF2B5EF4-FFF2-40B4-BE49-F238E27FC236}">
                  <a16:creationId xmlns:a16="http://schemas.microsoft.com/office/drawing/2014/main" id="{1F10197E-38F0-425C-A778-4FE19BD44AB6}"/>
                </a:ext>
              </a:extLst>
            </p:cNvPr>
            <p:cNvSpPr/>
            <p:nvPr/>
          </p:nvSpPr>
          <p:spPr>
            <a:xfrm>
              <a:off x="3099480" y="267018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33" name="Hexagon 1232">
              <a:extLst>
                <a:ext uri="{FF2B5EF4-FFF2-40B4-BE49-F238E27FC236}">
                  <a16:creationId xmlns:a16="http://schemas.microsoft.com/office/drawing/2014/main" id="{5B085477-1E93-4D6F-BFAC-C784FDCA1840}"/>
                </a:ext>
              </a:extLst>
            </p:cNvPr>
            <p:cNvSpPr/>
            <p:nvPr/>
          </p:nvSpPr>
          <p:spPr>
            <a:xfrm>
              <a:off x="3404281" y="267494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34" name="Hexagon 1233">
              <a:extLst>
                <a:ext uri="{FF2B5EF4-FFF2-40B4-BE49-F238E27FC236}">
                  <a16:creationId xmlns:a16="http://schemas.microsoft.com/office/drawing/2014/main" id="{8D64736E-2A8B-4335-8617-7FC6466FB17C}"/>
                </a:ext>
              </a:extLst>
            </p:cNvPr>
            <p:cNvSpPr/>
            <p:nvPr/>
          </p:nvSpPr>
          <p:spPr>
            <a:xfrm>
              <a:off x="3251881" y="261030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35" name="Hexagon 1234">
              <a:extLst>
                <a:ext uri="{FF2B5EF4-FFF2-40B4-BE49-F238E27FC236}">
                  <a16:creationId xmlns:a16="http://schemas.microsoft.com/office/drawing/2014/main" id="{E21CCBE3-3179-489A-BAD3-77582800B9C0}"/>
                </a:ext>
              </a:extLst>
            </p:cNvPr>
            <p:cNvSpPr/>
            <p:nvPr/>
          </p:nvSpPr>
          <p:spPr>
            <a:xfrm>
              <a:off x="3404075" y="27927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36" name="Hexagon 1235">
              <a:extLst>
                <a:ext uri="{FF2B5EF4-FFF2-40B4-BE49-F238E27FC236}">
                  <a16:creationId xmlns:a16="http://schemas.microsoft.com/office/drawing/2014/main" id="{AC026EDE-FAF3-4B39-A4D8-23283302650B}"/>
                </a:ext>
              </a:extLst>
            </p:cNvPr>
            <p:cNvSpPr/>
            <p:nvPr/>
          </p:nvSpPr>
          <p:spPr>
            <a:xfrm>
              <a:off x="2949203" y="284243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37" name="Hexagon 1236">
              <a:extLst>
                <a:ext uri="{FF2B5EF4-FFF2-40B4-BE49-F238E27FC236}">
                  <a16:creationId xmlns:a16="http://schemas.microsoft.com/office/drawing/2014/main" id="{8A127CB4-06F7-4746-94AC-52396885A8ED}"/>
                </a:ext>
              </a:extLst>
            </p:cNvPr>
            <p:cNvSpPr/>
            <p:nvPr/>
          </p:nvSpPr>
          <p:spPr>
            <a:xfrm>
              <a:off x="2643749" y="284988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38" name="Hexagon 1237">
              <a:extLst>
                <a:ext uri="{FF2B5EF4-FFF2-40B4-BE49-F238E27FC236}">
                  <a16:creationId xmlns:a16="http://schemas.microsoft.com/office/drawing/2014/main" id="{6C907547-6B3B-45CF-8A0E-7A49A414EAF8}"/>
                </a:ext>
              </a:extLst>
            </p:cNvPr>
            <p:cNvSpPr/>
            <p:nvPr/>
          </p:nvSpPr>
          <p:spPr>
            <a:xfrm>
              <a:off x="2945563" y="308693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39" name="Hexagon 1238">
              <a:extLst>
                <a:ext uri="{FF2B5EF4-FFF2-40B4-BE49-F238E27FC236}">
                  <a16:creationId xmlns:a16="http://schemas.microsoft.com/office/drawing/2014/main" id="{5E9F04CB-3C09-45B9-B87B-B9C411A3255B}"/>
                </a:ext>
              </a:extLst>
            </p:cNvPr>
            <p:cNvSpPr/>
            <p:nvPr/>
          </p:nvSpPr>
          <p:spPr>
            <a:xfrm>
              <a:off x="3097963" y="302897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0" name="Hexagon 1239">
              <a:extLst>
                <a:ext uri="{FF2B5EF4-FFF2-40B4-BE49-F238E27FC236}">
                  <a16:creationId xmlns:a16="http://schemas.microsoft.com/office/drawing/2014/main" id="{F8434FA5-DE10-424C-8D9E-8A8D52A3B406}"/>
                </a:ext>
              </a:extLst>
            </p:cNvPr>
            <p:cNvSpPr/>
            <p:nvPr/>
          </p:nvSpPr>
          <p:spPr>
            <a:xfrm>
              <a:off x="3252179" y="296668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1" name="Hexagon 1240">
              <a:extLst>
                <a:ext uri="{FF2B5EF4-FFF2-40B4-BE49-F238E27FC236}">
                  <a16:creationId xmlns:a16="http://schemas.microsoft.com/office/drawing/2014/main" id="{DDC30828-AE1A-438B-9A7E-FC3731138A71}"/>
                </a:ext>
              </a:extLst>
            </p:cNvPr>
            <p:cNvSpPr/>
            <p:nvPr/>
          </p:nvSpPr>
          <p:spPr>
            <a:xfrm>
              <a:off x="2945170" y="225270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2" name="Hexagon 1241">
              <a:extLst>
                <a:ext uri="{FF2B5EF4-FFF2-40B4-BE49-F238E27FC236}">
                  <a16:creationId xmlns:a16="http://schemas.microsoft.com/office/drawing/2014/main" id="{A0AAB263-C4DF-42E9-986D-540EFE52AEF0}"/>
                </a:ext>
              </a:extLst>
            </p:cNvPr>
            <p:cNvSpPr/>
            <p:nvPr/>
          </p:nvSpPr>
          <p:spPr>
            <a:xfrm>
              <a:off x="2025073" y="332908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3" name="Hexagon 1242">
              <a:extLst>
                <a:ext uri="{FF2B5EF4-FFF2-40B4-BE49-F238E27FC236}">
                  <a16:creationId xmlns:a16="http://schemas.microsoft.com/office/drawing/2014/main" id="{385EAAAB-9AE2-4875-A004-E58D09BAF37D}"/>
                </a:ext>
              </a:extLst>
            </p:cNvPr>
            <p:cNvSpPr/>
            <p:nvPr/>
          </p:nvSpPr>
          <p:spPr>
            <a:xfrm>
              <a:off x="1727111" y="297919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4" name="Hexagon 1243">
              <a:extLst>
                <a:ext uri="{FF2B5EF4-FFF2-40B4-BE49-F238E27FC236}">
                  <a16:creationId xmlns:a16="http://schemas.microsoft.com/office/drawing/2014/main" id="{BA8F7A12-B785-4AF6-BB4A-04893EF5F462}"/>
                </a:ext>
              </a:extLst>
            </p:cNvPr>
            <p:cNvSpPr/>
            <p:nvPr/>
          </p:nvSpPr>
          <p:spPr>
            <a:xfrm>
              <a:off x="1880269" y="303952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5" name="Hexagon 1244">
              <a:extLst>
                <a:ext uri="{FF2B5EF4-FFF2-40B4-BE49-F238E27FC236}">
                  <a16:creationId xmlns:a16="http://schemas.microsoft.com/office/drawing/2014/main" id="{BB547528-E0C2-4333-810B-F370F5FD5145}"/>
                </a:ext>
              </a:extLst>
            </p:cNvPr>
            <p:cNvSpPr/>
            <p:nvPr/>
          </p:nvSpPr>
          <p:spPr>
            <a:xfrm>
              <a:off x="1880269" y="291455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6" name="Hexagon 1245">
              <a:extLst>
                <a:ext uri="{FF2B5EF4-FFF2-40B4-BE49-F238E27FC236}">
                  <a16:creationId xmlns:a16="http://schemas.microsoft.com/office/drawing/2014/main" id="{7A392983-0D79-4499-AF3C-D9F4F3DD146D}"/>
                </a:ext>
              </a:extLst>
            </p:cNvPr>
            <p:cNvSpPr/>
            <p:nvPr/>
          </p:nvSpPr>
          <p:spPr>
            <a:xfrm>
              <a:off x="2033896" y="285722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7" name="Hexagon 1246">
              <a:extLst>
                <a:ext uri="{FF2B5EF4-FFF2-40B4-BE49-F238E27FC236}">
                  <a16:creationId xmlns:a16="http://schemas.microsoft.com/office/drawing/2014/main" id="{BABB47F0-CD98-4E05-B618-CED0A9B070A7}"/>
                </a:ext>
              </a:extLst>
            </p:cNvPr>
            <p:cNvSpPr/>
            <p:nvPr/>
          </p:nvSpPr>
          <p:spPr>
            <a:xfrm>
              <a:off x="1731470" y="285633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8" name="Hexagon 1247">
              <a:extLst>
                <a:ext uri="{FF2B5EF4-FFF2-40B4-BE49-F238E27FC236}">
                  <a16:creationId xmlns:a16="http://schemas.microsoft.com/office/drawing/2014/main" id="{3818AF3E-55AE-4723-A3ED-3727B116E1B4}"/>
                </a:ext>
              </a:extLst>
            </p:cNvPr>
            <p:cNvSpPr/>
            <p:nvPr/>
          </p:nvSpPr>
          <p:spPr>
            <a:xfrm>
              <a:off x="1576012" y="267471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9" name="Hexagon 1248">
              <a:extLst>
                <a:ext uri="{FF2B5EF4-FFF2-40B4-BE49-F238E27FC236}">
                  <a16:creationId xmlns:a16="http://schemas.microsoft.com/office/drawing/2014/main" id="{EF103BA2-954D-4A35-9063-93A61336EFB7}"/>
                </a:ext>
              </a:extLst>
            </p:cNvPr>
            <p:cNvSpPr/>
            <p:nvPr/>
          </p:nvSpPr>
          <p:spPr>
            <a:xfrm>
              <a:off x="1730793" y="273267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0" name="Hexagon 1249">
              <a:extLst>
                <a:ext uri="{FF2B5EF4-FFF2-40B4-BE49-F238E27FC236}">
                  <a16:creationId xmlns:a16="http://schemas.microsoft.com/office/drawing/2014/main" id="{30FE0078-EC98-4544-9919-1F42F4F3D5CD}"/>
                </a:ext>
              </a:extLst>
            </p:cNvPr>
            <p:cNvSpPr/>
            <p:nvPr/>
          </p:nvSpPr>
          <p:spPr>
            <a:xfrm>
              <a:off x="1725487" y="190134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1" name="Hexagon 1250">
              <a:extLst>
                <a:ext uri="{FF2B5EF4-FFF2-40B4-BE49-F238E27FC236}">
                  <a16:creationId xmlns:a16="http://schemas.microsoft.com/office/drawing/2014/main" id="{CEC4515A-35C9-465F-A520-2C06EECB448D}"/>
                </a:ext>
              </a:extLst>
            </p:cNvPr>
            <p:cNvSpPr/>
            <p:nvPr/>
          </p:nvSpPr>
          <p:spPr>
            <a:xfrm>
              <a:off x="1572746" y="184781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2" name="Hexagon 1251">
              <a:extLst>
                <a:ext uri="{FF2B5EF4-FFF2-40B4-BE49-F238E27FC236}">
                  <a16:creationId xmlns:a16="http://schemas.microsoft.com/office/drawing/2014/main" id="{817A3BC1-D69B-44B3-A52D-2FEBC04C66D1}"/>
                </a:ext>
              </a:extLst>
            </p:cNvPr>
            <p:cNvSpPr/>
            <p:nvPr/>
          </p:nvSpPr>
          <p:spPr>
            <a:xfrm>
              <a:off x="1265906" y="196168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3" name="Hexagon 1252">
              <a:extLst>
                <a:ext uri="{FF2B5EF4-FFF2-40B4-BE49-F238E27FC236}">
                  <a16:creationId xmlns:a16="http://schemas.microsoft.com/office/drawing/2014/main" id="{C719F8FD-64C8-473D-9F4F-5FA0E7BFA5A0}"/>
                </a:ext>
              </a:extLst>
            </p:cNvPr>
            <p:cNvSpPr/>
            <p:nvPr/>
          </p:nvSpPr>
          <p:spPr>
            <a:xfrm>
              <a:off x="1421711" y="178513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4" name="Hexagon 1253">
              <a:extLst>
                <a:ext uri="{FF2B5EF4-FFF2-40B4-BE49-F238E27FC236}">
                  <a16:creationId xmlns:a16="http://schemas.microsoft.com/office/drawing/2014/main" id="{588BE43E-9968-4090-9E43-B331D9914C96}"/>
                </a:ext>
              </a:extLst>
            </p:cNvPr>
            <p:cNvSpPr/>
            <p:nvPr/>
          </p:nvSpPr>
          <p:spPr>
            <a:xfrm>
              <a:off x="1264765" y="184092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5" name="Hexagon 1254">
              <a:extLst>
                <a:ext uri="{FF2B5EF4-FFF2-40B4-BE49-F238E27FC236}">
                  <a16:creationId xmlns:a16="http://schemas.microsoft.com/office/drawing/2014/main" id="{37760309-4526-425A-B729-5C65DF31269C}"/>
                </a:ext>
              </a:extLst>
            </p:cNvPr>
            <p:cNvSpPr/>
            <p:nvPr/>
          </p:nvSpPr>
          <p:spPr>
            <a:xfrm>
              <a:off x="1261658" y="219496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6" name="Hexagon 1255">
              <a:extLst>
                <a:ext uri="{FF2B5EF4-FFF2-40B4-BE49-F238E27FC236}">
                  <a16:creationId xmlns:a16="http://schemas.microsoft.com/office/drawing/2014/main" id="{6788B765-745C-4B1C-A232-8641EA1F0E8E}"/>
                </a:ext>
              </a:extLst>
            </p:cNvPr>
            <p:cNvSpPr/>
            <p:nvPr/>
          </p:nvSpPr>
          <p:spPr>
            <a:xfrm>
              <a:off x="1268585" y="231564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7" name="Hexagon 1256">
              <a:extLst>
                <a:ext uri="{FF2B5EF4-FFF2-40B4-BE49-F238E27FC236}">
                  <a16:creationId xmlns:a16="http://schemas.microsoft.com/office/drawing/2014/main" id="{28EEA242-3877-48BA-B3CF-89A76769DC37}"/>
                </a:ext>
              </a:extLst>
            </p:cNvPr>
            <p:cNvSpPr/>
            <p:nvPr/>
          </p:nvSpPr>
          <p:spPr>
            <a:xfrm>
              <a:off x="1419252" y="225054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8" name="Hexagon 1257">
              <a:extLst>
                <a:ext uri="{FF2B5EF4-FFF2-40B4-BE49-F238E27FC236}">
                  <a16:creationId xmlns:a16="http://schemas.microsoft.com/office/drawing/2014/main" id="{77E37877-D6BA-4C64-B698-6259CF6E1C06}"/>
                </a:ext>
              </a:extLst>
            </p:cNvPr>
            <p:cNvSpPr/>
            <p:nvPr/>
          </p:nvSpPr>
          <p:spPr>
            <a:xfrm>
              <a:off x="965393" y="208397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9" name="Hexagon 1258">
              <a:extLst>
                <a:ext uri="{FF2B5EF4-FFF2-40B4-BE49-F238E27FC236}">
                  <a16:creationId xmlns:a16="http://schemas.microsoft.com/office/drawing/2014/main" id="{FB286AAE-737E-4308-B778-A588679E5E12}"/>
                </a:ext>
              </a:extLst>
            </p:cNvPr>
            <p:cNvSpPr/>
            <p:nvPr/>
          </p:nvSpPr>
          <p:spPr>
            <a:xfrm>
              <a:off x="970155" y="220389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0" name="Hexagon 1259">
              <a:extLst>
                <a:ext uri="{FF2B5EF4-FFF2-40B4-BE49-F238E27FC236}">
                  <a16:creationId xmlns:a16="http://schemas.microsoft.com/office/drawing/2014/main" id="{212ED62D-9426-47F5-895C-8B7D92090649}"/>
                </a:ext>
              </a:extLst>
            </p:cNvPr>
            <p:cNvSpPr/>
            <p:nvPr/>
          </p:nvSpPr>
          <p:spPr>
            <a:xfrm>
              <a:off x="1115412" y="213641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1" name="Hexagon 1260">
              <a:extLst>
                <a:ext uri="{FF2B5EF4-FFF2-40B4-BE49-F238E27FC236}">
                  <a16:creationId xmlns:a16="http://schemas.microsoft.com/office/drawing/2014/main" id="{5CE53864-835E-4E6C-9441-37927CC52577}"/>
                </a:ext>
              </a:extLst>
            </p:cNvPr>
            <p:cNvSpPr/>
            <p:nvPr/>
          </p:nvSpPr>
          <p:spPr>
            <a:xfrm>
              <a:off x="1114570" y="201763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2" name="Hexagon 1261">
              <a:extLst>
                <a:ext uri="{FF2B5EF4-FFF2-40B4-BE49-F238E27FC236}">
                  <a16:creationId xmlns:a16="http://schemas.microsoft.com/office/drawing/2014/main" id="{1E124D0D-621A-4A44-B9B5-82DAAD496C76}"/>
                </a:ext>
              </a:extLst>
            </p:cNvPr>
            <p:cNvSpPr/>
            <p:nvPr/>
          </p:nvSpPr>
          <p:spPr>
            <a:xfrm>
              <a:off x="966932" y="196270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3" name="Hexagon 1262">
              <a:extLst>
                <a:ext uri="{FF2B5EF4-FFF2-40B4-BE49-F238E27FC236}">
                  <a16:creationId xmlns:a16="http://schemas.microsoft.com/office/drawing/2014/main" id="{8744F706-1F58-466D-BAC7-68C7F7969997}"/>
                </a:ext>
              </a:extLst>
            </p:cNvPr>
            <p:cNvSpPr/>
            <p:nvPr/>
          </p:nvSpPr>
          <p:spPr>
            <a:xfrm>
              <a:off x="961180" y="183981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4" name="Hexagon 1263">
              <a:extLst>
                <a:ext uri="{FF2B5EF4-FFF2-40B4-BE49-F238E27FC236}">
                  <a16:creationId xmlns:a16="http://schemas.microsoft.com/office/drawing/2014/main" id="{D2FB7E5A-686F-40AB-A137-C16BFA6108AF}"/>
                </a:ext>
              </a:extLst>
            </p:cNvPr>
            <p:cNvSpPr/>
            <p:nvPr/>
          </p:nvSpPr>
          <p:spPr>
            <a:xfrm>
              <a:off x="806912" y="308019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5" name="Hexagon 1264">
              <a:extLst>
                <a:ext uri="{FF2B5EF4-FFF2-40B4-BE49-F238E27FC236}">
                  <a16:creationId xmlns:a16="http://schemas.microsoft.com/office/drawing/2014/main" id="{2D2DC9C5-533D-4149-B7B4-04D6CF8E8447}"/>
                </a:ext>
              </a:extLst>
            </p:cNvPr>
            <p:cNvSpPr/>
            <p:nvPr/>
          </p:nvSpPr>
          <p:spPr>
            <a:xfrm>
              <a:off x="2791472" y="362058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6" name="Hexagon 1265">
              <a:extLst>
                <a:ext uri="{FF2B5EF4-FFF2-40B4-BE49-F238E27FC236}">
                  <a16:creationId xmlns:a16="http://schemas.microsoft.com/office/drawing/2014/main" id="{7F5E5460-2B08-412A-AEA6-10B083F1A52F}"/>
                </a:ext>
              </a:extLst>
            </p:cNvPr>
            <p:cNvSpPr/>
            <p:nvPr/>
          </p:nvSpPr>
          <p:spPr>
            <a:xfrm>
              <a:off x="7210046" y="558227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7" name="Hexagon 1266">
              <a:extLst>
                <a:ext uri="{FF2B5EF4-FFF2-40B4-BE49-F238E27FC236}">
                  <a16:creationId xmlns:a16="http://schemas.microsoft.com/office/drawing/2014/main" id="{C70ABC7C-85D3-4CAF-80EF-DF3E6DD813C7}"/>
                </a:ext>
              </a:extLst>
            </p:cNvPr>
            <p:cNvSpPr/>
            <p:nvPr/>
          </p:nvSpPr>
          <p:spPr>
            <a:xfrm>
              <a:off x="7360446" y="563938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8" name="Hexagon 1267">
              <a:extLst>
                <a:ext uri="{FF2B5EF4-FFF2-40B4-BE49-F238E27FC236}">
                  <a16:creationId xmlns:a16="http://schemas.microsoft.com/office/drawing/2014/main" id="{838DD873-6075-45AF-9CB2-B156C3341962}"/>
                </a:ext>
              </a:extLst>
            </p:cNvPr>
            <p:cNvSpPr/>
            <p:nvPr/>
          </p:nvSpPr>
          <p:spPr>
            <a:xfrm>
              <a:off x="7361314" y="551730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9" name="Hexagon 1268">
              <a:extLst>
                <a:ext uri="{FF2B5EF4-FFF2-40B4-BE49-F238E27FC236}">
                  <a16:creationId xmlns:a16="http://schemas.microsoft.com/office/drawing/2014/main" id="{C1F85B53-419C-4B84-B311-8F207ED38813}"/>
                </a:ext>
              </a:extLst>
            </p:cNvPr>
            <p:cNvSpPr/>
            <p:nvPr/>
          </p:nvSpPr>
          <p:spPr>
            <a:xfrm>
              <a:off x="7512695" y="546400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0" name="Hexagon 1269">
              <a:extLst>
                <a:ext uri="{FF2B5EF4-FFF2-40B4-BE49-F238E27FC236}">
                  <a16:creationId xmlns:a16="http://schemas.microsoft.com/office/drawing/2014/main" id="{F3451E7D-B5ED-4858-9EBE-3A96CB88279F}"/>
                </a:ext>
              </a:extLst>
            </p:cNvPr>
            <p:cNvSpPr/>
            <p:nvPr/>
          </p:nvSpPr>
          <p:spPr>
            <a:xfrm>
              <a:off x="7514308" y="534552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1" name="Hexagon 1270">
              <a:extLst>
                <a:ext uri="{FF2B5EF4-FFF2-40B4-BE49-F238E27FC236}">
                  <a16:creationId xmlns:a16="http://schemas.microsoft.com/office/drawing/2014/main" id="{4686BFD9-662D-4943-B788-C4BABA7ACCAF}"/>
                </a:ext>
              </a:extLst>
            </p:cNvPr>
            <p:cNvSpPr/>
            <p:nvPr/>
          </p:nvSpPr>
          <p:spPr>
            <a:xfrm>
              <a:off x="7210618" y="545813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2" name="Hexagon 1271">
              <a:extLst>
                <a:ext uri="{FF2B5EF4-FFF2-40B4-BE49-F238E27FC236}">
                  <a16:creationId xmlns:a16="http://schemas.microsoft.com/office/drawing/2014/main" id="{E1B94948-55C4-42E4-85D3-402736E081C5}"/>
                </a:ext>
              </a:extLst>
            </p:cNvPr>
            <p:cNvSpPr/>
            <p:nvPr/>
          </p:nvSpPr>
          <p:spPr>
            <a:xfrm>
              <a:off x="7213563" y="533733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3" name="Hexagon 1272">
              <a:extLst>
                <a:ext uri="{FF2B5EF4-FFF2-40B4-BE49-F238E27FC236}">
                  <a16:creationId xmlns:a16="http://schemas.microsoft.com/office/drawing/2014/main" id="{ACE1C744-C70F-4FCA-AC47-3D2395694203}"/>
                </a:ext>
              </a:extLst>
            </p:cNvPr>
            <p:cNvSpPr/>
            <p:nvPr/>
          </p:nvSpPr>
          <p:spPr>
            <a:xfrm>
              <a:off x="7359047" y="528497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4" name="Hexagon 1273">
              <a:extLst>
                <a:ext uri="{FF2B5EF4-FFF2-40B4-BE49-F238E27FC236}">
                  <a16:creationId xmlns:a16="http://schemas.microsoft.com/office/drawing/2014/main" id="{7CEB4786-75E5-4551-A74F-D5B72524016B}"/>
                </a:ext>
              </a:extLst>
            </p:cNvPr>
            <p:cNvSpPr/>
            <p:nvPr/>
          </p:nvSpPr>
          <p:spPr>
            <a:xfrm>
              <a:off x="7206073" y="521821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5" name="Hexagon 1274">
              <a:extLst>
                <a:ext uri="{FF2B5EF4-FFF2-40B4-BE49-F238E27FC236}">
                  <a16:creationId xmlns:a16="http://schemas.microsoft.com/office/drawing/2014/main" id="{90FE52A3-1474-4E52-82FE-5F7E27D973D2}"/>
                </a:ext>
              </a:extLst>
            </p:cNvPr>
            <p:cNvSpPr/>
            <p:nvPr/>
          </p:nvSpPr>
          <p:spPr>
            <a:xfrm>
              <a:off x="7204688" y="509957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6" name="Hexagon 1275">
              <a:extLst>
                <a:ext uri="{FF2B5EF4-FFF2-40B4-BE49-F238E27FC236}">
                  <a16:creationId xmlns:a16="http://schemas.microsoft.com/office/drawing/2014/main" id="{33A1A414-3A38-4FA7-9FF4-DEF7B6A4D735}"/>
                </a:ext>
              </a:extLst>
            </p:cNvPr>
            <p:cNvSpPr/>
            <p:nvPr/>
          </p:nvSpPr>
          <p:spPr>
            <a:xfrm>
              <a:off x="7051309" y="515858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7" name="Hexagon 1276">
              <a:extLst>
                <a:ext uri="{FF2B5EF4-FFF2-40B4-BE49-F238E27FC236}">
                  <a16:creationId xmlns:a16="http://schemas.microsoft.com/office/drawing/2014/main" id="{DC3DCCC3-0B3B-445C-9711-67EB8C1B69C7}"/>
                </a:ext>
              </a:extLst>
            </p:cNvPr>
            <p:cNvSpPr/>
            <p:nvPr/>
          </p:nvSpPr>
          <p:spPr>
            <a:xfrm>
              <a:off x="7052576" y="504521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8" name="Hexagon 1277">
              <a:extLst>
                <a:ext uri="{FF2B5EF4-FFF2-40B4-BE49-F238E27FC236}">
                  <a16:creationId xmlns:a16="http://schemas.microsoft.com/office/drawing/2014/main" id="{3AA44871-CB6A-4FE6-92FB-29B62AA3AF69}"/>
                </a:ext>
              </a:extLst>
            </p:cNvPr>
            <p:cNvSpPr/>
            <p:nvPr/>
          </p:nvSpPr>
          <p:spPr>
            <a:xfrm>
              <a:off x="6906351" y="522353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9" name="Hexagon 1278">
              <a:extLst>
                <a:ext uri="{FF2B5EF4-FFF2-40B4-BE49-F238E27FC236}">
                  <a16:creationId xmlns:a16="http://schemas.microsoft.com/office/drawing/2014/main" id="{9AB4083C-544E-4536-9561-93C15A7C02D4}"/>
                </a:ext>
              </a:extLst>
            </p:cNvPr>
            <p:cNvSpPr/>
            <p:nvPr/>
          </p:nvSpPr>
          <p:spPr>
            <a:xfrm>
              <a:off x="7050383" y="492967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0" name="Hexagon 1279">
              <a:extLst>
                <a:ext uri="{FF2B5EF4-FFF2-40B4-BE49-F238E27FC236}">
                  <a16:creationId xmlns:a16="http://schemas.microsoft.com/office/drawing/2014/main" id="{C67D9397-6049-444F-B751-3BDAAB9E8F2F}"/>
                </a:ext>
              </a:extLst>
            </p:cNvPr>
            <p:cNvSpPr/>
            <p:nvPr/>
          </p:nvSpPr>
          <p:spPr>
            <a:xfrm>
              <a:off x="7051650" y="48115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1" name="Hexagon 1280">
              <a:extLst>
                <a:ext uri="{FF2B5EF4-FFF2-40B4-BE49-F238E27FC236}">
                  <a16:creationId xmlns:a16="http://schemas.microsoft.com/office/drawing/2014/main" id="{ED381E13-6F8C-447C-B83B-F8F4AC2C379D}"/>
                </a:ext>
              </a:extLst>
            </p:cNvPr>
            <p:cNvSpPr/>
            <p:nvPr/>
          </p:nvSpPr>
          <p:spPr>
            <a:xfrm>
              <a:off x="6904405" y="499085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2" name="Hexagon 1281">
              <a:extLst>
                <a:ext uri="{FF2B5EF4-FFF2-40B4-BE49-F238E27FC236}">
                  <a16:creationId xmlns:a16="http://schemas.microsoft.com/office/drawing/2014/main" id="{7A2661D2-F460-4D85-88CD-C850D634E8B2}"/>
                </a:ext>
              </a:extLst>
            </p:cNvPr>
            <p:cNvSpPr/>
            <p:nvPr/>
          </p:nvSpPr>
          <p:spPr>
            <a:xfrm>
              <a:off x="6905672" y="487749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3" name="Hexagon 1282">
              <a:extLst>
                <a:ext uri="{FF2B5EF4-FFF2-40B4-BE49-F238E27FC236}">
                  <a16:creationId xmlns:a16="http://schemas.microsoft.com/office/drawing/2014/main" id="{FDC3844E-E81C-4092-9C93-026F41578F12}"/>
                </a:ext>
              </a:extLst>
            </p:cNvPr>
            <p:cNvSpPr/>
            <p:nvPr/>
          </p:nvSpPr>
          <p:spPr>
            <a:xfrm>
              <a:off x="7199994" y="474745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4" name="Hexagon 1283">
              <a:extLst>
                <a:ext uri="{FF2B5EF4-FFF2-40B4-BE49-F238E27FC236}">
                  <a16:creationId xmlns:a16="http://schemas.microsoft.com/office/drawing/2014/main" id="{5645EE76-512B-441C-9652-3275A679FE27}"/>
                </a:ext>
              </a:extLst>
            </p:cNvPr>
            <p:cNvSpPr/>
            <p:nvPr/>
          </p:nvSpPr>
          <p:spPr>
            <a:xfrm>
              <a:off x="7203642" y="463170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5" name="Hexagon 1284">
              <a:extLst>
                <a:ext uri="{FF2B5EF4-FFF2-40B4-BE49-F238E27FC236}">
                  <a16:creationId xmlns:a16="http://schemas.microsoft.com/office/drawing/2014/main" id="{02F1C794-46EC-40E1-9F2A-37F03F9ED74C}"/>
                </a:ext>
              </a:extLst>
            </p:cNvPr>
            <p:cNvSpPr/>
            <p:nvPr/>
          </p:nvSpPr>
          <p:spPr>
            <a:xfrm>
              <a:off x="6904961" y="475468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6" name="Hexagon 1285">
              <a:extLst>
                <a:ext uri="{FF2B5EF4-FFF2-40B4-BE49-F238E27FC236}">
                  <a16:creationId xmlns:a16="http://schemas.microsoft.com/office/drawing/2014/main" id="{CA4E454B-E0FD-4D56-8AEF-1636415C052A}"/>
                </a:ext>
              </a:extLst>
            </p:cNvPr>
            <p:cNvSpPr/>
            <p:nvPr/>
          </p:nvSpPr>
          <p:spPr>
            <a:xfrm>
              <a:off x="6901466" y="463893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7" name="Hexagon 1286">
              <a:extLst>
                <a:ext uri="{FF2B5EF4-FFF2-40B4-BE49-F238E27FC236}">
                  <a16:creationId xmlns:a16="http://schemas.microsoft.com/office/drawing/2014/main" id="{E3E8C112-ABD7-43E4-83D8-8B69E3B64443}"/>
                </a:ext>
              </a:extLst>
            </p:cNvPr>
            <p:cNvSpPr/>
            <p:nvPr/>
          </p:nvSpPr>
          <p:spPr>
            <a:xfrm>
              <a:off x="7053690" y="457266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8" name="Hexagon 1287">
              <a:extLst>
                <a:ext uri="{FF2B5EF4-FFF2-40B4-BE49-F238E27FC236}">
                  <a16:creationId xmlns:a16="http://schemas.microsoft.com/office/drawing/2014/main" id="{5A735284-8E60-467B-ADCA-4AA37C7CEA8E}"/>
                </a:ext>
              </a:extLst>
            </p:cNvPr>
            <p:cNvSpPr/>
            <p:nvPr/>
          </p:nvSpPr>
          <p:spPr>
            <a:xfrm>
              <a:off x="7049115" y="445235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9" name="Hexagon 1288">
              <a:extLst>
                <a:ext uri="{FF2B5EF4-FFF2-40B4-BE49-F238E27FC236}">
                  <a16:creationId xmlns:a16="http://schemas.microsoft.com/office/drawing/2014/main" id="{6DAEB163-0380-4BD6-AB43-195E88AE267E}"/>
                </a:ext>
              </a:extLst>
            </p:cNvPr>
            <p:cNvSpPr/>
            <p:nvPr/>
          </p:nvSpPr>
          <p:spPr>
            <a:xfrm>
              <a:off x="7050383" y="433899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0" name="Hexagon 1289">
              <a:extLst>
                <a:ext uri="{FF2B5EF4-FFF2-40B4-BE49-F238E27FC236}">
                  <a16:creationId xmlns:a16="http://schemas.microsoft.com/office/drawing/2014/main" id="{86BFB45C-29D3-44E4-97B5-EC31CA3BFFED}"/>
                </a:ext>
              </a:extLst>
            </p:cNvPr>
            <p:cNvSpPr/>
            <p:nvPr/>
          </p:nvSpPr>
          <p:spPr>
            <a:xfrm>
              <a:off x="6900756" y="451591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1" name="Hexagon 1290">
              <a:extLst>
                <a:ext uri="{FF2B5EF4-FFF2-40B4-BE49-F238E27FC236}">
                  <a16:creationId xmlns:a16="http://schemas.microsoft.com/office/drawing/2014/main" id="{CDCED543-7D1B-42EB-829A-E3BD95A6926C}"/>
                </a:ext>
              </a:extLst>
            </p:cNvPr>
            <p:cNvSpPr/>
            <p:nvPr/>
          </p:nvSpPr>
          <p:spPr>
            <a:xfrm>
              <a:off x="7349992" y="456268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2" name="Hexagon 1291">
              <a:extLst>
                <a:ext uri="{FF2B5EF4-FFF2-40B4-BE49-F238E27FC236}">
                  <a16:creationId xmlns:a16="http://schemas.microsoft.com/office/drawing/2014/main" id="{25137413-D392-43F9-8AEF-6614DE21EF39}"/>
                </a:ext>
              </a:extLst>
            </p:cNvPr>
            <p:cNvSpPr/>
            <p:nvPr/>
          </p:nvSpPr>
          <p:spPr>
            <a:xfrm>
              <a:off x="7351259" y="444931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3" name="Hexagon 1292">
              <a:extLst>
                <a:ext uri="{FF2B5EF4-FFF2-40B4-BE49-F238E27FC236}">
                  <a16:creationId xmlns:a16="http://schemas.microsoft.com/office/drawing/2014/main" id="{384EAFDB-D2AA-4273-B710-17DF2AEDC781}"/>
                </a:ext>
              </a:extLst>
            </p:cNvPr>
            <p:cNvSpPr/>
            <p:nvPr/>
          </p:nvSpPr>
          <p:spPr>
            <a:xfrm>
              <a:off x="7349066" y="433377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4" name="Hexagon 1293">
              <a:extLst>
                <a:ext uri="{FF2B5EF4-FFF2-40B4-BE49-F238E27FC236}">
                  <a16:creationId xmlns:a16="http://schemas.microsoft.com/office/drawing/2014/main" id="{F180E279-BCBA-4DB3-B322-1FA538C817FA}"/>
                </a:ext>
              </a:extLst>
            </p:cNvPr>
            <p:cNvSpPr/>
            <p:nvPr/>
          </p:nvSpPr>
          <p:spPr>
            <a:xfrm>
              <a:off x="7354663" y="422040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5" name="Hexagon 1294">
              <a:extLst>
                <a:ext uri="{FF2B5EF4-FFF2-40B4-BE49-F238E27FC236}">
                  <a16:creationId xmlns:a16="http://schemas.microsoft.com/office/drawing/2014/main" id="{9163671A-BC1A-4181-982B-6793ED1A2D5A}"/>
                </a:ext>
              </a:extLst>
            </p:cNvPr>
            <p:cNvSpPr/>
            <p:nvPr/>
          </p:nvSpPr>
          <p:spPr>
            <a:xfrm>
              <a:off x="7203088" y="439495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6" name="Hexagon 1295">
              <a:extLst>
                <a:ext uri="{FF2B5EF4-FFF2-40B4-BE49-F238E27FC236}">
                  <a16:creationId xmlns:a16="http://schemas.microsoft.com/office/drawing/2014/main" id="{124C44E0-B435-4ACD-B9C7-A5ECEC715844}"/>
                </a:ext>
              </a:extLst>
            </p:cNvPr>
            <p:cNvSpPr/>
            <p:nvPr/>
          </p:nvSpPr>
          <p:spPr>
            <a:xfrm>
              <a:off x="7206520" y="428159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7" name="Hexagon 1296">
              <a:extLst>
                <a:ext uri="{FF2B5EF4-FFF2-40B4-BE49-F238E27FC236}">
                  <a16:creationId xmlns:a16="http://schemas.microsoft.com/office/drawing/2014/main" id="{2E5B3978-10D6-41A0-80AA-C85D741A2F0C}"/>
                </a:ext>
              </a:extLst>
            </p:cNvPr>
            <p:cNvSpPr/>
            <p:nvPr/>
          </p:nvSpPr>
          <p:spPr>
            <a:xfrm>
              <a:off x="7655557" y="421464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8" name="Hexagon 1297">
              <a:extLst>
                <a:ext uri="{FF2B5EF4-FFF2-40B4-BE49-F238E27FC236}">
                  <a16:creationId xmlns:a16="http://schemas.microsoft.com/office/drawing/2014/main" id="{A4EA21CC-ED3D-45D5-8EC1-64BA1E404450}"/>
                </a:ext>
              </a:extLst>
            </p:cNvPr>
            <p:cNvSpPr/>
            <p:nvPr/>
          </p:nvSpPr>
          <p:spPr>
            <a:xfrm>
              <a:off x="7505930" y="439156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9" name="Hexagon 1298">
              <a:extLst>
                <a:ext uri="{FF2B5EF4-FFF2-40B4-BE49-F238E27FC236}">
                  <a16:creationId xmlns:a16="http://schemas.microsoft.com/office/drawing/2014/main" id="{3D54D81B-8BB0-430F-9C83-7BDA444869C3}"/>
                </a:ext>
              </a:extLst>
            </p:cNvPr>
            <p:cNvSpPr/>
            <p:nvPr/>
          </p:nvSpPr>
          <p:spPr>
            <a:xfrm>
              <a:off x="7507198" y="427820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0" name="Hexagon 1299">
              <a:extLst>
                <a:ext uri="{FF2B5EF4-FFF2-40B4-BE49-F238E27FC236}">
                  <a16:creationId xmlns:a16="http://schemas.microsoft.com/office/drawing/2014/main" id="{1DBBEECD-99F3-4C35-8323-D4626CABBE2A}"/>
                </a:ext>
              </a:extLst>
            </p:cNvPr>
            <p:cNvSpPr/>
            <p:nvPr/>
          </p:nvSpPr>
          <p:spPr>
            <a:xfrm>
              <a:off x="7506487" y="41553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1" name="Hexagon 1300">
              <a:extLst>
                <a:ext uri="{FF2B5EF4-FFF2-40B4-BE49-F238E27FC236}">
                  <a16:creationId xmlns:a16="http://schemas.microsoft.com/office/drawing/2014/main" id="{4F4DDE69-6163-420C-A1B5-34F9A2569B84}"/>
                </a:ext>
              </a:extLst>
            </p:cNvPr>
            <p:cNvSpPr/>
            <p:nvPr/>
          </p:nvSpPr>
          <p:spPr>
            <a:xfrm>
              <a:off x="7507754" y="404203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2" name="Hexagon 1301">
              <a:extLst>
                <a:ext uri="{FF2B5EF4-FFF2-40B4-BE49-F238E27FC236}">
                  <a16:creationId xmlns:a16="http://schemas.microsoft.com/office/drawing/2014/main" id="{384375A4-C116-4292-A8D8-C8798C83155A}"/>
                </a:ext>
              </a:extLst>
            </p:cNvPr>
            <p:cNvSpPr/>
            <p:nvPr/>
          </p:nvSpPr>
          <p:spPr>
            <a:xfrm>
              <a:off x="7506828" y="391641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3" name="Hexagon 1302">
              <a:extLst>
                <a:ext uri="{FF2B5EF4-FFF2-40B4-BE49-F238E27FC236}">
                  <a16:creationId xmlns:a16="http://schemas.microsoft.com/office/drawing/2014/main" id="{C4B6A57F-0A9A-4E3A-BB1B-D689C8FCC6FB}"/>
                </a:ext>
              </a:extLst>
            </p:cNvPr>
            <p:cNvSpPr/>
            <p:nvPr/>
          </p:nvSpPr>
          <p:spPr>
            <a:xfrm>
              <a:off x="7810389" y="427588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4" name="Hexagon 1303">
              <a:extLst>
                <a:ext uri="{FF2B5EF4-FFF2-40B4-BE49-F238E27FC236}">
                  <a16:creationId xmlns:a16="http://schemas.microsoft.com/office/drawing/2014/main" id="{E3267B01-6BC8-4A71-A75F-8916F3753462}"/>
                </a:ext>
              </a:extLst>
            </p:cNvPr>
            <p:cNvSpPr/>
            <p:nvPr/>
          </p:nvSpPr>
          <p:spPr>
            <a:xfrm>
              <a:off x="7660569" y="397941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5" name="Hexagon 1304">
              <a:extLst>
                <a:ext uri="{FF2B5EF4-FFF2-40B4-BE49-F238E27FC236}">
                  <a16:creationId xmlns:a16="http://schemas.microsoft.com/office/drawing/2014/main" id="{1993A126-3D98-475E-A8B7-C983E20B5B47}"/>
                </a:ext>
              </a:extLst>
            </p:cNvPr>
            <p:cNvSpPr/>
            <p:nvPr/>
          </p:nvSpPr>
          <p:spPr>
            <a:xfrm>
              <a:off x="7658375" y="386387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6" name="Hexagon 1305">
              <a:extLst>
                <a:ext uri="{FF2B5EF4-FFF2-40B4-BE49-F238E27FC236}">
                  <a16:creationId xmlns:a16="http://schemas.microsoft.com/office/drawing/2014/main" id="{526BF098-CF95-49B0-AFD1-7616017EDBCC}"/>
                </a:ext>
              </a:extLst>
            </p:cNvPr>
            <p:cNvSpPr/>
            <p:nvPr/>
          </p:nvSpPr>
          <p:spPr>
            <a:xfrm>
              <a:off x="7659643" y="375051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7" name="Hexagon 1306">
              <a:extLst>
                <a:ext uri="{FF2B5EF4-FFF2-40B4-BE49-F238E27FC236}">
                  <a16:creationId xmlns:a16="http://schemas.microsoft.com/office/drawing/2014/main" id="{B590278A-5C30-4C98-8658-0FB75DC4C462}"/>
                </a:ext>
              </a:extLst>
            </p:cNvPr>
            <p:cNvSpPr/>
            <p:nvPr/>
          </p:nvSpPr>
          <p:spPr>
            <a:xfrm>
              <a:off x="7816507" y="380830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8" name="Hexagon 1307">
              <a:extLst>
                <a:ext uri="{FF2B5EF4-FFF2-40B4-BE49-F238E27FC236}">
                  <a16:creationId xmlns:a16="http://schemas.microsoft.com/office/drawing/2014/main" id="{8FDED606-3BEE-47DA-9B89-0C75F0D25F37}"/>
                </a:ext>
              </a:extLst>
            </p:cNvPr>
            <p:cNvSpPr/>
            <p:nvPr/>
          </p:nvSpPr>
          <p:spPr>
            <a:xfrm>
              <a:off x="7811467" y="368549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9" name="Hexagon 1308">
              <a:extLst>
                <a:ext uri="{FF2B5EF4-FFF2-40B4-BE49-F238E27FC236}">
                  <a16:creationId xmlns:a16="http://schemas.microsoft.com/office/drawing/2014/main" id="{3AF7066F-2195-44DE-BD03-A4F7069E5496}"/>
                </a:ext>
              </a:extLst>
            </p:cNvPr>
            <p:cNvSpPr/>
            <p:nvPr/>
          </p:nvSpPr>
          <p:spPr>
            <a:xfrm>
              <a:off x="7817064" y="357213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10" name="Hexagon 1309">
              <a:extLst>
                <a:ext uri="{FF2B5EF4-FFF2-40B4-BE49-F238E27FC236}">
                  <a16:creationId xmlns:a16="http://schemas.microsoft.com/office/drawing/2014/main" id="{8C435142-881B-4637-8C39-4CD440A3A028}"/>
                </a:ext>
              </a:extLst>
            </p:cNvPr>
            <p:cNvSpPr/>
            <p:nvPr/>
          </p:nvSpPr>
          <p:spPr>
            <a:xfrm>
              <a:off x="7816354" y="344911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11" name="Hexagon 1310">
              <a:extLst>
                <a:ext uri="{FF2B5EF4-FFF2-40B4-BE49-F238E27FC236}">
                  <a16:creationId xmlns:a16="http://schemas.microsoft.com/office/drawing/2014/main" id="{A89D29CD-B655-4E07-B6B7-F960FB452B9E}"/>
                </a:ext>
              </a:extLst>
            </p:cNvPr>
            <p:cNvSpPr/>
            <p:nvPr/>
          </p:nvSpPr>
          <p:spPr>
            <a:xfrm>
              <a:off x="7962725" y="374565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12" name="Hexagon 1311">
              <a:extLst>
                <a:ext uri="{FF2B5EF4-FFF2-40B4-BE49-F238E27FC236}">
                  <a16:creationId xmlns:a16="http://schemas.microsoft.com/office/drawing/2014/main" id="{1E51D9B9-A67C-4D88-ADB1-B94A076F82B3}"/>
                </a:ext>
              </a:extLst>
            </p:cNvPr>
            <p:cNvSpPr/>
            <p:nvPr/>
          </p:nvSpPr>
          <p:spPr>
            <a:xfrm>
              <a:off x="7962015" y="362284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13" name="Hexagon 1312">
              <a:extLst>
                <a:ext uri="{FF2B5EF4-FFF2-40B4-BE49-F238E27FC236}">
                  <a16:creationId xmlns:a16="http://schemas.microsoft.com/office/drawing/2014/main" id="{BEB35F50-2CA2-4841-9830-A5D1769BB5BD}"/>
                </a:ext>
              </a:extLst>
            </p:cNvPr>
            <p:cNvSpPr/>
            <p:nvPr/>
          </p:nvSpPr>
          <p:spPr>
            <a:xfrm>
              <a:off x="7963282" y="350947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14" name="Hexagon 1313">
              <a:extLst>
                <a:ext uri="{FF2B5EF4-FFF2-40B4-BE49-F238E27FC236}">
                  <a16:creationId xmlns:a16="http://schemas.microsoft.com/office/drawing/2014/main" id="{6D86F8D0-6426-41B2-BFC1-6604D777C91D}"/>
                </a:ext>
              </a:extLst>
            </p:cNvPr>
            <p:cNvSpPr/>
            <p:nvPr/>
          </p:nvSpPr>
          <p:spPr>
            <a:xfrm>
              <a:off x="7967196" y="326722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15" name="Hexagon 1314">
              <a:extLst>
                <a:ext uri="{FF2B5EF4-FFF2-40B4-BE49-F238E27FC236}">
                  <a16:creationId xmlns:a16="http://schemas.microsoft.com/office/drawing/2014/main" id="{A2BBBC0D-DE23-4F39-BBF3-1E6222507FC8}"/>
                </a:ext>
              </a:extLst>
            </p:cNvPr>
            <p:cNvSpPr/>
            <p:nvPr/>
          </p:nvSpPr>
          <p:spPr>
            <a:xfrm>
              <a:off x="7968463" y="315385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16" name="Hexagon 1315">
              <a:extLst>
                <a:ext uri="{FF2B5EF4-FFF2-40B4-BE49-F238E27FC236}">
                  <a16:creationId xmlns:a16="http://schemas.microsoft.com/office/drawing/2014/main" id="{F561FAA4-E8E4-4817-A257-1AB186B31259}"/>
                </a:ext>
              </a:extLst>
            </p:cNvPr>
            <p:cNvSpPr/>
            <p:nvPr/>
          </p:nvSpPr>
          <p:spPr>
            <a:xfrm>
              <a:off x="7967753" y="303084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317" name="Hexagon 1316">
              <a:extLst>
                <a:ext uri="{FF2B5EF4-FFF2-40B4-BE49-F238E27FC236}">
                  <a16:creationId xmlns:a16="http://schemas.microsoft.com/office/drawing/2014/main" id="{B32034C4-44CB-4C2D-8175-EFB0F3666790}"/>
                </a:ext>
              </a:extLst>
            </p:cNvPr>
            <p:cNvSpPr/>
            <p:nvPr/>
          </p:nvSpPr>
          <p:spPr>
            <a:xfrm>
              <a:off x="8114124" y="332737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18" name="Hexagon 1317">
              <a:extLst>
                <a:ext uri="{FF2B5EF4-FFF2-40B4-BE49-F238E27FC236}">
                  <a16:creationId xmlns:a16="http://schemas.microsoft.com/office/drawing/2014/main" id="{7C1F4217-0FAD-4212-A273-0C185643592A}"/>
                </a:ext>
              </a:extLst>
            </p:cNvPr>
            <p:cNvSpPr/>
            <p:nvPr/>
          </p:nvSpPr>
          <p:spPr>
            <a:xfrm>
              <a:off x="8113414" y="320456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19" name="Hexagon 1318">
              <a:extLst>
                <a:ext uri="{FF2B5EF4-FFF2-40B4-BE49-F238E27FC236}">
                  <a16:creationId xmlns:a16="http://schemas.microsoft.com/office/drawing/2014/main" id="{D609EAA0-55A0-4B45-BA41-22BE5A5EBD19}"/>
                </a:ext>
              </a:extLst>
            </p:cNvPr>
            <p:cNvSpPr/>
            <p:nvPr/>
          </p:nvSpPr>
          <p:spPr>
            <a:xfrm>
              <a:off x="8114682" y="309120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20" name="Hexagon 1319">
              <a:extLst>
                <a:ext uri="{FF2B5EF4-FFF2-40B4-BE49-F238E27FC236}">
                  <a16:creationId xmlns:a16="http://schemas.microsoft.com/office/drawing/2014/main" id="{12BFF763-C003-439F-B880-4995C93183B4}"/>
                </a:ext>
              </a:extLst>
            </p:cNvPr>
            <p:cNvSpPr/>
            <p:nvPr/>
          </p:nvSpPr>
          <p:spPr>
            <a:xfrm>
              <a:off x="8118599" y="345100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21" name="Hexagon 1320">
              <a:extLst>
                <a:ext uri="{FF2B5EF4-FFF2-40B4-BE49-F238E27FC236}">
                  <a16:creationId xmlns:a16="http://schemas.microsoft.com/office/drawing/2014/main" id="{4AB6674C-7E09-4664-8D79-2FC02B888076}"/>
                </a:ext>
              </a:extLst>
            </p:cNvPr>
            <p:cNvSpPr/>
            <p:nvPr/>
          </p:nvSpPr>
          <p:spPr>
            <a:xfrm>
              <a:off x="8264817" y="338835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22" name="Hexagon 1321">
              <a:extLst>
                <a:ext uri="{FF2B5EF4-FFF2-40B4-BE49-F238E27FC236}">
                  <a16:creationId xmlns:a16="http://schemas.microsoft.com/office/drawing/2014/main" id="{BEC02E99-F83F-4706-BC35-3CD4C33F9DD8}"/>
                </a:ext>
              </a:extLst>
            </p:cNvPr>
            <p:cNvSpPr/>
            <p:nvPr/>
          </p:nvSpPr>
          <p:spPr>
            <a:xfrm>
              <a:off x="8264106" y="326553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23" name="Hexagon 1322">
              <a:extLst>
                <a:ext uri="{FF2B5EF4-FFF2-40B4-BE49-F238E27FC236}">
                  <a16:creationId xmlns:a16="http://schemas.microsoft.com/office/drawing/2014/main" id="{4EF8C156-2812-4141-9A37-B98B444438EA}"/>
                </a:ext>
              </a:extLst>
            </p:cNvPr>
            <p:cNvSpPr/>
            <p:nvPr/>
          </p:nvSpPr>
          <p:spPr>
            <a:xfrm>
              <a:off x="8265374" y="315217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24" name="Hexagon 1323">
              <a:extLst>
                <a:ext uri="{FF2B5EF4-FFF2-40B4-BE49-F238E27FC236}">
                  <a16:creationId xmlns:a16="http://schemas.microsoft.com/office/drawing/2014/main" id="{661B859C-36E4-470D-BCCD-0F04A4F47A07}"/>
                </a:ext>
              </a:extLst>
            </p:cNvPr>
            <p:cNvSpPr/>
            <p:nvPr/>
          </p:nvSpPr>
          <p:spPr>
            <a:xfrm>
              <a:off x="7974322" y="290659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25" name="Hexagon 1324">
              <a:extLst>
                <a:ext uri="{FF2B5EF4-FFF2-40B4-BE49-F238E27FC236}">
                  <a16:creationId xmlns:a16="http://schemas.microsoft.com/office/drawing/2014/main" id="{FDC0937A-1083-46D6-9350-41B9F5426AD3}"/>
                </a:ext>
              </a:extLst>
            </p:cNvPr>
            <p:cNvSpPr/>
            <p:nvPr/>
          </p:nvSpPr>
          <p:spPr>
            <a:xfrm>
              <a:off x="8121250" y="296675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26" name="Hexagon 1325">
              <a:extLst>
                <a:ext uri="{FF2B5EF4-FFF2-40B4-BE49-F238E27FC236}">
                  <a16:creationId xmlns:a16="http://schemas.microsoft.com/office/drawing/2014/main" id="{2BFC783B-7DD3-46AB-BFFA-C31C2BD05290}"/>
                </a:ext>
              </a:extLst>
            </p:cNvPr>
            <p:cNvSpPr/>
            <p:nvPr/>
          </p:nvSpPr>
          <p:spPr>
            <a:xfrm>
              <a:off x="8271942" y="302772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27" name="Hexagon 1326">
              <a:extLst>
                <a:ext uri="{FF2B5EF4-FFF2-40B4-BE49-F238E27FC236}">
                  <a16:creationId xmlns:a16="http://schemas.microsoft.com/office/drawing/2014/main" id="{047B83BC-826B-4661-8BF5-AE2F2B5D62C0}"/>
                </a:ext>
              </a:extLst>
            </p:cNvPr>
            <p:cNvSpPr/>
            <p:nvPr/>
          </p:nvSpPr>
          <p:spPr>
            <a:xfrm>
              <a:off x="7818451" y="332614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28" name="Hexagon 1327">
              <a:extLst>
                <a:ext uri="{FF2B5EF4-FFF2-40B4-BE49-F238E27FC236}">
                  <a16:creationId xmlns:a16="http://schemas.microsoft.com/office/drawing/2014/main" id="{8744A8A1-B3FF-4DDD-9FC4-4A23D0CCC739}"/>
                </a:ext>
              </a:extLst>
            </p:cNvPr>
            <p:cNvSpPr/>
            <p:nvPr/>
          </p:nvSpPr>
          <p:spPr>
            <a:xfrm>
              <a:off x="7817741" y="320333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29" name="Hexagon 1328">
              <a:extLst>
                <a:ext uri="{FF2B5EF4-FFF2-40B4-BE49-F238E27FC236}">
                  <a16:creationId xmlns:a16="http://schemas.microsoft.com/office/drawing/2014/main" id="{388DA40C-AE7C-4894-B2D6-18BE102A0B43}"/>
                </a:ext>
              </a:extLst>
            </p:cNvPr>
            <p:cNvSpPr/>
            <p:nvPr/>
          </p:nvSpPr>
          <p:spPr>
            <a:xfrm>
              <a:off x="7819008" y="308997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0" name="Hexagon 1329">
              <a:extLst>
                <a:ext uri="{FF2B5EF4-FFF2-40B4-BE49-F238E27FC236}">
                  <a16:creationId xmlns:a16="http://schemas.microsoft.com/office/drawing/2014/main" id="{EE81D8D4-1D98-48B7-BE7E-0D6D318B1B6B}"/>
                </a:ext>
              </a:extLst>
            </p:cNvPr>
            <p:cNvSpPr/>
            <p:nvPr/>
          </p:nvSpPr>
          <p:spPr>
            <a:xfrm>
              <a:off x="7818298" y="296695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1" name="Hexagon 1330">
              <a:extLst>
                <a:ext uri="{FF2B5EF4-FFF2-40B4-BE49-F238E27FC236}">
                  <a16:creationId xmlns:a16="http://schemas.microsoft.com/office/drawing/2014/main" id="{225BA448-60D5-4492-81B2-0D1803790EE3}"/>
                </a:ext>
              </a:extLst>
            </p:cNvPr>
            <p:cNvSpPr/>
            <p:nvPr/>
          </p:nvSpPr>
          <p:spPr>
            <a:xfrm>
              <a:off x="7671265" y="326334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2" name="Hexagon 1331">
              <a:extLst>
                <a:ext uri="{FF2B5EF4-FFF2-40B4-BE49-F238E27FC236}">
                  <a16:creationId xmlns:a16="http://schemas.microsoft.com/office/drawing/2014/main" id="{AF89A4BE-B7F4-4C46-BB88-F7ED0F0E80A9}"/>
                </a:ext>
              </a:extLst>
            </p:cNvPr>
            <p:cNvSpPr/>
            <p:nvPr/>
          </p:nvSpPr>
          <p:spPr>
            <a:xfrm>
              <a:off x="7361702" y="255705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3" name="Hexagon 1332">
              <a:extLst>
                <a:ext uri="{FF2B5EF4-FFF2-40B4-BE49-F238E27FC236}">
                  <a16:creationId xmlns:a16="http://schemas.microsoft.com/office/drawing/2014/main" id="{4B1EEF85-F8A9-4CCE-A768-EC2649ADE3F0}"/>
                </a:ext>
              </a:extLst>
            </p:cNvPr>
            <p:cNvSpPr/>
            <p:nvPr/>
          </p:nvSpPr>
          <p:spPr>
            <a:xfrm>
              <a:off x="7364299" y="267810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4" name="Hexagon 1333">
              <a:extLst>
                <a:ext uri="{FF2B5EF4-FFF2-40B4-BE49-F238E27FC236}">
                  <a16:creationId xmlns:a16="http://schemas.microsoft.com/office/drawing/2014/main" id="{63214D17-2E31-43CD-BDE9-777FDE4E644A}"/>
                </a:ext>
              </a:extLst>
            </p:cNvPr>
            <p:cNvSpPr/>
            <p:nvPr/>
          </p:nvSpPr>
          <p:spPr>
            <a:xfrm>
              <a:off x="7514319" y="26177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5" name="Hexagon 1334">
              <a:extLst>
                <a:ext uri="{FF2B5EF4-FFF2-40B4-BE49-F238E27FC236}">
                  <a16:creationId xmlns:a16="http://schemas.microsoft.com/office/drawing/2014/main" id="{25B615B9-1C7F-4952-8B77-89CABDF99686}"/>
                </a:ext>
              </a:extLst>
            </p:cNvPr>
            <p:cNvSpPr/>
            <p:nvPr/>
          </p:nvSpPr>
          <p:spPr>
            <a:xfrm>
              <a:off x="7666503" y="25595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6" name="Hexagon 1335">
              <a:extLst>
                <a:ext uri="{FF2B5EF4-FFF2-40B4-BE49-F238E27FC236}">
                  <a16:creationId xmlns:a16="http://schemas.microsoft.com/office/drawing/2014/main" id="{C89ADD93-0405-4FE2-AFAB-F67E329ADEEF}"/>
                </a:ext>
              </a:extLst>
            </p:cNvPr>
            <p:cNvSpPr/>
            <p:nvPr/>
          </p:nvSpPr>
          <p:spPr>
            <a:xfrm>
              <a:off x="7514102" y="249496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7" name="Hexagon 1336">
              <a:extLst>
                <a:ext uri="{FF2B5EF4-FFF2-40B4-BE49-F238E27FC236}">
                  <a16:creationId xmlns:a16="http://schemas.microsoft.com/office/drawing/2014/main" id="{7B356465-F1B9-4863-80D2-95C86AC440DB}"/>
                </a:ext>
              </a:extLst>
            </p:cNvPr>
            <p:cNvSpPr/>
            <p:nvPr/>
          </p:nvSpPr>
          <p:spPr>
            <a:xfrm>
              <a:off x="7211683" y="261739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8" name="Hexagon 1337">
              <a:extLst>
                <a:ext uri="{FF2B5EF4-FFF2-40B4-BE49-F238E27FC236}">
                  <a16:creationId xmlns:a16="http://schemas.microsoft.com/office/drawing/2014/main" id="{9F79E2D0-D3ED-4487-A4C9-CC04B62DAA6B}"/>
                </a:ext>
              </a:extLst>
            </p:cNvPr>
            <p:cNvSpPr/>
            <p:nvPr/>
          </p:nvSpPr>
          <p:spPr>
            <a:xfrm>
              <a:off x="7513271" y="27391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0" name="Hexagon 1339">
              <a:extLst>
                <a:ext uri="{FF2B5EF4-FFF2-40B4-BE49-F238E27FC236}">
                  <a16:creationId xmlns:a16="http://schemas.microsoft.com/office/drawing/2014/main" id="{83E40099-F4A2-42C1-9ED8-1BA1332894FE}"/>
                </a:ext>
              </a:extLst>
            </p:cNvPr>
            <p:cNvSpPr/>
            <p:nvPr/>
          </p:nvSpPr>
          <p:spPr>
            <a:xfrm>
              <a:off x="7665886" y="279948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1" name="Hexagon 1340">
              <a:extLst>
                <a:ext uri="{FF2B5EF4-FFF2-40B4-BE49-F238E27FC236}">
                  <a16:creationId xmlns:a16="http://schemas.microsoft.com/office/drawing/2014/main" id="{F4DB73DA-0E88-40AE-8074-0A574BBEB057}"/>
                </a:ext>
              </a:extLst>
            </p:cNvPr>
            <p:cNvSpPr/>
            <p:nvPr/>
          </p:nvSpPr>
          <p:spPr>
            <a:xfrm>
              <a:off x="7816122" y="273914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2" name="Hexagon 1341">
              <a:extLst>
                <a:ext uri="{FF2B5EF4-FFF2-40B4-BE49-F238E27FC236}">
                  <a16:creationId xmlns:a16="http://schemas.microsoft.com/office/drawing/2014/main" id="{4D215E4B-2A67-4659-9EE6-FB95B5781ADC}"/>
                </a:ext>
              </a:extLst>
            </p:cNvPr>
            <p:cNvSpPr/>
            <p:nvPr/>
          </p:nvSpPr>
          <p:spPr>
            <a:xfrm>
              <a:off x="7663722" y="267451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3" name="Hexagon 1342">
              <a:extLst>
                <a:ext uri="{FF2B5EF4-FFF2-40B4-BE49-F238E27FC236}">
                  <a16:creationId xmlns:a16="http://schemas.microsoft.com/office/drawing/2014/main" id="{22180D38-227D-4FF8-8471-35147D8EC659}"/>
                </a:ext>
              </a:extLst>
            </p:cNvPr>
            <p:cNvSpPr/>
            <p:nvPr/>
          </p:nvSpPr>
          <p:spPr>
            <a:xfrm>
              <a:off x="7358705" y="279948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4" name="Hexagon 1343">
              <a:extLst>
                <a:ext uri="{FF2B5EF4-FFF2-40B4-BE49-F238E27FC236}">
                  <a16:creationId xmlns:a16="http://schemas.microsoft.com/office/drawing/2014/main" id="{4796AEA6-0306-476D-93A3-34AABF4811F4}"/>
                </a:ext>
              </a:extLst>
            </p:cNvPr>
            <p:cNvSpPr/>
            <p:nvPr/>
          </p:nvSpPr>
          <p:spPr>
            <a:xfrm>
              <a:off x="7659764" y="23155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5" name="Hexagon 1344">
              <a:extLst>
                <a:ext uri="{FF2B5EF4-FFF2-40B4-BE49-F238E27FC236}">
                  <a16:creationId xmlns:a16="http://schemas.microsoft.com/office/drawing/2014/main" id="{AE871453-94B2-4770-A215-CD837685AF78}"/>
                </a:ext>
              </a:extLst>
            </p:cNvPr>
            <p:cNvSpPr/>
            <p:nvPr/>
          </p:nvSpPr>
          <p:spPr>
            <a:xfrm>
              <a:off x="7662146" y="243624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6" name="Hexagon 1345">
              <a:extLst>
                <a:ext uri="{FF2B5EF4-FFF2-40B4-BE49-F238E27FC236}">
                  <a16:creationId xmlns:a16="http://schemas.microsoft.com/office/drawing/2014/main" id="{73742CFA-661D-4027-95BF-48BB277AA20F}"/>
                </a:ext>
              </a:extLst>
            </p:cNvPr>
            <p:cNvSpPr/>
            <p:nvPr/>
          </p:nvSpPr>
          <p:spPr>
            <a:xfrm>
              <a:off x="7814546" y="237590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7" name="Hexagon 1346">
              <a:extLst>
                <a:ext uri="{FF2B5EF4-FFF2-40B4-BE49-F238E27FC236}">
                  <a16:creationId xmlns:a16="http://schemas.microsoft.com/office/drawing/2014/main" id="{448616EA-98F7-4B2F-BC25-5B050345E4A1}"/>
                </a:ext>
              </a:extLst>
            </p:cNvPr>
            <p:cNvSpPr/>
            <p:nvPr/>
          </p:nvSpPr>
          <p:spPr>
            <a:xfrm>
              <a:off x="7966946" y="23155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8" name="Hexagon 1347">
              <a:extLst>
                <a:ext uri="{FF2B5EF4-FFF2-40B4-BE49-F238E27FC236}">
                  <a16:creationId xmlns:a16="http://schemas.microsoft.com/office/drawing/2014/main" id="{264C629B-A843-4473-BC4C-E9DAE74930E2}"/>
                </a:ext>
              </a:extLst>
            </p:cNvPr>
            <p:cNvSpPr/>
            <p:nvPr/>
          </p:nvSpPr>
          <p:spPr>
            <a:xfrm>
              <a:off x="7812382" y="225526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9" name="Hexagon 1348">
              <a:extLst>
                <a:ext uri="{FF2B5EF4-FFF2-40B4-BE49-F238E27FC236}">
                  <a16:creationId xmlns:a16="http://schemas.microsoft.com/office/drawing/2014/main" id="{640C2DFF-9BBC-41F2-9E45-836514B08BFC}"/>
                </a:ext>
              </a:extLst>
            </p:cNvPr>
            <p:cNvSpPr/>
            <p:nvPr/>
          </p:nvSpPr>
          <p:spPr>
            <a:xfrm>
              <a:off x="7507364" y="237590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50" name="Hexagon 1349">
              <a:extLst>
                <a:ext uri="{FF2B5EF4-FFF2-40B4-BE49-F238E27FC236}">
                  <a16:creationId xmlns:a16="http://schemas.microsoft.com/office/drawing/2014/main" id="{E0DD6A79-5E75-445B-92EC-64E6BC52536E}"/>
                </a:ext>
              </a:extLst>
            </p:cNvPr>
            <p:cNvSpPr/>
            <p:nvPr/>
          </p:nvSpPr>
          <p:spPr>
            <a:xfrm>
              <a:off x="7962380" y="243412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51" name="Hexagon 1350">
              <a:extLst>
                <a:ext uri="{FF2B5EF4-FFF2-40B4-BE49-F238E27FC236}">
                  <a16:creationId xmlns:a16="http://schemas.microsoft.com/office/drawing/2014/main" id="{E0C5E846-A365-4898-9AEC-F6ABFC0CA4A1}"/>
                </a:ext>
              </a:extLst>
            </p:cNvPr>
            <p:cNvSpPr/>
            <p:nvPr/>
          </p:nvSpPr>
          <p:spPr>
            <a:xfrm>
              <a:off x="7964761" y="255480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52" name="Hexagon 1351">
              <a:extLst>
                <a:ext uri="{FF2B5EF4-FFF2-40B4-BE49-F238E27FC236}">
                  <a16:creationId xmlns:a16="http://schemas.microsoft.com/office/drawing/2014/main" id="{A843F8BC-5D0B-4B5B-B65A-3484312217BE}"/>
                </a:ext>
              </a:extLst>
            </p:cNvPr>
            <p:cNvSpPr/>
            <p:nvPr/>
          </p:nvSpPr>
          <p:spPr>
            <a:xfrm>
              <a:off x="8119326" y="249446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53" name="Hexagon 1352">
              <a:extLst>
                <a:ext uri="{FF2B5EF4-FFF2-40B4-BE49-F238E27FC236}">
                  <a16:creationId xmlns:a16="http://schemas.microsoft.com/office/drawing/2014/main" id="{4FCCB4AA-A8E0-431A-8D21-4B0B32C2638F}"/>
                </a:ext>
              </a:extLst>
            </p:cNvPr>
            <p:cNvSpPr/>
            <p:nvPr/>
          </p:nvSpPr>
          <p:spPr>
            <a:xfrm>
              <a:off x="8269562" y="243412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54" name="Hexagon 1353">
              <a:extLst>
                <a:ext uri="{FF2B5EF4-FFF2-40B4-BE49-F238E27FC236}">
                  <a16:creationId xmlns:a16="http://schemas.microsoft.com/office/drawing/2014/main" id="{447EC061-27FD-4F08-8341-759A8B1BB141}"/>
                </a:ext>
              </a:extLst>
            </p:cNvPr>
            <p:cNvSpPr/>
            <p:nvPr/>
          </p:nvSpPr>
          <p:spPr>
            <a:xfrm>
              <a:off x="8117161" y="236949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55" name="Hexagon 1354">
              <a:extLst>
                <a:ext uri="{FF2B5EF4-FFF2-40B4-BE49-F238E27FC236}">
                  <a16:creationId xmlns:a16="http://schemas.microsoft.com/office/drawing/2014/main" id="{901D6465-A36C-47BC-A037-00A1AF93FCE8}"/>
                </a:ext>
              </a:extLst>
            </p:cNvPr>
            <p:cNvSpPr/>
            <p:nvPr/>
          </p:nvSpPr>
          <p:spPr>
            <a:xfrm>
              <a:off x="7809980" y="249446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56" name="Hexagon 1355">
              <a:extLst>
                <a:ext uri="{FF2B5EF4-FFF2-40B4-BE49-F238E27FC236}">
                  <a16:creationId xmlns:a16="http://schemas.microsoft.com/office/drawing/2014/main" id="{1FE3FC8E-67F2-449B-B8A1-CE591E910E99}"/>
                </a:ext>
              </a:extLst>
            </p:cNvPr>
            <p:cNvSpPr/>
            <p:nvPr/>
          </p:nvSpPr>
          <p:spPr>
            <a:xfrm>
              <a:off x="8115875" y="213424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57" name="Hexagon 1356">
              <a:extLst>
                <a:ext uri="{FF2B5EF4-FFF2-40B4-BE49-F238E27FC236}">
                  <a16:creationId xmlns:a16="http://schemas.microsoft.com/office/drawing/2014/main" id="{5B27AF5C-F796-41CD-B2B0-C275A60204F3}"/>
                </a:ext>
              </a:extLst>
            </p:cNvPr>
            <p:cNvSpPr/>
            <p:nvPr/>
          </p:nvSpPr>
          <p:spPr>
            <a:xfrm>
              <a:off x="8118256" y="225491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58" name="Hexagon 1357">
              <a:extLst>
                <a:ext uri="{FF2B5EF4-FFF2-40B4-BE49-F238E27FC236}">
                  <a16:creationId xmlns:a16="http://schemas.microsoft.com/office/drawing/2014/main" id="{BEBD1554-5B4A-4627-8559-2FCD8EF65941}"/>
                </a:ext>
              </a:extLst>
            </p:cNvPr>
            <p:cNvSpPr/>
            <p:nvPr/>
          </p:nvSpPr>
          <p:spPr>
            <a:xfrm>
              <a:off x="8270657" y="219457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60" name="Hexagon 1359">
              <a:extLst>
                <a:ext uri="{FF2B5EF4-FFF2-40B4-BE49-F238E27FC236}">
                  <a16:creationId xmlns:a16="http://schemas.microsoft.com/office/drawing/2014/main" id="{610A4793-CDB8-4DDC-B5F8-B83A0C637E49}"/>
                </a:ext>
              </a:extLst>
            </p:cNvPr>
            <p:cNvSpPr/>
            <p:nvPr/>
          </p:nvSpPr>
          <p:spPr>
            <a:xfrm>
              <a:off x="8271032" y="207722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61" name="Hexagon 1360">
              <a:extLst>
                <a:ext uri="{FF2B5EF4-FFF2-40B4-BE49-F238E27FC236}">
                  <a16:creationId xmlns:a16="http://schemas.microsoft.com/office/drawing/2014/main" id="{3554D46B-C359-4EB1-A207-6E0577A1BA2C}"/>
                </a:ext>
              </a:extLst>
            </p:cNvPr>
            <p:cNvSpPr/>
            <p:nvPr/>
          </p:nvSpPr>
          <p:spPr>
            <a:xfrm>
              <a:off x="7963475" y="219457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62" name="Hexagon 1361">
              <a:extLst>
                <a:ext uri="{FF2B5EF4-FFF2-40B4-BE49-F238E27FC236}">
                  <a16:creationId xmlns:a16="http://schemas.microsoft.com/office/drawing/2014/main" id="{92663728-4899-4478-97FA-5C0C141E0CA9}"/>
                </a:ext>
              </a:extLst>
            </p:cNvPr>
            <p:cNvSpPr/>
            <p:nvPr/>
          </p:nvSpPr>
          <p:spPr>
            <a:xfrm>
              <a:off x="8271411" y="18389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63" name="Hexagon 1362">
              <a:extLst>
                <a:ext uri="{FF2B5EF4-FFF2-40B4-BE49-F238E27FC236}">
                  <a16:creationId xmlns:a16="http://schemas.microsoft.com/office/drawing/2014/main" id="{0E429B28-F831-48B1-8CB9-9C963A3246BB}"/>
                </a:ext>
              </a:extLst>
            </p:cNvPr>
            <p:cNvSpPr/>
            <p:nvPr/>
          </p:nvSpPr>
          <p:spPr>
            <a:xfrm>
              <a:off x="8271627" y="195967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64" name="Hexagon 1363">
              <a:extLst>
                <a:ext uri="{FF2B5EF4-FFF2-40B4-BE49-F238E27FC236}">
                  <a16:creationId xmlns:a16="http://schemas.microsoft.com/office/drawing/2014/main" id="{8550EEF0-BEE4-4F90-8580-589E1FA948DB}"/>
                </a:ext>
              </a:extLst>
            </p:cNvPr>
            <p:cNvSpPr/>
            <p:nvPr/>
          </p:nvSpPr>
          <p:spPr>
            <a:xfrm>
              <a:off x="8426192" y="189933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65" name="Hexagon 1364">
              <a:extLst>
                <a:ext uri="{FF2B5EF4-FFF2-40B4-BE49-F238E27FC236}">
                  <a16:creationId xmlns:a16="http://schemas.microsoft.com/office/drawing/2014/main" id="{E6DD8791-F154-4766-BEA5-BBCF55C95258}"/>
                </a:ext>
              </a:extLst>
            </p:cNvPr>
            <p:cNvSpPr/>
            <p:nvPr/>
          </p:nvSpPr>
          <p:spPr>
            <a:xfrm>
              <a:off x="8423057" y="202363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66" name="Hexagon 1365">
              <a:extLst>
                <a:ext uri="{FF2B5EF4-FFF2-40B4-BE49-F238E27FC236}">
                  <a16:creationId xmlns:a16="http://schemas.microsoft.com/office/drawing/2014/main" id="{32C1CA81-0DE3-48F0-9D94-876F3973693C}"/>
                </a:ext>
              </a:extLst>
            </p:cNvPr>
            <p:cNvSpPr/>
            <p:nvPr/>
          </p:nvSpPr>
          <p:spPr>
            <a:xfrm>
              <a:off x="8118757" y="20128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67" name="Hexagon 1366">
              <a:extLst>
                <a:ext uri="{FF2B5EF4-FFF2-40B4-BE49-F238E27FC236}">
                  <a16:creationId xmlns:a16="http://schemas.microsoft.com/office/drawing/2014/main" id="{EC67ABED-01CF-40DB-BF25-EF4BC44E0666}"/>
                </a:ext>
              </a:extLst>
            </p:cNvPr>
            <p:cNvSpPr/>
            <p:nvPr/>
          </p:nvSpPr>
          <p:spPr>
            <a:xfrm>
              <a:off x="8119010" y="189933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68" name="Hexagon 1367">
              <a:extLst>
                <a:ext uri="{FF2B5EF4-FFF2-40B4-BE49-F238E27FC236}">
                  <a16:creationId xmlns:a16="http://schemas.microsoft.com/office/drawing/2014/main" id="{F29A670C-B38E-40F1-956C-CC9B2C2DDAC0}"/>
                </a:ext>
              </a:extLst>
            </p:cNvPr>
            <p:cNvSpPr/>
            <p:nvPr/>
          </p:nvSpPr>
          <p:spPr>
            <a:xfrm>
              <a:off x="8271974" y="231282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69" name="Hexagon 1368">
              <a:extLst>
                <a:ext uri="{FF2B5EF4-FFF2-40B4-BE49-F238E27FC236}">
                  <a16:creationId xmlns:a16="http://schemas.microsoft.com/office/drawing/2014/main" id="{286C494C-CC97-4230-9237-1824B5A577E8}"/>
                </a:ext>
              </a:extLst>
            </p:cNvPr>
            <p:cNvSpPr/>
            <p:nvPr/>
          </p:nvSpPr>
          <p:spPr>
            <a:xfrm>
              <a:off x="8119875" y="261122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0" name="Hexagon 1369">
              <a:extLst>
                <a:ext uri="{FF2B5EF4-FFF2-40B4-BE49-F238E27FC236}">
                  <a16:creationId xmlns:a16="http://schemas.microsoft.com/office/drawing/2014/main" id="{F0F45D93-B9C0-452A-A7F1-A8DF4B7A3A03}"/>
                </a:ext>
              </a:extLst>
            </p:cNvPr>
            <p:cNvSpPr/>
            <p:nvPr/>
          </p:nvSpPr>
          <p:spPr>
            <a:xfrm>
              <a:off x="7210384" y="273302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1" name="Hexagon 1370">
              <a:extLst>
                <a:ext uri="{FF2B5EF4-FFF2-40B4-BE49-F238E27FC236}">
                  <a16:creationId xmlns:a16="http://schemas.microsoft.com/office/drawing/2014/main" id="{EB1CA9D4-6604-41CB-914D-B0F8A04BC78A}"/>
                </a:ext>
              </a:extLst>
            </p:cNvPr>
            <p:cNvSpPr/>
            <p:nvPr/>
          </p:nvSpPr>
          <p:spPr>
            <a:xfrm>
              <a:off x="7814962" y="285042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2" name="Hexagon 1371">
              <a:extLst>
                <a:ext uri="{FF2B5EF4-FFF2-40B4-BE49-F238E27FC236}">
                  <a16:creationId xmlns:a16="http://schemas.microsoft.com/office/drawing/2014/main" id="{7A8F977C-5E53-4C67-BF0A-A1B2C87453A0}"/>
                </a:ext>
              </a:extLst>
            </p:cNvPr>
            <p:cNvSpPr/>
            <p:nvPr/>
          </p:nvSpPr>
          <p:spPr>
            <a:xfrm>
              <a:off x="7668883" y="291437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3" name="Hexagon 1372">
              <a:extLst>
                <a:ext uri="{FF2B5EF4-FFF2-40B4-BE49-F238E27FC236}">
                  <a16:creationId xmlns:a16="http://schemas.microsoft.com/office/drawing/2014/main" id="{32ECAE50-23DF-45C0-8401-35756B6F81F0}"/>
                </a:ext>
              </a:extLst>
            </p:cNvPr>
            <p:cNvSpPr/>
            <p:nvPr/>
          </p:nvSpPr>
          <p:spPr>
            <a:xfrm>
              <a:off x="7668565" y="302999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4" name="Hexagon 1373">
              <a:extLst>
                <a:ext uri="{FF2B5EF4-FFF2-40B4-BE49-F238E27FC236}">
                  <a16:creationId xmlns:a16="http://schemas.microsoft.com/office/drawing/2014/main" id="{F47FA273-EE57-4C88-9C1D-02F471BAB649}"/>
                </a:ext>
              </a:extLst>
            </p:cNvPr>
            <p:cNvSpPr/>
            <p:nvPr/>
          </p:nvSpPr>
          <p:spPr>
            <a:xfrm>
              <a:off x="7515604" y="296864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5" name="Hexagon 1374">
              <a:extLst>
                <a:ext uri="{FF2B5EF4-FFF2-40B4-BE49-F238E27FC236}">
                  <a16:creationId xmlns:a16="http://schemas.microsoft.com/office/drawing/2014/main" id="{7A879B90-2350-4915-A5C5-DE9480FDE829}"/>
                </a:ext>
              </a:extLst>
            </p:cNvPr>
            <p:cNvSpPr/>
            <p:nvPr/>
          </p:nvSpPr>
          <p:spPr>
            <a:xfrm>
              <a:off x="7514293" y="308289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6" name="Hexagon 1375">
              <a:extLst>
                <a:ext uri="{FF2B5EF4-FFF2-40B4-BE49-F238E27FC236}">
                  <a16:creationId xmlns:a16="http://schemas.microsoft.com/office/drawing/2014/main" id="{F3C9BCC2-DED3-4B84-8905-0970129DE06F}"/>
                </a:ext>
              </a:extLst>
            </p:cNvPr>
            <p:cNvSpPr/>
            <p:nvPr/>
          </p:nvSpPr>
          <p:spPr>
            <a:xfrm>
              <a:off x="6898960" y="403970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7" name="Hexagon 1376">
              <a:extLst>
                <a:ext uri="{FF2B5EF4-FFF2-40B4-BE49-F238E27FC236}">
                  <a16:creationId xmlns:a16="http://schemas.microsoft.com/office/drawing/2014/main" id="{25D1AABD-9C2D-48A0-96F2-8769905ED39A}"/>
                </a:ext>
              </a:extLst>
            </p:cNvPr>
            <p:cNvSpPr/>
            <p:nvPr/>
          </p:nvSpPr>
          <p:spPr>
            <a:xfrm>
              <a:off x="6594148" y="403956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8" name="Hexagon 1377">
              <a:extLst>
                <a:ext uri="{FF2B5EF4-FFF2-40B4-BE49-F238E27FC236}">
                  <a16:creationId xmlns:a16="http://schemas.microsoft.com/office/drawing/2014/main" id="{223967C5-9C98-4EEE-B12A-F5307CBD2333}"/>
                </a:ext>
              </a:extLst>
            </p:cNvPr>
            <p:cNvSpPr/>
            <p:nvPr/>
          </p:nvSpPr>
          <p:spPr>
            <a:xfrm>
              <a:off x="7053742" y="410004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9" name="Hexagon 1378">
              <a:extLst>
                <a:ext uri="{FF2B5EF4-FFF2-40B4-BE49-F238E27FC236}">
                  <a16:creationId xmlns:a16="http://schemas.microsoft.com/office/drawing/2014/main" id="{AC496002-3310-4878-8DFB-43746DDB910B}"/>
                </a:ext>
              </a:extLst>
            </p:cNvPr>
            <p:cNvSpPr/>
            <p:nvPr/>
          </p:nvSpPr>
          <p:spPr>
            <a:xfrm>
              <a:off x="7206142" y="403970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0" name="Hexagon 1379">
              <a:extLst>
                <a:ext uri="{FF2B5EF4-FFF2-40B4-BE49-F238E27FC236}">
                  <a16:creationId xmlns:a16="http://schemas.microsoft.com/office/drawing/2014/main" id="{CB857CFD-7E12-4E39-9521-A31C9DFC1F31}"/>
                </a:ext>
              </a:extLst>
            </p:cNvPr>
            <p:cNvSpPr/>
            <p:nvPr/>
          </p:nvSpPr>
          <p:spPr>
            <a:xfrm>
              <a:off x="7053742" y="397507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1" name="Hexagon 1380">
              <a:extLst>
                <a:ext uri="{FF2B5EF4-FFF2-40B4-BE49-F238E27FC236}">
                  <a16:creationId xmlns:a16="http://schemas.microsoft.com/office/drawing/2014/main" id="{6AFA7D31-37D4-4FBF-B773-9960BCA578E6}"/>
                </a:ext>
              </a:extLst>
            </p:cNvPr>
            <p:cNvSpPr/>
            <p:nvPr/>
          </p:nvSpPr>
          <p:spPr>
            <a:xfrm>
              <a:off x="6746560" y="410004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2" name="Hexagon 1381">
              <a:extLst>
                <a:ext uri="{FF2B5EF4-FFF2-40B4-BE49-F238E27FC236}">
                  <a16:creationId xmlns:a16="http://schemas.microsoft.com/office/drawing/2014/main" id="{286D26A8-55CF-4F36-A3D5-947E715C3600}"/>
                </a:ext>
              </a:extLst>
            </p:cNvPr>
            <p:cNvSpPr/>
            <p:nvPr/>
          </p:nvSpPr>
          <p:spPr>
            <a:xfrm>
              <a:off x="6752407" y="37442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3" name="Hexagon 1382">
              <a:extLst>
                <a:ext uri="{FF2B5EF4-FFF2-40B4-BE49-F238E27FC236}">
                  <a16:creationId xmlns:a16="http://schemas.microsoft.com/office/drawing/2014/main" id="{2B86F0BB-BA43-462C-BF9A-15A974DC55E1}"/>
                </a:ext>
              </a:extLst>
            </p:cNvPr>
            <p:cNvSpPr/>
            <p:nvPr/>
          </p:nvSpPr>
          <p:spPr>
            <a:xfrm>
              <a:off x="6749709" y="386676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4" name="Hexagon 1383">
              <a:extLst>
                <a:ext uri="{FF2B5EF4-FFF2-40B4-BE49-F238E27FC236}">
                  <a16:creationId xmlns:a16="http://schemas.microsoft.com/office/drawing/2014/main" id="{7A93E96E-7234-4F3A-A9F7-0D4230231D48}"/>
                </a:ext>
              </a:extLst>
            </p:cNvPr>
            <p:cNvSpPr/>
            <p:nvPr/>
          </p:nvSpPr>
          <p:spPr>
            <a:xfrm>
              <a:off x="6901949" y="380626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5" name="Hexagon 1384">
              <a:extLst>
                <a:ext uri="{FF2B5EF4-FFF2-40B4-BE49-F238E27FC236}">
                  <a16:creationId xmlns:a16="http://schemas.microsoft.com/office/drawing/2014/main" id="{BCA479D3-B34D-479C-9AAB-A8525D1A114C}"/>
                </a:ext>
              </a:extLst>
            </p:cNvPr>
            <p:cNvSpPr/>
            <p:nvPr/>
          </p:nvSpPr>
          <p:spPr>
            <a:xfrm>
              <a:off x="7057265" y="374592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6" name="Hexagon 1385">
              <a:extLst>
                <a:ext uri="{FF2B5EF4-FFF2-40B4-BE49-F238E27FC236}">
                  <a16:creationId xmlns:a16="http://schemas.microsoft.com/office/drawing/2014/main" id="{D8521D77-F81C-4FE1-A1A9-996EC60A1259}"/>
                </a:ext>
              </a:extLst>
            </p:cNvPr>
            <p:cNvSpPr/>
            <p:nvPr/>
          </p:nvSpPr>
          <p:spPr>
            <a:xfrm>
              <a:off x="6906871" y="368399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7" name="Hexagon 1386">
              <a:extLst>
                <a:ext uri="{FF2B5EF4-FFF2-40B4-BE49-F238E27FC236}">
                  <a16:creationId xmlns:a16="http://schemas.microsoft.com/office/drawing/2014/main" id="{B3314815-3B06-4889-AF5B-F8F361F27D66}"/>
                </a:ext>
              </a:extLst>
            </p:cNvPr>
            <p:cNvSpPr/>
            <p:nvPr/>
          </p:nvSpPr>
          <p:spPr>
            <a:xfrm>
              <a:off x="6597309" y="380642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8" name="Hexagon 1387">
              <a:extLst>
                <a:ext uri="{FF2B5EF4-FFF2-40B4-BE49-F238E27FC236}">
                  <a16:creationId xmlns:a16="http://schemas.microsoft.com/office/drawing/2014/main" id="{10941382-E0F7-427E-A70F-A32698092FD7}"/>
                </a:ext>
              </a:extLst>
            </p:cNvPr>
            <p:cNvSpPr/>
            <p:nvPr/>
          </p:nvSpPr>
          <p:spPr>
            <a:xfrm>
              <a:off x="6602874" y="356082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9" name="Hexagon 1388">
              <a:extLst>
                <a:ext uri="{FF2B5EF4-FFF2-40B4-BE49-F238E27FC236}">
                  <a16:creationId xmlns:a16="http://schemas.microsoft.com/office/drawing/2014/main" id="{DABEA866-F9BA-4A48-BEBE-07F223FA7C60}"/>
                </a:ext>
              </a:extLst>
            </p:cNvPr>
            <p:cNvSpPr/>
            <p:nvPr/>
          </p:nvSpPr>
          <p:spPr>
            <a:xfrm>
              <a:off x="6600924" y="368150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90" name="Hexagon 1389">
              <a:extLst>
                <a:ext uri="{FF2B5EF4-FFF2-40B4-BE49-F238E27FC236}">
                  <a16:creationId xmlns:a16="http://schemas.microsoft.com/office/drawing/2014/main" id="{5D5BE781-DCEC-40B9-B358-B3C340A052B2}"/>
                </a:ext>
              </a:extLst>
            </p:cNvPr>
            <p:cNvSpPr/>
            <p:nvPr/>
          </p:nvSpPr>
          <p:spPr>
            <a:xfrm>
              <a:off x="6757655" y="362116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91" name="Hexagon 1390">
              <a:extLst>
                <a:ext uri="{FF2B5EF4-FFF2-40B4-BE49-F238E27FC236}">
                  <a16:creationId xmlns:a16="http://schemas.microsoft.com/office/drawing/2014/main" id="{F10EF9D8-D3A2-479B-B2F7-0419BDFD8910}"/>
                </a:ext>
              </a:extLst>
            </p:cNvPr>
            <p:cNvSpPr/>
            <p:nvPr/>
          </p:nvSpPr>
          <p:spPr>
            <a:xfrm>
              <a:off x="6907514" y="356082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92" name="Hexagon 1391">
              <a:extLst>
                <a:ext uri="{FF2B5EF4-FFF2-40B4-BE49-F238E27FC236}">
                  <a16:creationId xmlns:a16="http://schemas.microsoft.com/office/drawing/2014/main" id="{71B127B5-0D69-4CEA-897C-B179AFE42B3E}"/>
                </a:ext>
              </a:extLst>
            </p:cNvPr>
            <p:cNvSpPr/>
            <p:nvPr/>
          </p:nvSpPr>
          <p:spPr>
            <a:xfrm>
              <a:off x="6757655" y="349619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93" name="Hexagon 1392">
              <a:extLst>
                <a:ext uri="{FF2B5EF4-FFF2-40B4-BE49-F238E27FC236}">
                  <a16:creationId xmlns:a16="http://schemas.microsoft.com/office/drawing/2014/main" id="{033E2845-7776-499F-AF5D-1EC715610D6F}"/>
                </a:ext>
              </a:extLst>
            </p:cNvPr>
            <p:cNvSpPr/>
            <p:nvPr/>
          </p:nvSpPr>
          <p:spPr>
            <a:xfrm>
              <a:off x="6447933" y="361862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94" name="Hexagon 1393">
              <a:extLst>
                <a:ext uri="{FF2B5EF4-FFF2-40B4-BE49-F238E27FC236}">
                  <a16:creationId xmlns:a16="http://schemas.microsoft.com/office/drawing/2014/main" id="{CB19DDE9-C2C2-4D19-AC88-44D1DA7FD8A1}"/>
                </a:ext>
              </a:extLst>
            </p:cNvPr>
            <p:cNvSpPr/>
            <p:nvPr/>
          </p:nvSpPr>
          <p:spPr>
            <a:xfrm>
              <a:off x="6596679" y="3325971"/>
              <a:ext cx="196162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95" name="Hexagon 1394">
              <a:extLst>
                <a:ext uri="{FF2B5EF4-FFF2-40B4-BE49-F238E27FC236}">
                  <a16:creationId xmlns:a16="http://schemas.microsoft.com/office/drawing/2014/main" id="{E760D797-BE7A-4F69-8DE8-D6EAF791784F}"/>
                </a:ext>
              </a:extLst>
            </p:cNvPr>
            <p:cNvSpPr/>
            <p:nvPr/>
          </p:nvSpPr>
          <p:spPr>
            <a:xfrm>
              <a:off x="6602594" y="34415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96" name="Hexagon 1395">
              <a:extLst>
                <a:ext uri="{FF2B5EF4-FFF2-40B4-BE49-F238E27FC236}">
                  <a16:creationId xmlns:a16="http://schemas.microsoft.com/office/drawing/2014/main" id="{8573D79D-2AAD-4D30-BE6E-19B020250E65}"/>
                </a:ext>
              </a:extLst>
            </p:cNvPr>
            <p:cNvSpPr/>
            <p:nvPr/>
          </p:nvSpPr>
          <p:spPr>
            <a:xfrm>
              <a:off x="6754994" y="338122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97" name="Hexagon 1396">
              <a:extLst>
                <a:ext uri="{FF2B5EF4-FFF2-40B4-BE49-F238E27FC236}">
                  <a16:creationId xmlns:a16="http://schemas.microsoft.com/office/drawing/2014/main" id="{B6E08A56-0813-4FF7-9234-4AE5793960F2}"/>
                </a:ext>
              </a:extLst>
            </p:cNvPr>
            <p:cNvSpPr/>
            <p:nvPr/>
          </p:nvSpPr>
          <p:spPr>
            <a:xfrm>
              <a:off x="6901906" y="3315660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98" name="Hexagon 1397">
              <a:extLst>
                <a:ext uri="{FF2B5EF4-FFF2-40B4-BE49-F238E27FC236}">
                  <a16:creationId xmlns:a16="http://schemas.microsoft.com/office/drawing/2014/main" id="{5001750A-640B-47EA-818C-41E76A99A8D1}"/>
                </a:ext>
              </a:extLst>
            </p:cNvPr>
            <p:cNvSpPr/>
            <p:nvPr/>
          </p:nvSpPr>
          <p:spPr>
            <a:xfrm>
              <a:off x="6749506" y="3251027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99" name="Hexagon 1398">
              <a:extLst>
                <a:ext uri="{FF2B5EF4-FFF2-40B4-BE49-F238E27FC236}">
                  <a16:creationId xmlns:a16="http://schemas.microsoft.com/office/drawing/2014/main" id="{CE1C31E1-54A4-4032-85DF-C0A0216892BD}"/>
                </a:ext>
              </a:extLst>
            </p:cNvPr>
            <p:cNvSpPr/>
            <p:nvPr/>
          </p:nvSpPr>
          <p:spPr>
            <a:xfrm>
              <a:off x="6445273" y="33833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0" name="Hexagon 1399">
              <a:extLst>
                <a:ext uri="{FF2B5EF4-FFF2-40B4-BE49-F238E27FC236}">
                  <a16:creationId xmlns:a16="http://schemas.microsoft.com/office/drawing/2014/main" id="{A79705F0-8DF6-407C-87B1-10C5FC981240}"/>
                </a:ext>
              </a:extLst>
            </p:cNvPr>
            <p:cNvSpPr/>
            <p:nvPr/>
          </p:nvSpPr>
          <p:spPr>
            <a:xfrm>
              <a:off x="7210996" y="356159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1" name="Hexagon 1400">
              <a:extLst>
                <a:ext uri="{FF2B5EF4-FFF2-40B4-BE49-F238E27FC236}">
                  <a16:creationId xmlns:a16="http://schemas.microsoft.com/office/drawing/2014/main" id="{70792805-884F-44EC-B84F-5BE8CE322635}"/>
                </a:ext>
              </a:extLst>
            </p:cNvPr>
            <p:cNvSpPr/>
            <p:nvPr/>
          </p:nvSpPr>
          <p:spPr>
            <a:xfrm>
              <a:off x="7210621" y="368227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2" name="Hexagon 1401">
              <a:extLst>
                <a:ext uri="{FF2B5EF4-FFF2-40B4-BE49-F238E27FC236}">
                  <a16:creationId xmlns:a16="http://schemas.microsoft.com/office/drawing/2014/main" id="{85AB659C-33DF-4A7F-B8EB-8904879FFE79}"/>
                </a:ext>
              </a:extLst>
            </p:cNvPr>
            <p:cNvSpPr/>
            <p:nvPr/>
          </p:nvSpPr>
          <p:spPr>
            <a:xfrm>
              <a:off x="7367727" y="362193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3" name="Hexagon 1402">
              <a:extLst>
                <a:ext uri="{FF2B5EF4-FFF2-40B4-BE49-F238E27FC236}">
                  <a16:creationId xmlns:a16="http://schemas.microsoft.com/office/drawing/2014/main" id="{EE4F4907-8D89-41B7-8039-73C716946234}"/>
                </a:ext>
              </a:extLst>
            </p:cNvPr>
            <p:cNvSpPr/>
            <p:nvPr/>
          </p:nvSpPr>
          <p:spPr>
            <a:xfrm>
              <a:off x="7520127" y="356159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4" name="Hexagon 1403">
              <a:extLst>
                <a:ext uri="{FF2B5EF4-FFF2-40B4-BE49-F238E27FC236}">
                  <a16:creationId xmlns:a16="http://schemas.microsoft.com/office/drawing/2014/main" id="{3D352885-B182-4F40-86FE-C860313A630A}"/>
                </a:ext>
              </a:extLst>
            </p:cNvPr>
            <p:cNvSpPr/>
            <p:nvPr/>
          </p:nvSpPr>
          <p:spPr>
            <a:xfrm>
              <a:off x="6447933" y="374060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5" name="Hexagon 1404">
              <a:extLst>
                <a:ext uri="{FF2B5EF4-FFF2-40B4-BE49-F238E27FC236}">
                  <a16:creationId xmlns:a16="http://schemas.microsoft.com/office/drawing/2014/main" id="{77E226D7-3417-4A74-848D-04B78FA21CB0}"/>
                </a:ext>
              </a:extLst>
            </p:cNvPr>
            <p:cNvSpPr/>
            <p:nvPr/>
          </p:nvSpPr>
          <p:spPr>
            <a:xfrm>
              <a:off x="7057846" y="362193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6" name="Hexagon 1405">
              <a:extLst>
                <a:ext uri="{FF2B5EF4-FFF2-40B4-BE49-F238E27FC236}">
                  <a16:creationId xmlns:a16="http://schemas.microsoft.com/office/drawing/2014/main" id="{150BAC27-048C-463A-9E49-9A9E30809DED}"/>
                </a:ext>
              </a:extLst>
            </p:cNvPr>
            <p:cNvSpPr/>
            <p:nvPr/>
          </p:nvSpPr>
          <p:spPr>
            <a:xfrm>
              <a:off x="6593420" y="392226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8" name="Hexagon 1407">
              <a:extLst>
                <a:ext uri="{FF2B5EF4-FFF2-40B4-BE49-F238E27FC236}">
                  <a16:creationId xmlns:a16="http://schemas.microsoft.com/office/drawing/2014/main" id="{3D12A0EF-7EF2-43F6-BAB8-97F28A4F6F1F}"/>
                </a:ext>
              </a:extLst>
            </p:cNvPr>
            <p:cNvSpPr/>
            <p:nvPr/>
          </p:nvSpPr>
          <p:spPr>
            <a:xfrm>
              <a:off x="7207253" y="391628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9" name="Hexagon 1408">
              <a:extLst>
                <a:ext uri="{FF2B5EF4-FFF2-40B4-BE49-F238E27FC236}">
                  <a16:creationId xmlns:a16="http://schemas.microsoft.com/office/drawing/2014/main" id="{CC34B3AF-4924-4336-BA19-F51871BA7EEC}"/>
                </a:ext>
              </a:extLst>
            </p:cNvPr>
            <p:cNvSpPr/>
            <p:nvPr/>
          </p:nvSpPr>
          <p:spPr>
            <a:xfrm>
              <a:off x="6898308" y="391779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0" name="Hexagon 1409">
              <a:extLst>
                <a:ext uri="{FF2B5EF4-FFF2-40B4-BE49-F238E27FC236}">
                  <a16:creationId xmlns:a16="http://schemas.microsoft.com/office/drawing/2014/main" id="{4B637716-1B4C-469D-B9C7-0178F9892D7B}"/>
                </a:ext>
              </a:extLst>
            </p:cNvPr>
            <p:cNvSpPr/>
            <p:nvPr/>
          </p:nvSpPr>
          <p:spPr>
            <a:xfrm>
              <a:off x="7210845" y="38019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1" name="Hexagon 1410">
              <a:extLst>
                <a:ext uri="{FF2B5EF4-FFF2-40B4-BE49-F238E27FC236}">
                  <a16:creationId xmlns:a16="http://schemas.microsoft.com/office/drawing/2014/main" id="{756EC404-D329-41B9-96FD-8F7AEFE3D3BD}"/>
                </a:ext>
              </a:extLst>
            </p:cNvPr>
            <p:cNvSpPr/>
            <p:nvPr/>
          </p:nvSpPr>
          <p:spPr>
            <a:xfrm>
              <a:off x="7367575" y="374165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2" name="Hexagon 1411">
              <a:extLst>
                <a:ext uri="{FF2B5EF4-FFF2-40B4-BE49-F238E27FC236}">
                  <a16:creationId xmlns:a16="http://schemas.microsoft.com/office/drawing/2014/main" id="{AE348CDA-C6AF-463F-8191-4BF98AF0F1A3}"/>
                </a:ext>
              </a:extLst>
            </p:cNvPr>
            <p:cNvSpPr/>
            <p:nvPr/>
          </p:nvSpPr>
          <p:spPr>
            <a:xfrm>
              <a:off x="6289249" y="332215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3" name="Hexagon 1412">
              <a:extLst>
                <a:ext uri="{FF2B5EF4-FFF2-40B4-BE49-F238E27FC236}">
                  <a16:creationId xmlns:a16="http://schemas.microsoft.com/office/drawing/2014/main" id="{A7B4BABB-AD5F-41EB-A10F-7028039CDEB6}"/>
                </a:ext>
              </a:extLst>
            </p:cNvPr>
            <p:cNvSpPr/>
            <p:nvPr/>
          </p:nvSpPr>
          <p:spPr>
            <a:xfrm>
              <a:off x="6286550" y="344028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4" name="Hexagon 1413">
              <a:extLst>
                <a:ext uri="{FF2B5EF4-FFF2-40B4-BE49-F238E27FC236}">
                  <a16:creationId xmlns:a16="http://schemas.microsoft.com/office/drawing/2014/main" id="{55959A5D-88F6-4ECA-B70D-76395B54312F}"/>
                </a:ext>
              </a:extLst>
            </p:cNvPr>
            <p:cNvSpPr/>
            <p:nvPr/>
          </p:nvSpPr>
          <p:spPr>
            <a:xfrm>
              <a:off x="6131770" y="33799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5" name="Hexagon 1414">
              <a:extLst>
                <a:ext uri="{FF2B5EF4-FFF2-40B4-BE49-F238E27FC236}">
                  <a16:creationId xmlns:a16="http://schemas.microsoft.com/office/drawing/2014/main" id="{4830EA9D-9C59-46AD-BDE2-85A5343D383A}"/>
                </a:ext>
              </a:extLst>
            </p:cNvPr>
            <p:cNvSpPr/>
            <p:nvPr/>
          </p:nvSpPr>
          <p:spPr>
            <a:xfrm>
              <a:off x="6137334" y="325502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6" name="Hexagon 1415">
              <a:extLst>
                <a:ext uri="{FF2B5EF4-FFF2-40B4-BE49-F238E27FC236}">
                  <a16:creationId xmlns:a16="http://schemas.microsoft.com/office/drawing/2014/main" id="{0C28AF56-91FA-43D3-B81A-CFF441654945}"/>
                </a:ext>
              </a:extLst>
            </p:cNvPr>
            <p:cNvSpPr/>
            <p:nvPr/>
          </p:nvSpPr>
          <p:spPr>
            <a:xfrm>
              <a:off x="6751710" y="302218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7" name="Hexagon 1416">
              <a:extLst>
                <a:ext uri="{FF2B5EF4-FFF2-40B4-BE49-F238E27FC236}">
                  <a16:creationId xmlns:a16="http://schemas.microsoft.com/office/drawing/2014/main" id="{FFEB73EE-40F2-4E55-B7A7-9306B6BACF9B}"/>
                </a:ext>
              </a:extLst>
            </p:cNvPr>
            <p:cNvSpPr/>
            <p:nvPr/>
          </p:nvSpPr>
          <p:spPr>
            <a:xfrm>
              <a:off x="6745903" y="3135096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8" name="Hexagon 1417">
              <a:extLst>
                <a:ext uri="{FF2B5EF4-FFF2-40B4-BE49-F238E27FC236}">
                  <a16:creationId xmlns:a16="http://schemas.microsoft.com/office/drawing/2014/main" id="{47730DEA-1FF6-43E9-9A61-B7A810DA2DC1}"/>
                </a:ext>
              </a:extLst>
            </p:cNvPr>
            <p:cNvSpPr/>
            <p:nvPr/>
          </p:nvSpPr>
          <p:spPr>
            <a:xfrm>
              <a:off x="6591122" y="3074757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9" name="Hexagon 1418">
              <a:extLst>
                <a:ext uri="{FF2B5EF4-FFF2-40B4-BE49-F238E27FC236}">
                  <a16:creationId xmlns:a16="http://schemas.microsoft.com/office/drawing/2014/main" id="{EBD1DC2D-61BC-4A6C-86E6-2BDF11C91366}"/>
                </a:ext>
              </a:extLst>
            </p:cNvPr>
            <p:cNvSpPr/>
            <p:nvPr/>
          </p:nvSpPr>
          <p:spPr>
            <a:xfrm>
              <a:off x="6599636" y="296014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20" name="Hexagon 1419">
              <a:extLst>
                <a:ext uri="{FF2B5EF4-FFF2-40B4-BE49-F238E27FC236}">
                  <a16:creationId xmlns:a16="http://schemas.microsoft.com/office/drawing/2014/main" id="{6DEE551A-BAED-490E-80BC-AB71E273D1A5}"/>
                </a:ext>
              </a:extLst>
            </p:cNvPr>
            <p:cNvSpPr/>
            <p:nvPr/>
          </p:nvSpPr>
          <p:spPr>
            <a:xfrm>
              <a:off x="7211531" y="320247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21" name="Hexagon 1420">
              <a:extLst>
                <a:ext uri="{FF2B5EF4-FFF2-40B4-BE49-F238E27FC236}">
                  <a16:creationId xmlns:a16="http://schemas.microsoft.com/office/drawing/2014/main" id="{C96F454C-ECAB-4BAD-8EB8-EC6F157FA1FC}"/>
                </a:ext>
              </a:extLst>
            </p:cNvPr>
            <p:cNvSpPr/>
            <p:nvPr/>
          </p:nvSpPr>
          <p:spPr>
            <a:xfrm>
              <a:off x="7210997" y="332061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22" name="Hexagon 1421">
              <a:extLst>
                <a:ext uri="{FF2B5EF4-FFF2-40B4-BE49-F238E27FC236}">
                  <a16:creationId xmlns:a16="http://schemas.microsoft.com/office/drawing/2014/main" id="{6CABC460-97B7-4257-AE3C-FD317CEC9B00}"/>
                </a:ext>
              </a:extLst>
            </p:cNvPr>
            <p:cNvSpPr/>
            <p:nvPr/>
          </p:nvSpPr>
          <p:spPr>
            <a:xfrm>
              <a:off x="7060545" y="325811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23" name="Hexagon 1422">
              <a:extLst>
                <a:ext uri="{FF2B5EF4-FFF2-40B4-BE49-F238E27FC236}">
                  <a16:creationId xmlns:a16="http://schemas.microsoft.com/office/drawing/2014/main" id="{4A55E6CF-9FEB-46F4-9532-89CE6B7BCE00}"/>
                </a:ext>
              </a:extLst>
            </p:cNvPr>
            <p:cNvSpPr/>
            <p:nvPr/>
          </p:nvSpPr>
          <p:spPr>
            <a:xfrm>
              <a:off x="7059615" y="313535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24" name="Hexagon 1423">
              <a:extLst>
                <a:ext uri="{FF2B5EF4-FFF2-40B4-BE49-F238E27FC236}">
                  <a16:creationId xmlns:a16="http://schemas.microsoft.com/office/drawing/2014/main" id="{3F394E81-AE2D-4E94-A772-E4079F4AB802}"/>
                </a:ext>
              </a:extLst>
            </p:cNvPr>
            <p:cNvSpPr/>
            <p:nvPr/>
          </p:nvSpPr>
          <p:spPr>
            <a:xfrm>
              <a:off x="6590311" y="3196136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25" name="Hexagon 1424">
              <a:extLst>
                <a:ext uri="{FF2B5EF4-FFF2-40B4-BE49-F238E27FC236}">
                  <a16:creationId xmlns:a16="http://schemas.microsoft.com/office/drawing/2014/main" id="{09951F72-4693-43FB-9944-619310D3420B}"/>
                </a:ext>
              </a:extLst>
            </p:cNvPr>
            <p:cNvSpPr/>
            <p:nvPr/>
          </p:nvSpPr>
          <p:spPr>
            <a:xfrm>
              <a:off x="6907725" y="319615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26" name="Hexagon 1425">
              <a:extLst>
                <a:ext uri="{FF2B5EF4-FFF2-40B4-BE49-F238E27FC236}">
                  <a16:creationId xmlns:a16="http://schemas.microsoft.com/office/drawing/2014/main" id="{8BD0EC88-D0AE-4CF3-B61E-8270B3C69824}"/>
                </a:ext>
              </a:extLst>
            </p:cNvPr>
            <p:cNvSpPr/>
            <p:nvPr/>
          </p:nvSpPr>
          <p:spPr>
            <a:xfrm>
              <a:off x="7061726" y="349696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27" name="Hexagon 1426">
              <a:extLst>
                <a:ext uri="{FF2B5EF4-FFF2-40B4-BE49-F238E27FC236}">
                  <a16:creationId xmlns:a16="http://schemas.microsoft.com/office/drawing/2014/main" id="{D5315776-952B-461E-A361-C693D29C7581}"/>
                </a:ext>
              </a:extLst>
            </p:cNvPr>
            <p:cNvSpPr/>
            <p:nvPr/>
          </p:nvSpPr>
          <p:spPr>
            <a:xfrm>
              <a:off x="7057761" y="33753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28" name="Hexagon 1427">
              <a:extLst>
                <a:ext uri="{FF2B5EF4-FFF2-40B4-BE49-F238E27FC236}">
                  <a16:creationId xmlns:a16="http://schemas.microsoft.com/office/drawing/2014/main" id="{CC3386B4-3709-4FE7-AE98-9763BB5EBF5B}"/>
                </a:ext>
              </a:extLst>
            </p:cNvPr>
            <p:cNvSpPr/>
            <p:nvPr/>
          </p:nvSpPr>
          <p:spPr>
            <a:xfrm>
              <a:off x="7363215" y="337952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29" name="Hexagon 1428">
              <a:extLst>
                <a:ext uri="{FF2B5EF4-FFF2-40B4-BE49-F238E27FC236}">
                  <a16:creationId xmlns:a16="http://schemas.microsoft.com/office/drawing/2014/main" id="{B33A59A3-3AD7-4C70-9B1A-8825C052FDAB}"/>
                </a:ext>
              </a:extLst>
            </p:cNvPr>
            <p:cNvSpPr/>
            <p:nvPr/>
          </p:nvSpPr>
          <p:spPr>
            <a:xfrm>
              <a:off x="7361631" y="326267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0" name="Hexagon 1429">
              <a:extLst>
                <a:ext uri="{FF2B5EF4-FFF2-40B4-BE49-F238E27FC236}">
                  <a16:creationId xmlns:a16="http://schemas.microsoft.com/office/drawing/2014/main" id="{CC9F94AD-F657-46D3-A8E8-7C323228A351}"/>
                </a:ext>
              </a:extLst>
            </p:cNvPr>
            <p:cNvSpPr/>
            <p:nvPr/>
          </p:nvSpPr>
          <p:spPr>
            <a:xfrm>
              <a:off x="7515512" y="344208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1" name="Hexagon 1430">
              <a:extLst>
                <a:ext uri="{FF2B5EF4-FFF2-40B4-BE49-F238E27FC236}">
                  <a16:creationId xmlns:a16="http://schemas.microsoft.com/office/drawing/2014/main" id="{6124A569-6708-44A5-9978-E3FF3D94BBE6}"/>
                </a:ext>
              </a:extLst>
            </p:cNvPr>
            <p:cNvSpPr/>
            <p:nvPr/>
          </p:nvSpPr>
          <p:spPr>
            <a:xfrm>
              <a:off x="6747792" y="279131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2" name="Hexagon 1431">
              <a:extLst>
                <a:ext uri="{FF2B5EF4-FFF2-40B4-BE49-F238E27FC236}">
                  <a16:creationId xmlns:a16="http://schemas.microsoft.com/office/drawing/2014/main" id="{B1CD6B57-B597-4419-8DBC-08F0AEFA5E47}"/>
                </a:ext>
              </a:extLst>
            </p:cNvPr>
            <p:cNvSpPr/>
            <p:nvPr/>
          </p:nvSpPr>
          <p:spPr>
            <a:xfrm>
              <a:off x="6750173" y="290437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3" name="Hexagon 1432">
              <a:extLst>
                <a:ext uri="{FF2B5EF4-FFF2-40B4-BE49-F238E27FC236}">
                  <a16:creationId xmlns:a16="http://schemas.microsoft.com/office/drawing/2014/main" id="{1F7599ED-51E4-483C-AB36-4495D68B33C0}"/>
                </a:ext>
              </a:extLst>
            </p:cNvPr>
            <p:cNvSpPr/>
            <p:nvPr/>
          </p:nvSpPr>
          <p:spPr>
            <a:xfrm>
              <a:off x="6597456" y="284403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4" name="Hexagon 1433">
              <a:extLst>
                <a:ext uri="{FF2B5EF4-FFF2-40B4-BE49-F238E27FC236}">
                  <a16:creationId xmlns:a16="http://schemas.microsoft.com/office/drawing/2014/main" id="{50931571-ABF4-45A4-81AD-059CC7C2CD9B}"/>
                </a:ext>
              </a:extLst>
            </p:cNvPr>
            <p:cNvSpPr/>
            <p:nvPr/>
          </p:nvSpPr>
          <p:spPr>
            <a:xfrm>
              <a:off x="7207079" y="308466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5" name="Hexagon 1434">
              <a:extLst>
                <a:ext uri="{FF2B5EF4-FFF2-40B4-BE49-F238E27FC236}">
                  <a16:creationId xmlns:a16="http://schemas.microsoft.com/office/drawing/2014/main" id="{A44BA835-DE2B-4CCF-8690-A6B329A9D4AE}"/>
                </a:ext>
              </a:extLst>
            </p:cNvPr>
            <p:cNvSpPr/>
            <p:nvPr/>
          </p:nvSpPr>
          <p:spPr>
            <a:xfrm>
              <a:off x="7052298" y="302215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6" name="Hexagon 1435">
              <a:extLst>
                <a:ext uri="{FF2B5EF4-FFF2-40B4-BE49-F238E27FC236}">
                  <a16:creationId xmlns:a16="http://schemas.microsoft.com/office/drawing/2014/main" id="{466F5592-C7DA-4EFA-9CA6-C649B87CEB9C}"/>
                </a:ext>
              </a:extLst>
            </p:cNvPr>
            <p:cNvSpPr/>
            <p:nvPr/>
          </p:nvSpPr>
          <p:spPr>
            <a:xfrm>
              <a:off x="7055323" y="290448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7" name="Hexagon 1436">
              <a:extLst>
                <a:ext uri="{FF2B5EF4-FFF2-40B4-BE49-F238E27FC236}">
                  <a16:creationId xmlns:a16="http://schemas.microsoft.com/office/drawing/2014/main" id="{0A3B5659-31A3-4D8C-A059-E06A538EB8A9}"/>
                </a:ext>
              </a:extLst>
            </p:cNvPr>
            <p:cNvSpPr/>
            <p:nvPr/>
          </p:nvSpPr>
          <p:spPr>
            <a:xfrm>
              <a:off x="6901859" y="296020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8" name="Hexagon 1437">
              <a:extLst>
                <a:ext uri="{FF2B5EF4-FFF2-40B4-BE49-F238E27FC236}">
                  <a16:creationId xmlns:a16="http://schemas.microsoft.com/office/drawing/2014/main" id="{26A0B300-7D80-4458-B751-F825478783E9}"/>
                </a:ext>
              </a:extLst>
            </p:cNvPr>
            <p:cNvSpPr/>
            <p:nvPr/>
          </p:nvSpPr>
          <p:spPr>
            <a:xfrm>
              <a:off x="7048934" y="2779992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9" name="Hexagon 1438">
              <a:extLst>
                <a:ext uri="{FF2B5EF4-FFF2-40B4-BE49-F238E27FC236}">
                  <a16:creationId xmlns:a16="http://schemas.microsoft.com/office/drawing/2014/main" id="{3A5BFBBA-1818-4467-B5D2-DAA4772B1107}"/>
                </a:ext>
              </a:extLst>
            </p:cNvPr>
            <p:cNvSpPr/>
            <p:nvPr/>
          </p:nvSpPr>
          <p:spPr>
            <a:xfrm>
              <a:off x="6896375" y="2717899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0" name="Hexagon 1439">
              <a:extLst>
                <a:ext uri="{FF2B5EF4-FFF2-40B4-BE49-F238E27FC236}">
                  <a16:creationId xmlns:a16="http://schemas.microsoft.com/office/drawing/2014/main" id="{9ED7343F-5108-4350-AE39-3012178E03F4}"/>
                </a:ext>
              </a:extLst>
            </p:cNvPr>
            <p:cNvSpPr/>
            <p:nvPr/>
          </p:nvSpPr>
          <p:spPr>
            <a:xfrm>
              <a:off x="6897693" y="2599428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1" name="Hexagon 1440">
              <a:extLst>
                <a:ext uri="{FF2B5EF4-FFF2-40B4-BE49-F238E27FC236}">
                  <a16:creationId xmlns:a16="http://schemas.microsoft.com/office/drawing/2014/main" id="{1E175FD7-F244-4F7D-B2F3-92D87936390A}"/>
                </a:ext>
              </a:extLst>
            </p:cNvPr>
            <p:cNvSpPr/>
            <p:nvPr/>
          </p:nvSpPr>
          <p:spPr>
            <a:xfrm>
              <a:off x="6735610" y="2546709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2" name="Hexagon 1441">
              <a:extLst>
                <a:ext uri="{FF2B5EF4-FFF2-40B4-BE49-F238E27FC236}">
                  <a16:creationId xmlns:a16="http://schemas.microsoft.com/office/drawing/2014/main" id="{31AE8256-0466-46D2-A480-FA372BEFC19E}"/>
                </a:ext>
              </a:extLst>
            </p:cNvPr>
            <p:cNvSpPr/>
            <p:nvPr/>
          </p:nvSpPr>
          <p:spPr>
            <a:xfrm>
              <a:off x="6739720" y="2665548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3" name="Hexagon 1442">
              <a:extLst>
                <a:ext uri="{FF2B5EF4-FFF2-40B4-BE49-F238E27FC236}">
                  <a16:creationId xmlns:a16="http://schemas.microsoft.com/office/drawing/2014/main" id="{1B02CE4B-7E47-4FBB-B332-06D580707618}"/>
                </a:ext>
              </a:extLst>
            </p:cNvPr>
            <p:cNvSpPr/>
            <p:nvPr/>
          </p:nvSpPr>
          <p:spPr>
            <a:xfrm>
              <a:off x="7052196" y="2547948"/>
              <a:ext cx="203606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4" name="Hexagon 1443">
              <a:extLst>
                <a:ext uri="{FF2B5EF4-FFF2-40B4-BE49-F238E27FC236}">
                  <a16:creationId xmlns:a16="http://schemas.microsoft.com/office/drawing/2014/main" id="{99AC3645-589E-40D7-85ED-C720C81100B5}"/>
                </a:ext>
              </a:extLst>
            </p:cNvPr>
            <p:cNvSpPr/>
            <p:nvPr/>
          </p:nvSpPr>
          <p:spPr>
            <a:xfrm>
              <a:off x="6897256" y="2485855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5" name="Hexagon 1444">
              <a:extLst>
                <a:ext uri="{FF2B5EF4-FFF2-40B4-BE49-F238E27FC236}">
                  <a16:creationId xmlns:a16="http://schemas.microsoft.com/office/drawing/2014/main" id="{0CF3CACB-C409-4781-AC65-05A6FB775F72}"/>
                </a:ext>
              </a:extLst>
            </p:cNvPr>
            <p:cNvSpPr/>
            <p:nvPr/>
          </p:nvSpPr>
          <p:spPr>
            <a:xfrm>
              <a:off x="6898733" y="2367821"/>
              <a:ext cx="203606" cy="12339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6" name="Hexagon 1445">
              <a:extLst>
                <a:ext uri="{FF2B5EF4-FFF2-40B4-BE49-F238E27FC236}">
                  <a16:creationId xmlns:a16="http://schemas.microsoft.com/office/drawing/2014/main" id="{FD85F04E-7B89-461E-AC54-3A461D43CF93}"/>
                </a:ext>
              </a:extLst>
            </p:cNvPr>
            <p:cNvSpPr/>
            <p:nvPr/>
          </p:nvSpPr>
          <p:spPr>
            <a:xfrm>
              <a:off x="6740601" y="2430964"/>
              <a:ext cx="203606" cy="12493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7" name="Hexagon 1446">
              <a:extLst>
                <a:ext uri="{FF2B5EF4-FFF2-40B4-BE49-F238E27FC236}">
                  <a16:creationId xmlns:a16="http://schemas.microsoft.com/office/drawing/2014/main" id="{869F3456-FFEA-47F9-BFB4-45605E99A1C4}"/>
                </a:ext>
              </a:extLst>
            </p:cNvPr>
            <p:cNvSpPr/>
            <p:nvPr/>
          </p:nvSpPr>
          <p:spPr>
            <a:xfrm>
              <a:off x="7056224" y="242590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8" name="Hexagon 1447">
              <a:extLst>
                <a:ext uri="{FF2B5EF4-FFF2-40B4-BE49-F238E27FC236}">
                  <a16:creationId xmlns:a16="http://schemas.microsoft.com/office/drawing/2014/main" id="{029C691F-F92C-4C09-A5C3-291C27CEBC06}"/>
                </a:ext>
              </a:extLst>
            </p:cNvPr>
            <p:cNvSpPr/>
            <p:nvPr/>
          </p:nvSpPr>
          <p:spPr>
            <a:xfrm>
              <a:off x="6897869" y="225362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9" name="Hexagon 1448">
              <a:extLst>
                <a:ext uri="{FF2B5EF4-FFF2-40B4-BE49-F238E27FC236}">
                  <a16:creationId xmlns:a16="http://schemas.microsoft.com/office/drawing/2014/main" id="{9E1C2FFA-F312-42ED-B037-4A35991F8F89}"/>
                </a:ext>
              </a:extLst>
            </p:cNvPr>
            <p:cNvSpPr/>
            <p:nvPr/>
          </p:nvSpPr>
          <p:spPr>
            <a:xfrm>
              <a:off x="7045091" y="2195340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0" name="Hexagon 1449">
              <a:extLst>
                <a:ext uri="{FF2B5EF4-FFF2-40B4-BE49-F238E27FC236}">
                  <a16:creationId xmlns:a16="http://schemas.microsoft.com/office/drawing/2014/main" id="{A866F95D-9E43-410F-9ADD-55F957F50CCD}"/>
                </a:ext>
              </a:extLst>
            </p:cNvPr>
            <p:cNvSpPr/>
            <p:nvPr/>
          </p:nvSpPr>
          <p:spPr>
            <a:xfrm>
              <a:off x="7046568" y="2079688"/>
              <a:ext cx="203606" cy="12339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1" name="Hexagon 1450">
              <a:extLst>
                <a:ext uri="{FF2B5EF4-FFF2-40B4-BE49-F238E27FC236}">
                  <a16:creationId xmlns:a16="http://schemas.microsoft.com/office/drawing/2014/main" id="{E6F5B9D8-D5C0-43CD-B9B3-BBA7C206AA01}"/>
                </a:ext>
              </a:extLst>
            </p:cNvPr>
            <p:cNvSpPr/>
            <p:nvPr/>
          </p:nvSpPr>
          <p:spPr>
            <a:xfrm>
              <a:off x="7048085" y="196115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2" name="Hexagon 1451">
              <a:extLst>
                <a:ext uri="{FF2B5EF4-FFF2-40B4-BE49-F238E27FC236}">
                  <a16:creationId xmlns:a16="http://schemas.microsoft.com/office/drawing/2014/main" id="{E42910D7-B785-437E-8FD6-3A4E4474DC6F}"/>
                </a:ext>
              </a:extLst>
            </p:cNvPr>
            <p:cNvSpPr/>
            <p:nvPr/>
          </p:nvSpPr>
          <p:spPr>
            <a:xfrm>
              <a:off x="7199530" y="2375888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3" name="Hexagon 1452">
              <a:extLst>
                <a:ext uri="{FF2B5EF4-FFF2-40B4-BE49-F238E27FC236}">
                  <a16:creationId xmlns:a16="http://schemas.microsoft.com/office/drawing/2014/main" id="{6B92A118-6007-4CEA-BDFE-0BB6CFA1B920}"/>
                </a:ext>
              </a:extLst>
            </p:cNvPr>
            <p:cNvSpPr/>
            <p:nvPr/>
          </p:nvSpPr>
          <p:spPr>
            <a:xfrm>
              <a:off x="7201006" y="2257855"/>
              <a:ext cx="203606" cy="12339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4" name="Hexagon 1453">
              <a:extLst>
                <a:ext uri="{FF2B5EF4-FFF2-40B4-BE49-F238E27FC236}">
                  <a16:creationId xmlns:a16="http://schemas.microsoft.com/office/drawing/2014/main" id="{87DC3EBB-F564-472E-A329-A4F93D203409}"/>
                </a:ext>
              </a:extLst>
            </p:cNvPr>
            <p:cNvSpPr/>
            <p:nvPr/>
          </p:nvSpPr>
          <p:spPr>
            <a:xfrm>
              <a:off x="7202525" y="214365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5" name="Hexagon 1454">
              <a:extLst>
                <a:ext uri="{FF2B5EF4-FFF2-40B4-BE49-F238E27FC236}">
                  <a16:creationId xmlns:a16="http://schemas.microsoft.com/office/drawing/2014/main" id="{B6C8235E-33ED-4730-9486-C56BF8B97D2E}"/>
                </a:ext>
              </a:extLst>
            </p:cNvPr>
            <p:cNvSpPr/>
            <p:nvPr/>
          </p:nvSpPr>
          <p:spPr>
            <a:xfrm>
              <a:off x="7352772" y="2072695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6" name="Hexagon 1455">
              <a:extLst>
                <a:ext uri="{FF2B5EF4-FFF2-40B4-BE49-F238E27FC236}">
                  <a16:creationId xmlns:a16="http://schemas.microsoft.com/office/drawing/2014/main" id="{C21BBF0A-0B16-44A5-BD1D-C0CEFD070E5E}"/>
                </a:ext>
              </a:extLst>
            </p:cNvPr>
            <p:cNvSpPr/>
            <p:nvPr/>
          </p:nvSpPr>
          <p:spPr>
            <a:xfrm>
              <a:off x="7351709" y="1954225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7" name="Hexagon 1456">
              <a:extLst>
                <a:ext uri="{FF2B5EF4-FFF2-40B4-BE49-F238E27FC236}">
                  <a16:creationId xmlns:a16="http://schemas.microsoft.com/office/drawing/2014/main" id="{87847EBB-48C3-4984-8499-AF0EDBB5C1F9}"/>
                </a:ext>
              </a:extLst>
            </p:cNvPr>
            <p:cNvSpPr/>
            <p:nvPr/>
          </p:nvSpPr>
          <p:spPr>
            <a:xfrm>
              <a:off x="7196117" y="2020345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8" name="Hexagon 1457">
              <a:extLst>
                <a:ext uri="{FF2B5EF4-FFF2-40B4-BE49-F238E27FC236}">
                  <a16:creationId xmlns:a16="http://schemas.microsoft.com/office/drawing/2014/main" id="{ECB48D81-F474-4767-B317-0E5459EF9121}"/>
                </a:ext>
              </a:extLst>
            </p:cNvPr>
            <p:cNvSpPr/>
            <p:nvPr/>
          </p:nvSpPr>
          <p:spPr>
            <a:xfrm>
              <a:off x="7356033" y="1840652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9" name="Hexagon 1458">
              <a:extLst>
                <a:ext uri="{FF2B5EF4-FFF2-40B4-BE49-F238E27FC236}">
                  <a16:creationId xmlns:a16="http://schemas.microsoft.com/office/drawing/2014/main" id="{9B2350AA-4B34-4C3B-9B92-6BD4D437FCA0}"/>
                </a:ext>
              </a:extLst>
            </p:cNvPr>
            <p:cNvSpPr/>
            <p:nvPr/>
          </p:nvSpPr>
          <p:spPr>
            <a:xfrm>
              <a:off x="7357512" y="1722618"/>
              <a:ext cx="203606" cy="12339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60" name="Hexagon 1459">
              <a:extLst>
                <a:ext uri="{FF2B5EF4-FFF2-40B4-BE49-F238E27FC236}">
                  <a16:creationId xmlns:a16="http://schemas.microsoft.com/office/drawing/2014/main" id="{99ABB07B-2ECF-4867-A508-34C8E5B3B8AA}"/>
                </a:ext>
              </a:extLst>
            </p:cNvPr>
            <p:cNvSpPr/>
            <p:nvPr/>
          </p:nvSpPr>
          <p:spPr>
            <a:xfrm>
              <a:off x="7512331" y="202531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61" name="Hexagon 1460">
              <a:extLst>
                <a:ext uri="{FF2B5EF4-FFF2-40B4-BE49-F238E27FC236}">
                  <a16:creationId xmlns:a16="http://schemas.microsoft.com/office/drawing/2014/main" id="{CCF5E359-8953-4DAE-B46D-F108588352E2}"/>
                </a:ext>
              </a:extLst>
            </p:cNvPr>
            <p:cNvSpPr/>
            <p:nvPr/>
          </p:nvSpPr>
          <p:spPr>
            <a:xfrm>
              <a:off x="7660913" y="1954275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62" name="Hexagon 1461">
              <a:extLst>
                <a:ext uri="{FF2B5EF4-FFF2-40B4-BE49-F238E27FC236}">
                  <a16:creationId xmlns:a16="http://schemas.microsoft.com/office/drawing/2014/main" id="{E3B17D1D-D114-4698-986C-C82ABF34B265}"/>
                </a:ext>
              </a:extLst>
            </p:cNvPr>
            <p:cNvSpPr/>
            <p:nvPr/>
          </p:nvSpPr>
          <p:spPr>
            <a:xfrm>
              <a:off x="7662232" y="1835804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63" name="Hexagon 1462">
              <a:extLst>
                <a:ext uri="{FF2B5EF4-FFF2-40B4-BE49-F238E27FC236}">
                  <a16:creationId xmlns:a16="http://schemas.microsoft.com/office/drawing/2014/main" id="{287FF8DD-4DA8-4045-BFA7-B8659F75EF69}"/>
                </a:ext>
              </a:extLst>
            </p:cNvPr>
            <p:cNvSpPr/>
            <p:nvPr/>
          </p:nvSpPr>
          <p:spPr>
            <a:xfrm>
              <a:off x="7504908" y="1783085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64" name="Hexagon 1463">
              <a:extLst>
                <a:ext uri="{FF2B5EF4-FFF2-40B4-BE49-F238E27FC236}">
                  <a16:creationId xmlns:a16="http://schemas.microsoft.com/office/drawing/2014/main" id="{BB2F3CA3-EC98-4102-A1C8-F196DCD5E330}"/>
                </a:ext>
              </a:extLst>
            </p:cNvPr>
            <p:cNvSpPr/>
            <p:nvPr/>
          </p:nvSpPr>
          <p:spPr>
            <a:xfrm>
              <a:off x="7506636" y="1901924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65" name="Hexagon 1464">
              <a:extLst>
                <a:ext uri="{FF2B5EF4-FFF2-40B4-BE49-F238E27FC236}">
                  <a16:creationId xmlns:a16="http://schemas.microsoft.com/office/drawing/2014/main" id="{57488FA4-CD7D-41D1-866A-D2EF66FAEB6E}"/>
                </a:ext>
              </a:extLst>
            </p:cNvPr>
            <p:cNvSpPr/>
            <p:nvPr/>
          </p:nvSpPr>
          <p:spPr>
            <a:xfrm>
              <a:off x="7659410" y="1717469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66" name="Hexagon 1465">
              <a:extLst>
                <a:ext uri="{FF2B5EF4-FFF2-40B4-BE49-F238E27FC236}">
                  <a16:creationId xmlns:a16="http://schemas.microsoft.com/office/drawing/2014/main" id="{60D18558-DC73-49B1-81D8-ABE53782EF6E}"/>
                </a:ext>
              </a:extLst>
            </p:cNvPr>
            <p:cNvSpPr/>
            <p:nvPr/>
          </p:nvSpPr>
          <p:spPr>
            <a:xfrm>
              <a:off x="7660448" y="1601379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67" name="Hexagon 1466">
              <a:extLst>
                <a:ext uri="{FF2B5EF4-FFF2-40B4-BE49-F238E27FC236}">
                  <a16:creationId xmlns:a16="http://schemas.microsoft.com/office/drawing/2014/main" id="{709CE09D-410F-46CB-A1C6-6CF8C770271F}"/>
                </a:ext>
              </a:extLst>
            </p:cNvPr>
            <p:cNvSpPr/>
            <p:nvPr/>
          </p:nvSpPr>
          <p:spPr>
            <a:xfrm>
              <a:off x="7814952" y="1554661"/>
              <a:ext cx="203606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68" name="Hexagon 1467">
              <a:extLst>
                <a:ext uri="{FF2B5EF4-FFF2-40B4-BE49-F238E27FC236}">
                  <a16:creationId xmlns:a16="http://schemas.microsoft.com/office/drawing/2014/main" id="{E9225CC7-2F7B-40C6-BB49-3CDCF7E75294}"/>
                </a:ext>
              </a:extLst>
            </p:cNvPr>
            <p:cNvSpPr/>
            <p:nvPr/>
          </p:nvSpPr>
          <p:spPr>
            <a:xfrm>
              <a:off x="7657632" y="1485425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69" name="Hexagon 1468">
              <a:extLst>
                <a:ext uri="{FF2B5EF4-FFF2-40B4-BE49-F238E27FC236}">
                  <a16:creationId xmlns:a16="http://schemas.microsoft.com/office/drawing/2014/main" id="{590C0030-B516-4334-8E67-866FE1D8B374}"/>
                </a:ext>
              </a:extLst>
            </p:cNvPr>
            <p:cNvSpPr/>
            <p:nvPr/>
          </p:nvSpPr>
          <p:spPr>
            <a:xfrm>
              <a:off x="7818981" y="143262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70" name="Hexagon 1469">
              <a:extLst>
                <a:ext uri="{FF2B5EF4-FFF2-40B4-BE49-F238E27FC236}">
                  <a16:creationId xmlns:a16="http://schemas.microsoft.com/office/drawing/2014/main" id="{042F6DCD-FE6E-4737-B15D-2301046F6A8C}"/>
                </a:ext>
              </a:extLst>
            </p:cNvPr>
            <p:cNvSpPr/>
            <p:nvPr/>
          </p:nvSpPr>
          <p:spPr>
            <a:xfrm>
              <a:off x="7817841" y="1898339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71" name="Hexagon 1470">
              <a:extLst>
                <a:ext uri="{FF2B5EF4-FFF2-40B4-BE49-F238E27FC236}">
                  <a16:creationId xmlns:a16="http://schemas.microsoft.com/office/drawing/2014/main" id="{C369D482-D78B-4439-B271-6879D1FDCEA7}"/>
                </a:ext>
              </a:extLst>
            </p:cNvPr>
            <p:cNvSpPr/>
            <p:nvPr/>
          </p:nvSpPr>
          <p:spPr>
            <a:xfrm>
              <a:off x="7969964" y="1846859"/>
              <a:ext cx="203606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72" name="Hexagon 1471">
              <a:extLst>
                <a:ext uri="{FF2B5EF4-FFF2-40B4-BE49-F238E27FC236}">
                  <a16:creationId xmlns:a16="http://schemas.microsoft.com/office/drawing/2014/main" id="{6A493EB0-78AA-4579-AD7D-F23F3B35B27C}"/>
                </a:ext>
              </a:extLst>
            </p:cNvPr>
            <p:cNvSpPr/>
            <p:nvPr/>
          </p:nvSpPr>
          <p:spPr>
            <a:xfrm>
              <a:off x="7815025" y="1780004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73" name="Hexagon 1472">
              <a:extLst>
                <a:ext uri="{FF2B5EF4-FFF2-40B4-BE49-F238E27FC236}">
                  <a16:creationId xmlns:a16="http://schemas.microsoft.com/office/drawing/2014/main" id="{93785FD9-CD8B-407C-B60A-31F6775B102B}"/>
                </a:ext>
              </a:extLst>
            </p:cNvPr>
            <p:cNvSpPr/>
            <p:nvPr/>
          </p:nvSpPr>
          <p:spPr>
            <a:xfrm>
              <a:off x="7973993" y="172719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74" name="Hexagon 1473">
              <a:extLst>
                <a:ext uri="{FF2B5EF4-FFF2-40B4-BE49-F238E27FC236}">
                  <a16:creationId xmlns:a16="http://schemas.microsoft.com/office/drawing/2014/main" id="{3AF04E28-4493-4CDA-995F-F66AC52D073E}"/>
                </a:ext>
              </a:extLst>
            </p:cNvPr>
            <p:cNvSpPr/>
            <p:nvPr/>
          </p:nvSpPr>
          <p:spPr>
            <a:xfrm>
              <a:off x="7973466" y="161368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75" name="Hexagon 1474">
              <a:extLst>
                <a:ext uri="{FF2B5EF4-FFF2-40B4-BE49-F238E27FC236}">
                  <a16:creationId xmlns:a16="http://schemas.microsoft.com/office/drawing/2014/main" id="{755A0697-B98B-4D9A-9C3B-201BB3A6A63B}"/>
                </a:ext>
              </a:extLst>
            </p:cNvPr>
            <p:cNvSpPr/>
            <p:nvPr/>
          </p:nvSpPr>
          <p:spPr>
            <a:xfrm>
              <a:off x="7967774" y="1490302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76" name="Hexagon 1475">
              <a:extLst>
                <a:ext uri="{FF2B5EF4-FFF2-40B4-BE49-F238E27FC236}">
                  <a16:creationId xmlns:a16="http://schemas.microsoft.com/office/drawing/2014/main" id="{A58C618A-9DB3-4541-ADE2-62A576C9378A}"/>
                </a:ext>
              </a:extLst>
            </p:cNvPr>
            <p:cNvSpPr/>
            <p:nvPr/>
          </p:nvSpPr>
          <p:spPr>
            <a:xfrm>
              <a:off x="8122853" y="178494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77" name="Hexagon 1476">
              <a:extLst>
                <a:ext uri="{FF2B5EF4-FFF2-40B4-BE49-F238E27FC236}">
                  <a16:creationId xmlns:a16="http://schemas.microsoft.com/office/drawing/2014/main" id="{7A54C4F5-E649-4C53-97B5-2FDE817823E2}"/>
                </a:ext>
              </a:extLst>
            </p:cNvPr>
            <p:cNvSpPr/>
            <p:nvPr/>
          </p:nvSpPr>
          <p:spPr>
            <a:xfrm>
              <a:off x="8117162" y="1661555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78" name="Hexagon 1477">
              <a:extLst>
                <a:ext uri="{FF2B5EF4-FFF2-40B4-BE49-F238E27FC236}">
                  <a16:creationId xmlns:a16="http://schemas.microsoft.com/office/drawing/2014/main" id="{70DF124F-2251-4CF0-838D-541DFB808B4D}"/>
                </a:ext>
              </a:extLst>
            </p:cNvPr>
            <p:cNvSpPr/>
            <p:nvPr/>
          </p:nvSpPr>
          <p:spPr>
            <a:xfrm>
              <a:off x="8269550" y="172830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79" name="Hexagon 1478">
              <a:extLst>
                <a:ext uri="{FF2B5EF4-FFF2-40B4-BE49-F238E27FC236}">
                  <a16:creationId xmlns:a16="http://schemas.microsoft.com/office/drawing/2014/main" id="{F39ACF65-48FD-4582-B0B8-919C63F138B1}"/>
                </a:ext>
              </a:extLst>
            </p:cNvPr>
            <p:cNvSpPr/>
            <p:nvPr/>
          </p:nvSpPr>
          <p:spPr>
            <a:xfrm>
              <a:off x="7507440" y="154713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0" name="Hexagon 1589">
              <a:extLst>
                <a:ext uri="{FF2B5EF4-FFF2-40B4-BE49-F238E27FC236}">
                  <a16:creationId xmlns:a16="http://schemas.microsoft.com/office/drawing/2014/main" id="{878F5549-F7E8-4F18-95B9-A6C3514D0377}"/>
                </a:ext>
              </a:extLst>
            </p:cNvPr>
            <p:cNvSpPr/>
            <p:nvPr/>
          </p:nvSpPr>
          <p:spPr>
            <a:xfrm>
              <a:off x="8123274" y="96102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pic>
        <p:nvPicPr>
          <p:cNvPr id="8" name="底图">
            <a:extLst>
              <a:ext uri="{FF2B5EF4-FFF2-40B4-BE49-F238E27FC236}">
                <a16:creationId xmlns:a16="http://schemas.microsoft.com/office/drawing/2014/main" id="{10ED8E42-3D51-40FB-B956-7688AD0F801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119" y="0"/>
            <a:ext cx="12948106" cy="100584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</p:pic>
      <p:grpSp>
        <p:nvGrpSpPr>
          <p:cNvPr id="4" name="遗迹" hidden="1">
            <a:extLst>
              <a:ext uri="{FF2B5EF4-FFF2-40B4-BE49-F238E27FC236}">
                <a16:creationId xmlns:a16="http://schemas.microsoft.com/office/drawing/2014/main" id="{7E986573-562B-4F92-A0E4-FF8C7A2545A6}"/>
              </a:ext>
            </a:extLst>
          </p:cNvPr>
          <p:cNvGrpSpPr/>
          <p:nvPr/>
        </p:nvGrpSpPr>
        <p:grpSpPr>
          <a:xfrm>
            <a:off x="278060" y="270145"/>
            <a:ext cx="12338561" cy="9224034"/>
            <a:chOff x="205348" y="184189"/>
            <a:chExt cx="8412656" cy="6289114"/>
          </a:xfrm>
        </p:grpSpPr>
        <p:sp>
          <p:nvSpPr>
            <p:cNvPr id="1480" name="Hexagon 1479">
              <a:extLst>
                <a:ext uri="{FF2B5EF4-FFF2-40B4-BE49-F238E27FC236}">
                  <a16:creationId xmlns:a16="http://schemas.microsoft.com/office/drawing/2014/main" id="{A27A80DC-3A4D-4420-AD64-161E87DB8703}"/>
                </a:ext>
              </a:extLst>
            </p:cNvPr>
            <p:cNvSpPr/>
            <p:nvPr/>
          </p:nvSpPr>
          <p:spPr>
            <a:xfrm>
              <a:off x="8425376" y="107709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82" name="Hexagon 1481">
              <a:extLst>
                <a:ext uri="{FF2B5EF4-FFF2-40B4-BE49-F238E27FC236}">
                  <a16:creationId xmlns:a16="http://schemas.microsoft.com/office/drawing/2014/main" id="{8BB58948-EFAD-4062-8C14-4C1F9C65175D}"/>
                </a:ext>
              </a:extLst>
            </p:cNvPr>
            <p:cNvSpPr/>
            <p:nvPr/>
          </p:nvSpPr>
          <p:spPr>
            <a:xfrm>
              <a:off x="7663376" y="101437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83" name="Hexagon 1482">
              <a:extLst>
                <a:ext uri="{FF2B5EF4-FFF2-40B4-BE49-F238E27FC236}">
                  <a16:creationId xmlns:a16="http://schemas.microsoft.com/office/drawing/2014/main" id="{7F1B721B-D7D4-42A0-B141-90B51B0C2711}"/>
                </a:ext>
              </a:extLst>
            </p:cNvPr>
            <p:cNvSpPr/>
            <p:nvPr/>
          </p:nvSpPr>
          <p:spPr>
            <a:xfrm>
              <a:off x="7664954" y="30476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84" name="Hexagon 1483">
              <a:extLst>
                <a:ext uri="{FF2B5EF4-FFF2-40B4-BE49-F238E27FC236}">
                  <a16:creationId xmlns:a16="http://schemas.microsoft.com/office/drawing/2014/main" id="{00D7C979-C694-4230-906E-93D92B55662E}"/>
                </a:ext>
              </a:extLst>
            </p:cNvPr>
            <p:cNvSpPr/>
            <p:nvPr/>
          </p:nvSpPr>
          <p:spPr>
            <a:xfrm>
              <a:off x="8425376" y="177875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85" name="Hexagon 1484">
              <a:extLst>
                <a:ext uri="{FF2B5EF4-FFF2-40B4-BE49-F238E27FC236}">
                  <a16:creationId xmlns:a16="http://schemas.microsoft.com/office/drawing/2014/main" id="{29ADE6A0-7393-487E-96BD-79AAF7D87779}"/>
                </a:ext>
              </a:extLst>
            </p:cNvPr>
            <p:cNvSpPr/>
            <p:nvPr/>
          </p:nvSpPr>
          <p:spPr>
            <a:xfrm>
              <a:off x="7508595" y="166284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86" name="Hexagon 1485">
              <a:extLst>
                <a:ext uri="{FF2B5EF4-FFF2-40B4-BE49-F238E27FC236}">
                  <a16:creationId xmlns:a16="http://schemas.microsoft.com/office/drawing/2014/main" id="{09E5318A-F7ED-4EBF-94B7-5A41CF7E9DD0}"/>
                </a:ext>
              </a:extLst>
            </p:cNvPr>
            <p:cNvSpPr/>
            <p:nvPr/>
          </p:nvSpPr>
          <p:spPr>
            <a:xfrm>
              <a:off x="7663376" y="208352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87" name="Hexagon 1486">
              <a:extLst>
                <a:ext uri="{FF2B5EF4-FFF2-40B4-BE49-F238E27FC236}">
                  <a16:creationId xmlns:a16="http://schemas.microsoft.com/office/drawing/2014/main" id="{9D5BB506-3E73-4C2F-BD28-BBA476F398C9}"/>
                </a:ext>
              </a:extLst>
            </p:cNvPr>
            <p:cNvSpPr/>
            <p:nvPr/>
          </p:nvSpPr>
          <p:spPr>
            <a:xfrm>
              <a:off x="7965794" y="207637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88" name="Hexagon 1487">
              <a:extLst>
                <a:ext uri="{FF2B5EF4-FFF2-40B4-BE49-F238E27FC236}">
                  <a16:creationId xmlns:a16="http://schemas.microsoft.com/office/drawing/2014/main" id="{63009175-2C2F-4D71-B31F-085FDC36DD6D}"/>
                </a:ext>
              </a:extLst>
            </p:cNvPr>
            <p:cNvSpPr/>
            <p:nvPr/>
          </p:nvSpPr>
          <p:spPr>
            <a:xfrm>
              <a:off x="7508595" y="225653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89" name="Hexagon 1488">
              <a:extLst>
                <a:ext uri="{FF2B5EF4-FFF2-40B4-BE49-F238E27FC236}">
                  <a16:creationId xmlns:a16="http://schemas.microsoft.com/office/drawing/2014/main" id="{2E720EBA-161B-416E-A620-4CC01775CBA1}"/>
                </a:ext>
              </a:extLst>
            </p:cNvPr>
            <p:cNvSpPr/>
            <p:nvPr/>
          </p:nvSpPr>
          <p:spPr>
            <a:xfrm>
              <a:off x="7818157" y="261610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90" name="Hexagon 1489">
              <a:extLst>
                <a:ext uri="{FF2B5EF4-FFF2-40B4-BE49-F238E27FC236}">
                  <a16:creationId xmlns:a16="http://schemas.microsoft.com/office/drawing/2014/main" id="{02111DAC-6ADE-43A2-8A85-6046B49C5BCF}"/>
                </a:ext>
              </a:extLst>
            </p:cNvPr>
            <p:cNvSpPr/>
            <p:nvPr/>
          </p:nvSpPr>
          <p:spPr>
            <a:xfrm>
              <a:off x="8418233" y="308997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91" name="Hexagon 1490">
              <a:extLst>
                <a:ext uri="{FF2B5EF4-FFF2-40B4-BE49-F238E27FC236}">
                  <a16:creationId xmlns:a16="http://schemas.microsoft.com/office/drawing/2014/main" id="{540CF20C-38B2-450F-8D1F-E12AC276CC26}"/>
                </a:ext>
              </a:extLst>
            </p:cNvPr>
            <p:cNvSpPr/>
            <p:nvPr/>
          </p:nvSpPr>
          <p:spPr>
            <a:xfrm>
              <a:off x="8280121" y="361909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92" name="Hexagon 1491">
              <a:extLst>
                <a:ext uri="{FF2B5EF4-FFF2-40B4-BE49-F238E27FC236}">
                  <a16:creationId xmlns:a16="http://schemas.microsoft.com/office/drawing/2014/main" id="{A4C63A87-0268-4A65-8812-876D7FBC290A}"/>
                </a:ext>
              </a:extLst>
            </p:cNvPr>
            <p:cNvSpPr/>
            <p:nvPr/>
          </p:nvSpPr>
          <p:spPr>
            <a:xfrm>
              <a:off x="7663376" y="36272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93" name="Hexagon 1492">
              <a:extLst>
                <a:ext uri="{FF2B5EF4-FFF2-40B4-BE49-F238E27FC236}">
                  <a16:creationId xmlns:a16="http://schemas.microsoft.com/office/drawing/2014/main" id="{1E3D3E76-0123-4BC8-8956-914E791EA04C}"/>
                </a:ext>
              </a:extLst>
            </p:cNvPr>
            <p:cNvSpPr/>
            <p:nvPr/>
          </p:nvSpPr>
          <p:spPr>
            <a:xfrm>
              <a:off x="7965794" y="410192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94" name="Hexagon 1493">
              <a:extLst>
                <a:ext uri="{FF2B5EF4-FFF2-40B4-BE49-F238E27FC236}">
                  <a16:creationId xmlns:a16="http://schemas.microsoft.com/office/drawing/2014/main" id="{31B9D566-B1A9-4C9D-B13C-44B628BDE673}"/>
                </a:ext>
              </a:extLst>
            </p:cNvPr>
            <p:cNvSpPr/>
            <p:nvPr/>
          </p:nvSpPr>
          <p:spPr>
            <a:xfrm>
              <a:off x="7668138" y="314008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95" name="Hexagon 1494">
              <a:extLst>
                <a:ext uri="{FF2B5EF4-FFF2-40B4-BE49-F238E27FC236}">
                  <a16:creationId xmlns:a16="http://schemas.microsoft.com/office/drawing/2014/main" id="{0E31C166-4FE3-417A-B64B-6548BBD6A3F1}"/>
                </a:ext>
              </a:extLst>
            </p:cNvPr>
            <p:cNvSpPr/>
            <p:nvPr/>
          </p:nvSpPr>
          <p:spPr>
            <a:xfrm>
              <a:off x="7201414" y="296127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96" name="Hexagon 1495">
              <a:extLst>
                <a:ext uri="{FF2B5EF4-FFF2-40B4-BE49-F238E27FC236}">
                  <a16:creationId xmlns:a16="http://schemas.microsoft.com/office/drawing/2014/main" id="{477932CD-3BA5-415C-912C-A792D4ACFAE0}"/>
                </a:ext>
              </a:extLst>
            </p:cNvPr>
            <p:cNvSpPr/>
            <p:nvPr/>
          </p:nvSpPr>
          <p:spPr>
            <a:xfrm>
              <a:off x="6910902" y="344250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97" name="Hexagon 1496">
              <a:extLst>
                <a:ext uri="{FF2B5EF4-FFF2-40B4-BE49-F238E27FC236}">
                  <a16:creationId xmlns:a16="http://schemas.microsoft.com/office/drawing/2014/main" id="{C1160319-FD6D-4062-8FE3-5BE5252DFAEB}"/>
                </a:ext>
              </a:extLst>
            </p:cNvPr>
            <p:cNvSpPr/>
            <p:nvPr/>
          </p:nvSpPr>
          <p:spPr>
            <a:xfrm>
              <a:off x="6901810" y="415771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98" name="Hexagon 1497">
              <a:extLst>
                <a:ext uri="{FF2B5EF4-FFF2-40B4-BE49-F238E27FC236}">
                  <a16:creationId xmlns:a16="http://schemas.microsoft.com/office/drawing/2014/main" id="{7BF32F1B-8A47-4F6A-9AC5-E491506E6D33}"/>
                </a:ext>
              </a:extLst>
            </p:cNvPr>
            <p:cNvSpPr/>
            <p:nvPr/>
          </p:nvSpPr>
          <p:spPr>
            <a:xfrm>
              <a:off x="7663376" y="456788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99" name="Hexagon 1498">
              <a:extLst>
                <a:ext uri="{FF2B5EF4-FFF2-40B4-BE49-F238E27FC236}">
                  <a16:creationId xmlns:a16="http://schemas.microsoft.com/office/drawing/2014/main" id="{FE7E97A6-F968-4F3D-90C4-2C2FED51F21A}"/>
                </a:ext>
              </a:extLst>
            </p:cNvPr>
            <p:cNvSpPr/>
            <p:nvPr/>
          </p:nvSpPr>
          <p:spPr>
            <a:xfrm>
              <a:off x="8425376" y="451230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0" name="Hexagon 1499">
              <a:extLst>
                <a:ext uri="{FF2B5EF4-FFF2-40B4-BE49-F238E27FC236}">
                  <a16:creationId xmlns:a16="http://schemas.microsoft.com/office/drawing/2014/main" id="{9D0B6C8F-0315-4601-B0EE-BAF979DD1A17}"/>
                </a:ext>
              </a:extLst>
            </p:cNvPr>
            <p:cNvSpPr/>
            <p:nvPr/>
          </p:nvSpPr>
          <p:spPr>
            <a:xfrm>
              <a:off x="7668138" y="51647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1" name="Hexagon 1500">
              <a:extLst>
                <a:ext uri="{FF2B5EF4-FFF2-40B4-BE49-F238E27FC236}">
                  <a16:creationId xmlns:a16="http://schemas.microsoft.com/office/drawing/2014/main" id="{8B82BD95-6BD8-4414-8F3B-86F5F2CAD47F}"/>
                </a:ext>
              </a:extLst>
            </p:cNvPr>
            <p:cNvSpPr/>
            <p:nvPr/>
          </p:nvSpPr>
          <p:spPr>
            <a:xfrm>
              <a:off x="7060919" y="540254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2" name="Hexagon 1501">
              <a:extLst>
                <a:ext uri="{FF2B5EF4-FFF2-40B4-BE49-F238E27FC236}">
                  <a16:creationId xmlns:a16="http://schemas.microsoft.com/office/drawing/2014/main" id="{FE70CB5A-7DF9-45A4-AA0A-E6FF6BBA93A5}"/>
                </a:ext>
              </a:extLst>
            </p:cNvPr>
            <p:cNvSpPr/>
            <p:nvPr/>
          </p:nvSpPr>
          <p:spPr>
            <a:xfrm>
              <a:off x="7968175" y="564067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3" name="Hexagon 1502">
              <a:extLst>
                <a:ext uri="{FF2B5EF4-FFF2-40B4-BE49-F238E27FC236}">
                  <a16:creationId xmlns:a16="http://schemas.microsoft.com/office/drawing/2014/main" id="{50980CFE-24FA-45D1-81D8-743C860B1C2F}"/>
                </a:ext>
              </a:extLst>
            </p:cNvPr>
            <p:cNvSpPr/>
            <p:nvPr/>
          </p:nvSpPr>
          <p:spPr>
            <a:xfrm>
              <a:off x="7513357" y="59335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4" name="Hexagon 1503">
              <a:extLst>
                <a:ext uri="{FF2B5EF4-FFF2-40B4-BE49-F238E27FC236}">
                  <a16:creationId xmlns:a16="http://schemas.microsoft.com/office/drawing/2014/main" id="{11F17E04-54B0-471B-84D6-22DCAB7B11FA}"/>
                </a:ext>
              </a:extLst>
            </p:cNvPr>
            <p:cNvSpPr/>
            <p:nvPr/>
          </p:nvSpPr>
          <p:spPr>
            <a:xfrm>
              <a:off x="6905553" y="593356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5" name="Hexagon 1504">
              <a:extLst>
                <a:ext uri="{FF2B5EF4-FFF2-40B4-BE49-F238E27FC236}">
                  <a16:creationId xmlns:a16="http://schemas.microsoft.com/office/drawing/2014/main" id="{0090FD3F-BDF0-4CFC-B4B5-D65019F864C0}"/>
                </a:ext>
              </a:extLst>
            </p:cNvPr>
            <p:cNvSpPr/>
            <p:nvPr/>
          </p:nvSpPr>
          <p:spPr>
            <a:xfrm>
              <a:off x="5992543" y="581765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6" name="Hexagon 1505">
              <a:extLst>
                <a:ext uri="{FF2B5EF4-FFF2-40B4-BE49-F238E27FC236}">
                  <a16:creationId xmlns:a16="http://schemas.microsoft.com/office/drawing/2014/main" id="{82559D4C-04FF-43A4-93F7-26B38744E8BE}"/>
                </a:ext>
              </a:extLst>
            </p:cNvPr>
            <p:cNvSpPr/>
            <p:nvPr/>
          </p:nvSpPr>
          <p:spPr>
            <a:xfrm>
              <a:off x="5840143" y="516280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7" name="Hexagon 1506">
              <a:extLst>
                <a:ext uri="{FF2B5EF4-FFF2-40B4-BE49-F238E27FC236}">
                  <a16:creationId xmlns:a16="http://schemas.microsoft.com/office/drawing/2014/main" id="{5B4CF751-A737-460A-93CE-81A328411998}"/>
                </a:ext>
              </a:extLst>
            </p:cNvPr>
            <p:cNvSpPr/>
            <p:nvPr/>
          </p:nvSpPr>
          <p:spPr>
            <a:xfrm>
              <a:off x="6604524" y="558033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8" name="Hexagon 1507">
              <a:extLst>
                <a:ext uri="{FF2B5EF4-FFF2-40B4-BE49-F238E27FC236}">
                  <a16:creationId xmlns:a16="http://schemas.microsoft.com/office/drawing/2014/main" id="{7C293850-B73D-4F2C-BBF3-F5FFD300C979}"/>
                </a:ext>
              </a:extLst>
            </p:cNvPr>
            <p:cNvSpPr/>
            <p:nvPr/>
          </p:nvSpPr>
          <p:spPr>
            <a:xfrm>
              <a:off x="6599762" y="475642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9" name="Hexagon 1508">
              <a:extLst>
                <a:ext uri="{FF2B5EF4-FFF2-40B4-BE49-F238E27FC236}">
                  <a16:creationId xmlns:a16="http://schemas.microsoft.com/office/drawing/2014/main" id="{3E71D6B4-5CFC-45DC-934B-E26AC06597E7}"/>
                </a:ext>
              </a:extLst>
            </p:cNvPr>
            <p:cNvSpPr/>
            <p:nvPr/>
          </p:nvSpPr>
          <p:spPr>
            <a:xfrm>
              <a:off x="6749781" y="45787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0" name="Hexagon 1509">
              <a:extLst>
                <a:ext uri="{FF2B5EF4-FFF2-40B4-BE49-F238E27FC236}">
                  <a16:creationId xmlns:a16="http://schemas.microsoft.com/office/drawing/2014/main" id="{3031F863-4879-47B8-9830-0705583CC631}"/>
                </a:ext>
              </a:extLst>
            </p:cNvPr>
            <p:cNvSpPr/>
            <p:nvPr/>
          </p:nvSpPr>
          <p:spPr>
            <a:xfrm>
              <a:off x="6444177" y="385746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1" name="Hexagon 1510">
              <a:extLst>
                <a:ext uri="{FF2B5EF4-FFF2-40B4-BE49-F238E27FC236}">
                  <a16:creationId xmlns:a16="http://schemas.microsoft.com/office/drawing/2014/main" id="{A53DF4E9-27C5-4A0C-8961-C04632B0DCF3}"/>
                </a:ext>
              </a:extLst>
            </p:cNvPr>
            <p:cNvSpPr/>
            <p:nvPr/>
          </p:nvSpPr>
          <p:spPr>
            <a:xfrm>
              <a:off x="7815776" y="392097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2" name="Hexagon 1511">
              <a:extLst>
                <a:ext uri="{FF2B5EF4-FFF2-40B4-BE49-F238E27FC236}">
                  <a16:creationId xmlns:a16="http://schemas.microsoft.com/office/drawing/2014/main" id="{642E42B9-5A27-4A2A-BDCB-6FE738FFA808}"/>
                </a:ext>
              </a:extLst>
            </p:cNvPr>
            <p:cNvSpPr/>
            <p:nvPr/>
          </p:nvSpPr>
          <p:spPr>
            <a:xfrm>
              <a:off x="6444177" y="314008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513" name="Hexagon 1512">
              <a:extLst>
                <a:ext uri="{FF2B5EF4-FFF2-40B4-BE49-F238E27FC236}">
                  <a16:creationId xmlns:a16="http://schemas.microsoft.com/office/drawing/2014/main" id="{A6B6ECD4-4205-49BE-B1AD-C238DFA1AAA2}"/>
                </a:ext>
              </a:extLst>
            </p:cNvPr>
            <p:cNvSpPr/>
            <p:nvPr/>
          </p:nvSpPr>
          <p:spPr>
            <a:xfrm>
              <a:off x="6599762" y="272812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4" name="Hexagon 1513">
              <a:extLst>
                <a:ext uri="{FF2B5EF4-FFF2-40B4-BE49-F238E27FC236}">
                  <a16:creationId xmlns:a16="http://schemas.microsoft.com/office/drawing/2014/main" id="{4B5FD1C0-657C-4620-8254-42F552512A66}"/>
                </a:ext>
              </a:extLst>
            </p:cNvPr>
            <p:cNvSpPr/>
            <p:nvPr/>
          </p:nvSpPr>
          <p:spPr>
            <a:xfrm>
              <a:off x="6745019" y="21914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5" name="Hexagon 1514">
              <a:extLst>
                <a:ext uri="{FF2B5EF4-FFF2-40B4-BE49-F238E27FC236}">
                  <a16:creationId xmlns:a16="http://schemas.microsoft.com/office/drawing/2014/main" id="{D177396F-E580-4147-B055-EAD5E5F5D11F}"/>
                </a:ext>
              </a:extLst>
            </p:cNvPr>
            <p:cNvSpPr/>
            <p:nvPr/>
          </p:nvSpPr>
          <p:spPr>
            <a:xfrm>
              <a:off x="7045443" y="172318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6" name="Hexagon 1515">
              <a:extLst>
                <a:ext uri="{FF2B5EF4-FFF2-40B4-BE49-F238E27FC236}">
                  <a16:creationId xmlns:a16="http://schemas.microsoft.com/office/drawing/2014/main" id="{97BA16A4-2C8E-489A-A6BE-8919CEBE7745}"/>
                </a:ext>
              </a:extLst>
            </p:cNvPr>
            <p:cNvSpPr/>
            <p:nvPr/>
          </p:nvSpPr>
          <p:spPr>
            <a:xfrm>
              <a:off x="6747400" y="78020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7" name="Hexagon 1516">
              <a:extLst>
                <a:ext uri="{FF2B5EF4-FFF2-40B4-BE49-F238E27FC236}">
                  <a16:creationId xmlns:a16="http://schemas.microsoft.com/office/drawing/2014/main" id="{D3A5BA08-BF2A-4939-A6CD-84B695FEAD47}"/>
                </a:ext>
              </a:extLst>
            </p:cNvPr>
            <p:cNvSpPr/>
            <p:nvPr/>
          </p:nvSpPr>
          <p:spPr>
            <a:xfrm>
              <a:off x="5990162" y="202314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8" name="Hexagon 1517">
              <a:extLst>
                <a:ext uri="{FF2B5EF4-FFF2-40B4-BE49-F238E27FC236}">
                  <a16:creationId xmlns:a16="http://schemas.microsoft.com/office/drawing/2014/main" id="{AF98A459-88BE-4D87-9CE4-4E21A6002EDB}"/>
                </a:ext>
              </a:extLst>
            </p:cNvPr>
            <p:cNvSpPr/>
            <p:nvPr/>
          </p:nvSpPr>
          <p:spPr>
            <a:xfrm>
              <a:off x="5835381" y="25557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9" name="Hexagon 1518">
              <a:extLst>
                <a:ext uri="{FF2B5EF4-FFF2-40B4-BE49-F238E27FC236}">
                  <a16:creationId xmlns:a16="http://schemas.microsoft.com/office/drawing/2014/main" id="{8D281D1A-790D-4D8D-9C12-069E2F964E68}"/>
                </a:ext>
              </a:extLst>
            </p:cNvPr>
            <p:cNvSpPr/>
            <p:nvPr/>
          </p:nvSpPr>
          <p:spPr>
            <a:xfrm>
              <a:off x="5530581" y="290353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0" name="Hexagon 1519">
              <a:extLst>
                <a:ext uri="{FF2B5EF4-FFF2-40B4-BE49-F238E27FC236}">
                  <a16:creationId xmlns:a16="http://schemas.microsoft.com/office/drawing/2014/main" id="{B1FC7A0E-26A2-41F2-8F46-2F2DE78FBC25}"/>
                </a:ext>
              </a:extLst>
            </p:cNvPr>
            <p:cNvSpPr/>
            <p:nvPr/>
          </p:nvSpPr>
          <p:spPr>
            <a:xfrm>
              <a:off x="5377129" y="320913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1" name="Hexagon 1520">
              <a:extLst>
                <a:ext uri="{FF2B5EF4-FFF2-40B4-BE49-F238E27FC236}">
                  <a16:creationId xmlns:a16="http://schemas.microsoft.com/office/drawing/2014/main" id="{9C4C313F-1376-4C55-8068-C4295CE48A55}"/>
                </a:ext>
              </a:extLst>
            </p:cNvPr>
            <p:cNvSpPr/>
            <p:nvPr/>
          </p:nvSpPr>
          <p:spPr>
            <a:xfrm>
              <a:off x="5835381" y="385746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2" name="Hexagon 1521">
              <a:extLst>
                <a:ext uri="{FF2B5EF4-FFF2-40B4-BE49-F238E27FC236}">
                  <a16:creationId xmlns:a16="http://schemas.microsoft.com/office/drawing/2014/main" id="{7B334BDF-2BD6-4555-8041-C5C47924AB34}"/>
                </a:ext>
              </a:extLst>
            </p:cNvPr>
            <p:cNvSpPr/>
            <p:nvPr/>
          </p:nvSpPr>
          <p:spPr>
            <a:xfrm>
              <a:off x="5073165" y="190159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3" name="Hexagon 1522">
              <a:extLst>
                <a:ext uri="{FF2B5EF4-FFF2-40B4-BE49-F238E27FC236}">
                  <a16:creationId xmlns:a16="http://schemas.microsoft.com/office/drawing/2014/main" id="{B74E98A8-33C8-4843-837A-B7FCB7EB2A27}"/>
                </a:ext>
              </a:extLst>
            </p:cNvPr>
            <p:cNvSpPr/>
            <p:nvPr/>
          </p:nvSpPr>
          <p:spPr>
            <a:xfrm>
              <a:off x="5073381" y="260983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4" name="Hexagon 1523">
              <a:extLst>
                <a:ext uri="{FF2B5EF4-FFF2-40B4-BE49-F238E27FC236}">
                  <a16:creationId xmlns:a16="http://schemas.microsoft.com/office/drawing/2014/main" id="{FD09D4D2-DCC0-4305-9BC2-EF67968C6E1F}"/>
                </a:ext>
              </a:extLst>
            </p:cNvPr>
            <p:cNvSpPr/>
            <p:nvPr/>
          </p:nvSpPr>
          <p:spPr>
            <a:xfrm>
              <a:off x="4923363" y="326471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5" name="Hexagon 1524">
              <a:extLst>
                <a:ext uri="{FF2B5EF4-FFF2-40B4-BE49-F238E27FC236}">
                  <a16:creationId xmlns:a16="http://schemas.microsoft.com/office/drawing/2014/main" id="{3A845CD8-D4A3-4977-A0EA-1F6C342BF8B0}"/>
                </a:ext>
              </a:extLst>
            </p:cNvPr>
            <p:cNvSpPr/>
            <p:nvPr/>
          </p:nvSpPr>
          <p:spPr>
            <a:xfrm>
              <a:off x="4471327" y="272812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6" name="Hexagon 1525">
              <a:extLst>
                <a:ext uri="{FF2B5EF4-FFF2-40B4-BE49-F238E27FC236}">
                  <a16:creationId xmlns:a16="http://schemas.microsoft.com/office/drawing/2014/main" id="{E21C4483-9186-4C27-9242-EA8426B039EC}"/>
                </a:ext>
              </a:extLst>
            </p:cNvPr>
            <p:cNvSpPr/>
            <p:nvPr/>
          </p:nvSpPr>
          <p:spPr>
            <a:xfrm>
              <a:off x="4315432" y="33885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7" name="Hexagon 1526">
              <a:extLst>
                <a:ext uri="{FF2B5EF4-FFF2-40B4-BE49-F238E27FC236}">
                  <a16:creationId xmlns:a16="http://schemas.microsoft.com/office/drawing/2014/main" id="{17AE1605-D3F7-43A6-A770-A169ED02817F}"/>
                </a:ext>
              </a:extLst>
            </p:cNvPr>
            <p:cNvSpPr/>
            <p:nvPr/>
          </p:nvSpPr>
          <p:spPr>
            <a:xfrm>
              <a:off x="4464185" y="392216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8" name="Hexagon 1527">
              <a:extLst>
                <a:ext uri="{FF2B5EF4-FFF2-40B4-BE49-F238E27FC236}">
                  <a16:creationId xmlns:a16="http://schemas.microsoft.com/office/drawing/2014/main" id="{CA235A49-4625-41BF-8D2E-0529F18815BE}"/>
                </a:ext>
              </a:extLst>
            </p:cNvPr>
            <p:cNvSpPr/>
            <p:nvPr/>
          </p:nvSpPr>
          <p:spPr>
            <a:xfrm>
              <a:off x="3702185" y="374320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9" name="Hexagon 1528">
              <a:extLst>
                <a:ext uri="{FF2B5EF4-FFF2-40B4-BE49-F238E27FC236}">
                  <a16:creationId xmlns:a16="http://schemas.microsoft.com/office/drawing/2014/main" id="{7FCEA86F-DFEC-4919-8757-C5AD58D9334B}"/>
                </a:ext>
              </a:extLst>
            </p:cNvPr>
            <p:cNvSpPr/>
            <p:nvPr/>
          </p:nvSpPr>
          <p:spPr>
            <a:xfrm>
              <a:off x="4004604" y="421783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30" name="Hexagon 1529">
              <a:extLst>
                <a:ext uri="{FF2B5EF4-FFF2-40B4-BE49-F238E27FC236}">
                  <a16:creationId xmlns:a16="http://schemas.microsoft.com/office/drawing/2014/main" id="{3D57EB22-D5FC-407E-A107-0E0927DF4364}"/>
                </a:ext>
              </a:extLst>
            </p:cNvPr>
            <p:cNvSpPr/>
            <p:nvPr/>
          </p:nvSpPr>
          <p:spPr>
            <a:xfrm>
              <a:off x="3395004" y="468379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31" name="Hexagon 1530">
              <a:extLst>
                <a:ext uri="{FF2B5EF4-FFF2-40B4-BE49-F238E27FC236}">
                  <a16:creationId xmlns:a16="http://schemas.microsoft.com/office/drawing/2014/main" id="{20B30C4E-5FCB-40E8-BB2D-05C66EDE8E22}"/>
                </a:ext>
              </a:extLst>
            </p:cNvPr>
            <p:cNvSpPr/>
            <p:nvPr/>
          </p:nvSpPr>
          <p:spPr>
            <a:xfrm>
              <a:off x="4006985" y="492906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32" name="Hexagon 1531">
              <a:extLst>
                <a:ext uri="{FF2B5EF4-FFF2-40B4-BE49-F238E27FC236}">
                  <a16:creationId xmlns:a16="http://schemas.microsoft.com/office/drawing/2014/main" id="{99DE2AAA-5781-445A-AB30-AA0D693A207D}"/>
                </a:ext>
              </a:extLst>
            </p:cNvPr>
            <p:cNvSpPr/>
            <p:nvPr/>
          </p:nvSpPr>
          <p:spPr>
            <a:xfrm>
              <a:off x="2943584" y="510723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33" name="Hexagon 1532">
              <a:extLst>
                <a:ext uri="{FF2B5EF4-FFF2-40B4-BE49-F238E27FC236}">
                  <a16:creationId xmlns:a16="http://schemas.microsoft.com/office/drawing/2014/main" id="{036A485C-D888-4A1B-AA01-02C05B5DC905}"/>
                </a:ext>
              </a:extLst>
            </p:cNvPr>
            <p:cNvSpPr/>
            <p:nvPr/>
          </p:nvSpPr>
          <p:spPr>
            <a:xfrm>
              <a:off x="3100746" y="575969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34" name="Hexagon 1533">
              <a:extLst>
                <a:ext uri="{FF2B5EF4-FFF2-40B4-BE49-F238E27FC236}">
                  <a16:creationId xmlns:a16="http://schemas.microsoft.com/office/drawing/2014/main" id="{7D8E9CF7-16EA-4C99-8647-630A75CBA415}"/>
                </a:ext>
              </a:extLst>
            </p:cNvPr>
            <p:cNvSpPr/>
            <p:nvPr/>
          </p:nvSpPr>
          <p:spPr>
            <a:xfrm>
              <a:off x="3855602" y="593832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35" name="Hexagon 1534">
              <a:extLst>
                <a:ext uri="{FF2B5EF4-FFF2-40B4-BE49-F238E27FC236}">
                  <a16:creationId xmlns:a16="http://schemas.microsoft.com/office/drawing/2014/main" id="{09754260-D076-4D5C-9F90-6195F3064E69}"/>
                </a:ext>
              </a:extLst>
            </p:cNvPr>
            <p:cNvSpPr/>
            <p:nvPr/>
          </p:nvSpPr>
          <p:spPr>
            <a:xfrm>
              <a:off x="2493527" y="635738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36" name="Hexagon 1535">
              <a:extLst>
                <a:ext uri="{FF2B5EF4-FFF2-40B4-BE49-F238E27FC236}">
                  <a16:creationId xmlns:a16="http://schemas.microsoft.com/office/drawing/2014/main" id="{D8D12603-002F-4592-8D10-B22C6B419986}"/>
                </a:ext>
              </a:extLst>
            </p:cNvPr>
            <p:cNvSpPr/>
            <p:nvPr/>
          </p:nvSpPr>
          <p:spPr>
            <a:xfrm>
              <a:off x="957822" y="635738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37" name="Hexagon 1536">
              <a:extLst>
                <a:ext uri="{FF2B5EF4-FFF2-40B4-BE49-F238E27FC236}">
                  <a16:creationId xmlns:a16="http://schemas.microsoft.com/office/drawing/2014/main" id="{65BB9AEC-708E-42CB-9D73-7E57FD48AA26}"/>
                </a:ext>
              </a:extLst>
            </p:cNvPr>
            <p:cNvSpPr/>
            <p:nvPr/>
          </p:nvSpPr>
          <p:spPr>
            <a:xfrm>
              <a:off x="1730843" y="605164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38" name="Hexagon 1537">
              <a:extLst>
                <a:ext uri="{FF2B5EF4-FFF2-40B4-BE49-F238E27FC236}">
                  <a16:creationId xmlns:a16="http://schemas.microsoft.com/office/drawing/2014/main" id="{BC40C82C-F37E-4E91-B2CF-D6993F31B76B}"/>
                </a:ext>
              </a:extLst>
            </p:cNvPr>
            <p:cNvSpPr/>
            <p:nvPr/>
          </p:nvSpPr>
          <p:spPr>
            <a:xfrm>
              <a:off x="2032276" y="569625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39" name="Hexagon 1538">
              <a:extLst>
                <a:ext uri="{FF2B5EF4-FFF2-40B4-BE49-F238E27FC236}">
                  <a16:creationId xmlns:a16="http://schemas.microsoft.com/office/drawing/2014/main" id="{F0EFFA95-7BC9-49A0-ABED-D144CA533ADE}"/>
                </a:ext>
              </a:extLst>
            </p:cNvPr>
            <p:cNvSpPr/>
            <p:nvPr/>
          </p:nvSpPr>
          <p:spPr>
            <a:xfrm>
              <a:off x="2344220" y="522790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40" name="Hexagon 1539">
              <a:extLst>
                <a:ext uri="{FF2B5EF4-FFF2-40B4-BE49-F238E27FC236}">
                  <a16:creationId xmlns:a16="http://schemas.microsoft.com/office/drawing/2014/main" id="{9CA9461C-D310-4FF0-AA8B-AE7A73D581B1}"/>
                </a:ext>
              </a:extLst>
            </p:cNvPr>
            <p:cNvSpPr/>
            <p:nvPr/>
          </p:nvSpPr>
          <p:spPr>
            <a:xfrm>
              <a:off x="1424841" y="570101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41" name="Hexagon 1540">
              <a:extLst>
                <a:ext uri="{FF2B5EF4-FFF2-40B4-BE49-F238E27FC236}">
                  <a16:creationId xmlns:a16="http://schemas.microsoft.com/office/drawing/2014/main" id="{34C9DDA4-69EE-41C1-9924-15A912EB8130}"/>
                </a:ext>
              </a:extLst>
            </p:cNvPr>
            <p:cNvSpPr/>
            <p:nvPr/>
          </p:nvSpPr>
          <p:spPr>
            <a:xfrm>
              <a:off x="212491" y="534459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42" name="Hexagon 1541">
              <a:extLst>
                <a:ext uri="{FF2B5EF4-FFF2-40B4-BE49-F238E27FC236}">
                  <a16:creationId xmlns:a16="http://schemas.microsoft.com/office/drawing/2014/main" id="{FAFB179C-BF12-4605-8041-6B7FB49AA3C7}"/>
                </a:ext>
              </a:extLst>
            </p:cNvPr>
            <p:cNvSpPr/>
            <p:nvPr/>
          </p:nvSpPr>
          <p:spPr>
            <a:xfrm>
              <a:off x="2637717" y="463672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43" name="Hexagon 1542">
              <a:extLst>
                <a:ext uri="{FF2B5EF4-FFF2-40B4-BE49-F238E27FC236}">
                  <a16:creationId xmlns:a16="http://schemas.microsoft.com/office/drawing/2014/main" id="{329E9D8A-09B9-44D9-9652-F5206B29D0C8}"/>
                </a:ext>
              </a:extLst>
            </p:cNvPr>
            <p:cNvSpPr/>
            <p:nvPr/>
          </p:nvSpPr>
          <p:spPr>
            <a:xfrm>
              <a:off x="3095984" y="433613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44" name="Hexagon 1543">
              <a:extLst>
                <a:ext uri="{FF2B5EF4-FFF2-40B4-BE49-F238E27FC236}">
                  <a16:creationId xmlns:a16="http://schemas.microsoft.com/office/drawing/2014/main" id="{A72595BC-578D-4413-8ED0-D0459887B947}"/>
                </a:ext>
              </a:extLst>
            </p:cNvPr>
            <p:cNvSpPr/>
            <p:nvPr/>
          </p:nvSpPr>
          <p:spPr>
            <a:xfrm>
              <a:off x="2632972" y="3913684"/>
              <a:ext cx="198996" cy="125781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45" name="Hexagon 1544">
              <a:extLst>
                <a:ext uri="{FF2B5EF4-FFF2-40B4-BE49-F238E27FC236}">
                  <a16:creationId xmlns:a16="http://schemas.microsoft.com/office/drawing/2014/main" id="{4B25F5AC-CDB1-4D52-AD44-B4B8237C283B}"/>
                </a:ext>
              </a:extLst>
            </p:cNvPr>
            <p:cNvSpPr/>
            <p:nvPr/>
          </p:nvSpPr>
          <p:spPr>
            <a:xfrm>
              <a:off x="1566357" y="386063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46" name="Hexagon 1545">
              <a:extLst>
                <a:ext uri="{FF2B5EF4-FFF2-40B4-BE49-F238E27FC236}">
                  <a16:creationId xmlns:a16="http://schemas.microsoft.com/office/drawing/2014/main" id="{971CF90E-1F64-48DE-B6F1-895C9594929A}"/>
                </a:ext>
              </a:extLst>
            </p:cNvPr>
            <p:cNvSpPr/>
            <p:nvPr/>
          </p:nvSpPr>
          <p:spPr>
            <a:xfrm>
              <a:off x="1566357" y="386301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47" name="Hexagon 1546">
              <a:extLst>
                <a:ext uri="{FF2B5EF4-FFF2-40B4-BE49-F238E27FC236}">
                  <a16:creationId xmlns:a16="http://schemas.microsoft.com/office/drawing/2014/main" id="{8B039C99-A214-42A3-AD18-11F6FDCFDE68}"/>
                </a:ext>
              </a:extLst>
            </p:cNvPr>
            <p:cNvSpPr/>
            <p:nvPr/>
          </p:nvSpPr>
          <p:spPr>
            <a:xfrm>
              <a:off x="1109916" y="4396391"/>
              <a:ext cx="204710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48" name="Hexagon 1547">
              <a:extLst>
                <a:ext uri="{FF2B5EF4-FFF2-40B4-BE49-F238E27FC236}">
                  <a16:creationId xmlns:a16="http://schemas.microsoft.com/office/drawing/2014/main" id="{EE76BF1A-1D76-42D6-9149-C4CF8972A49B}"/>
                </a:ext>
              </a:extLst>
            </p:cNvPr>
            <p:cNvSpPr/>
            <p:nvPr/>
          </p:nvSpPr>
          <p:spPr>
            <a:xfrm>
              <a:off x="1271082" y="36272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49" name="Hexagon 1548">
              <a:extLst>
                <a:ext uri="{FF2B5EF4-FFF2-40B4-BE49-F238E27FC236}">
                  <a16:creationId xmlns:a16="http://schemas.microsoft.com/office/drawing/2014/main" id="{3AD10CE5-1299-4C0A-967E-4D3CF960B734}"/>
                </a:ext>
              </a:extLst>
            </p:cNvPr>
            <p:cNvSpPr/>
            <p:nvPr/>
          </p:nvSpPr>
          <p:spPr>
            <a:xfrm>
              <a:off x="205348" y="344488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50" name="Hexagon 1549">
              <a:extLst>
                <a:ext uri="{FF2B5EF4-FFF2-40B4-BE49-F238E27FC236}">
                  <a16:creationId xmlns:a16="http://schemas.microsoft.com/office/drawing/2014/main" id="{08C018EC-FC51-4D6A-B415-3C32EB3CAA34}"/>
                </a:ext>
              </a:extLst>
            </p:cNvPr>
            <p:cNvSpPr/>
            <p:nvPr/>
          </p:nvSpPr>
          <p:spPr>
            <a:xfrm>
              <a:off x="966914" y="291002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51" name="Hexagon 1550">
              <a:extLst>
                <a:ext uri="{FF2B5EF4-FFF2-40B4-BE49-F238E27FC236}">
                  <a16:creationId xmlns:a16="http://schemas.microsoft.com/office/drawing/2014/main" id="{F483D40B-FA67-4B5F-A1BF-31E9246A6A9B}"/>
                </a:ext>
              </a:extLst>
            </p:cNvPr>
            <p:cNvSpPr/>
            <p:nvPr/>
          </p:nvSpPr>
          <p:spPr>
            <a:xfrm>
              <a:off x="2183110" y="302232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52" name="Hexagon 1551">
              <a:extLst>
                <a:ext uri="{FF2B5EF4-FFF2-40B4-BE49-F238E27FC236}">
                  <a16:creationId xmlns:a16="http://schemas.microsoft.com/office/drawing/2014/main" id="{1F4ED95B-7D2D-4F2D-872B-8F9A1D23E375}"/>
                </a:ext>
              </a:extLst>
            </p:cNvPr>
            <p:cNvSpPr/>
            <p:nvPr/>
          </p:nvSpPr>
          <p:spPr>
            <a:xfrm>
              <a:off x="2797592" y="278608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53" name="Hexagon 1552">
              <a:extLst>
                <a:ext uri="{FF2B5EF4-FFF2-40B4-BE49-F238E27FC236}">
                  <a16:creationId xmlns:a16="http://schemas.microsoft.com/office/drawing/2014/main" id="{B7B5E3E4-A926-43ED-9B4D-0AD354B60115}"/>
                </a:ext>
              </a:extLst>
            </p:cNvPr>
            <p:cNvSpPr/>
            <p:nvPr/>
          </p:nvSpPr>
          <p:spPr>
            <a:xfrm>
              <a:off x="1116301" y="237851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54" name="Hexagon 1553">
              <a:extLst>
                <a:ext uri="{FF2B5EF4-FFF2-40B4-BE49-F238E27FC236}">
                  <a16:creationId xmlns:a16="http://schemas.microsoft.com/office/drawing/2014/main" id="{C5DDCEC2-9120-4112-ABB3-F7EB6FCE7C59}"/>
                </a:ext>
              </a:extLst>
            </p:cNvPr>
            <p:cNvSpPr/>
            <p:nvPr/>
          </p:nvSpPr>
          <p:spPr>
            <a:xfrm>
              <a:off x="1721138" y="225415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55" name="Hexagon 1554">
              <a:extLst>
                <a:ext uri="{FF2B5EF4-FFF2-40B4-BE49-F238E27FC236}">
                  <a16:creationId xmlns:a16="http://schemas.microsoft.com/office/drawing/2014/main" id="{AE15CDEB-D5B5-483A-8572-67723E3320E3}"/>
                </a:ext>
              </a:extLst>
            </p:cNvPr>
            <p:cNvSpPr/>
            <p:nvPr/>
          </p:nvSpPr>
          <p:spPr>
            <a:xfrm>
              <a:off x="2484714" y="219149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56" name="Hexagon 1555">
              <a:extLst>
                <a:ext uri="{FF2B5EF4-FFF2-40B4-BE49-F238E27FC236}">
                  <a16:creationId xmlns:a16="http://schemas.microsoft.com/office/drawing/2014/main" id="{8A7DF4E4-789C-4818-9A64-DA668B4F6485}"/>
                </a:ext>
              </a:extLst>
            </p:cNvPr>
            <p:cNvSpPr/>
            <p:nvPr/>
          </p:nvSpPr>
          <p:spPr>
            <a:xfrm>
              <a:off x="3403571" y="326792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57" name="Hexagon 1556">
              <a:extLst>
                <a:ext uri="{FF2B5EF4-FFF2-40B4-BE49-F238E27FC236}">
                  <a16:creationId xmlns:a16="http://schemas.microsoft.com/office/drawing/2014/main" id="{CEA46D79-9AC4-4EB8-AEB1-81262D31A9C7}"/>
                </a:ext>
              </a:extLst>
            </p:cNvPr>
            <p:cNvSpPr/>
            <p:nvPr/>
          </p:nvSpPr>
          <p:spPr>
            <a:xfrm>
              <a:off x="4009366" y="25557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58" name="Hexagon 1557">
              <a:extLst>
                <a:ext uri="{FF2B5EF4-FFF2-40B4-BE49-F238E27FC236}">
                  <a16:creationId xmlns:a16="http://schemas.microsoft.com/office/drawing/2014/main" id="{0846A1B8-53DD-4CE1-8090-EC49F0C68324}"/>
                </a:ext>
              </a:extLst>
            </p:cNvPr>
            <p:cNvSpPr/>
            <p:nvPr/>
          </p:nvSpPr>
          <p:spPr>
            <a:xfrm>
              <a:off x="4474327" y="201995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59" name="Hexagon 1558">
              <a:extLst>
                <a:ext uri="{FF2B5EF4-FFF2-40B4-BE49-F238E27FC236}">
                  <a16:creationId xmlns:a16="http://schemas.microsoft.com/office/drawing/2014/main" id="{34FCAB6B-B693-495E-A093-FD0C2155D328}"/>
                </a:ext>
              </a:extLst>
            </p:cNvPr>
            <p:cNvSpPr/>
            <p:nvPr/>
          </p:nvSpPr>
          <p:spPr>
            <a:xfrm>
              <a:off x="3855602" y="178602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60" name="Hexagon 1559">
              <a:extLst>
                <a:ext uri="{FF2B5EF4-FFF2-40B4-BE49-F238E27FC236}">
                  <a16:creationId xmlns:a16="http://schemas.microsoft.com/office/drawing/2014/main" id="{4CF38952-EE90-4362-AAED-0183784C2E88}"/>
                </a:ext>
              </a:extLst>
            </p:cNvPr>
            <p:cNvSpPr/>
            <p:nvPr/>
          </p:nvSpPr>
          <p:spPr>
            <a:xfrm>
              <a:off x="4165164" y="131116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61" name="Hexagon 1560">
              <a:extLst>
                <a:ext uri="{FF2B5EF4-FFF2-40B4-BE49-F238E27FC236}">
                  <a16:creationId xmlns:a16="http://schemas.microsoft.com/office/drawing/2014/main" id="{CC113198-86A7-4B61-A45F-41A7F0A88CB8}"/>
                </a:ext>
              </a:extLst>
            </p:cNvPr>
            <p:cNvSpPr/>
            <p:nvPr/>
          </p:nvSpPr>
          <p:spPr>
            <a:xfrm>
              <a:off x="3403571" y="149213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62" name="Hexagon 1561">
              <a:extLst>
                <a:ext uri="{FF2B5EF4-FFF2-40B4-BE49-F238E27FC236}">
                  <a16:creationId xmlns:a16="http://schemas.microsoft.com/office/drawing/2014/main" id="{60CF56DE-6D67-4770-90B3-4775DBBF2781}"/>
                </a:ext>
              </a:extLst>
            </p:cNvPr>
            <p:cNvSpPr/>
            <p:nvPr/>
          </p:nvSpPr>
          <p:spPr>
            <a:xfrm>
              <a:off x="2339458" y="83816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63" name="Hexagon 1562">
              <a:extLst>
                <a:ext uri="{FF2B5EF4-FFF2-40B4-BE49-F238E27FC236}">
                  <a16:creationId xmlns:a16="http://schemas.microsoft.com/office/drawing/2014/main" id="{2CECAA7D-8049-4C61-8D02-AAAD4AA4A26C}"/>
                </a:ext>
              </a:extLst>
            </p:cNvPr>
            <p:cNvSpPr/>
            <p:nvPr/>
          </p:nvSpPr>
          <p:spPr>
            <a:xfrm>
              <a:off x="1727783" y="7222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64" name="Hexagon 1563">
              <a:extLst>
                <a:ext uri="{FF2B5EF4-FFF2-40B4-BE49-F238E27FC236}">
                  <a16:creationId xmlns:a16="http://schemas.microsoft.com/office/drawing/2014/main" id="{452F969F-89C2-4F73-A1DE-EE61A7C0C786}"/>
                </a:ext>
              </a:extLst>
            </p:cNvPr>
            <p:cNvSpPr/>
            <p:nvPr/>
          </p:nvSpPr>
          <p:spPr>
            <a:xfrm>
              <a:off x="2180729" y="30238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65" name="Hexagon 1564">
              <a:extLst>
                <a:ext uri="{FF2B5EF4-FFF2-40B4-BE49-F238E27FC236}">
                  <a16:creationId xmlns:a16="http://schemas.microsoft.com/office/drawing/2014/main" id="{14B61F1B-CA48-4E64-8A8E-B478732CFE06}"/>
                </a:ext>
              </a:extLst>
            </p:cNvPr>
            <p:cNvSpPr/>
            <p:nvPr/>
          </p:nvSpPr>
          <p:spPr>
            <a:xfrm>
              <a:off x="1271082" y="30238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66" name="Hexagon 1565">
              <a:extLst>
                <a:ext uri="{FF2B5EF4-FFF2-40B4-BE49-F238E27FC236}">
                  <a16:creationId xmlns:a16="http://schemas.microsoft.com/office/drawing/2014/main" id="{16524D74-C61D-4597-9229-42A97F502C9E}"/>
                </a:ext>
              </a:extLst>
            </p:cNvPr>
            <p:cNvSpPr/>
            <p:nvPr/>
          </p:nvSpPr>
          <p:spPr>
            <a:xfrm>
              <a:off x="360664" y="78020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67" name="Hexagon 1566">
              <a:extLst>
                <a:ext uri="{FF2B5EF4-FFF2-40B4-BE49-F238E27FC236}">
                  <a16:creationId xmlns:a16="http://schemas.microsoft.com/office/drawing/2014/main" id="{941EC26D-5514-4832-9FC7-D64C2AB7E166}"/>
                </a:ext>
              </a:extLst>
            </p:cNvPr>
            <p:cNvSpPr/>
            <p:nvPr/>
          </p:nvSpPr>
          <p:spPr>
            <a:xfrm>
              <a:off x="360664" y="149213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68" name="Hexagon 1567">
              <a:extLst>
                <a:ext uri="{FF2B5EF4-FFF2-40B4-BE49-F238E27FC236}">
                  <a16:creationId xmlns:a16="http://schemas.microsoft.com/office/drawing/2014/main" id="{213A1B02-209D-46BA-92E9-8D86D6DEE633}"/>
                </a:ext>
              </a:extLst>
            </p:cNvPr>
            <p:cNvSpPr/>
            <p:nvPr/>
          </p:nvSpPr>
          <p:spPr>
            <a:xfrm>
              <a:off x="360664" y="18418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69" name="Hexagon 1568">
              <a:extLst>
                <a:ext uri="{FF2B5EF4-FFF2-40B4-BE49-F238E27FC236}">
                  <a16:creationId xmlns:a16="http://schemas.microsoft.com/office/drawing/2014/main" id="{81EA234E-6A37-4580-BF11-FD8FFFD7AF8D}"/>
                </a:ext>
              </a:extLst>
            </p:cNvPr>
            <p:cNvSpPr/>
            <p:nvPr/>
          </p:nvSpPr>
          <p:spPr>
            <a:xfrm>
              <a:off x="5226585" y="386301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70" name="Hexagon 1569">
              <a:extLst>
                <a:ext uri="{FF2B5EF4-FFF2-40B4-BE49-F238E27FC236}">
                  <a16:creationId xmlns:a16="http://schemas.microsoft.com/office/drawing/2014/main" id="{B4CA37F0-6D20-4AA6-B012-F4A31A7A6C68}"/>
                </a:ext>
              </a:extLst>
            </p:cNvPr>
            <p:cNvSpPr/>
            <p:nvPr/>
          </p:nvSpPr>
          <p:spPr>
            <a:xfrm>
              <a:off x="2025402" y="391844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71" name="Hexagon 1570">
              <a:extLst>
                <a:ext uri="{FF2B5EF4-FFF2-40B4-BE49-F238E27FC236}">
                  <a16:creationId xmlns:a16="http://schemas.microsoft.com/office/drawing/2014/main" id="{EF8B9145-2645-4FA2-B228-4930FE3BEA20}"/>
                </a:ext>
              </a:extLst>
            </p:cNvPr>
            <p:cNvSpPr/>
            <p:nvPr/>
          </p:nvSpPr>
          <p:spPr>
            <a:xfrm>
              <a:off x="1874627" y="433613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5" name="商人" hidden="1">
            <a:extLst>
              <a:ext uri="{FF2B5EF4-FFF2-40B4-BE49-F238E27FC236}">
                <a16:creationId xmlns:a16="http://schemas.microsoft.com/office/drawing/2014/main" id="{04223119-B44F-4E99-A0E9-6FAB7E0EA77E}"/>
              </a:ext>
            </a:extLst>
          </p:cNvPr>
          <p:cNvGrpSpPr/>
          <p:nvPr/>
        </p:nvGrpSpPr>
        <p:grpSpPr>
          <a:xfrm>
            <a:off x="508767" y="708172"/>
            <a:ext cx="12334545" cy="8947786"/>
            <a:chOff x="360481" y="482842"/>
            <a:chExt cx="8409919" cy="6100763"/>
          </a:xfrm>
        </p:grpSpPr>
        <p:sp>
          <p:nvSpPr>
            <p:cNvPr id="1572" name="Hexagon 1571">
              <a:extLst>
                <a:ext uri="{FF2B5EF4-FFF2-40B4-BE49-F238E27FC236}">
                  <a16:creationId xmlns:a16="http://schemas.microsoft.com/office/drawing/2014/main" id="{FD0E7EF2-6FC0-4245-9DC9-DBC062AEA8AF}"/>
                </a:ext>
              </a:extLst>
            </p:cNvPr>
            <p:cNvSpPr/>
            <p:nvPr/>
          </p:nvSpPr>
          <p:spPr>
            <a:xfrm>
              <a:off x="7206175" y="629075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73" name="Hexagon 1572">
              <a:extLst>
                <a:ext uri="{FF2B5EF4-FFF2-40B4-BE49-F238E27FC236}">
                  <a16:creationId xmlns:a16="http://schemas.microsoft.com/office/drawing/2014/main" id="{44C718D8-6A26-4E47-A81C-A800A04F8081}"/>
                </a:ext>
              </a:extLst>
            </p:cNvPr>
            <p:cNvSpPr/>
            <p:nvPr/>
          </p:nvSpPr>
          <p:spPr>
            <a:xfrm>
              <a:off x="6448937" y="611454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74" name="Hexagon 1573">
              <a:extLst>
                <a:ext uri="{FF2B5EF4-FFF2-40B4-BE49-F238E27FC236}">
                  <a16:creationId xmlns:a16="http://schemas.microsoft.com/office/drawing/2014/main" id="{F1000485-4D8B-49FA-B4E9-C9D51565331F}"/>
                </a:ext>
              </a:extLst>
            </p:cNvPr>
            <p:cNvSpPr/>
            <p:nvPr/>
          </p:nvSpPr>
          <p:spPr>
            <a:xfrm>
              <a:off x="6448937" y="516442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75" name="Hexagon 1574">
              <a:extLst>
                <a:ext uri="{FF2B5EF4-FFF2-40B4-BE49-F238E27FC236}">
                  <a16:creationId xmlns:a16="http://schemas.microsoft.com/office/drawing/2014/main" id="{0F2B4B0F-7969-42EC-B2E5-E1798636DC72}"/>
                </a:ext>
              </a:extLst>
            </p:cNvPr>
            <p:cNvSpPr/>
            <p:nvPr/>
          </p:nvSpPr>
          <p:spPr>
            <a:xfrm>
              <a:off x="8122955" y="510646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76" name="Hexagon 1575">
              <a:extLst>
                <a:ext uri="{FF2B5EF4-FFF2-40B4-BE49-F238E27FC236}">
                  <a16:creationId xmlns:a16="http://schemas.microsoft.com/office/drawing/2014/main" id="{CD4AC1D4-C535-4496-B716-76584AB8F346}"/>
                </a:ext>
              </a:extLst>
            </p:cNvPr>
            <p:cNvSpPr/>
            <p:nvPr/>
          </p:nvSpPr>
          <p:spPr>
            <a:xfrm>
              <a:off x="6141755" y="480642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77" name="Hexagon 1576">
              <a:extLst>
                <a:ext uri="{FF2B5EF4-FFF2-40B4-BE49-F238E27FC236}">
                  <a16:creationId xmlns:a16="http://schemas.microsoft.com/office/drawing/2014/main" id="{C81550D6-16A5-4EF0-9422-F7ED9A153C36}"/>
                </a:ext>
              </a:extLst>
            </p:cNvPr>
            <p:cNvSpPr/>
            <p:nvPr/>
          </p:nvSpPr>
          <p:spPr>
            <a:xfrm>
              <a:off x="7053773" y="469051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78" name="Hexagon 1577">
              <a:extLst>
                <a:ext uri="{FF2B5EF4-FFF2-40B4-BE49-F238E27FC236}">
                  <a16:creationId xmlns:a16="http://schemas.microsoft.com/office/drawing/2014/main" id="{F207C8DA-50C4-44D8-B43A-5048CF16BE6C}"/>
                </a:ext>
              </a:extLst>
            </p:cNvPr>
            <p:cNvSpPr/>
            <p:nvPr/>
          </p:nvSpPr>
          <p:spPr>
            <a:xfrm>
              <a:off x="8577772" y="409996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79" name="Hexagon 1578">
              <a:extLst>
                <a:ext uri="{FF2B5EF4-FFF2-40B4-BE49-F238E27FC236}">
                  <a16:creationId xmlns:a16="http://schemas.microsoft.com/office/drawing/2014/main" id="{068AE4E5-A165-4820-84E4-B9AFE9E217EE}"/>
                </a:ext>
              </a:extLst>
            </p:cNvPr>
            <p:cNvSpPr/>
            <p:nvPr/>
          </p:nvSpPr>
          <p:spPr>
            <a:xfrm>
              <a:off x="7968172" y="339035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0" name="Hexagon 1579">
              <a:extLst>
                <a:ext uri="{FF2B5EF4-FFF2-40B4-BE49-F238E27FC236}">
                  <a16:creationId xmlns:a16="http://schemas.microsoft.com/office/drawing/2014/main" id="{FB5DAEEA-706E-4015-9CBA-F181A8C7335A}"/>
                </a:ext>
              </a:extLst>
            </p:cNvPr>
            <p:cNvSpPr/>
            <p:nvPr/>
          </p:nvSpPr>
          <p:spPr>
            <a:xfrm>
              <a:off x="7051824" y="385945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1" name="Hexagon 1580">
              <a:extLst>
                <a:ext uri="{FF2B5EF4-FFF2-40B4-BE49-F238E27FC236}">
                  <a16:creationId xmlns:a16="http://schemas.microsoft.com/office/drawing/2014/main" id="{F6D47A19-1401-49B4-BFC1-B7B40E12517C}"/>
                </a:ext>
              </a:extLst>
            </p:cNvPr>
            <p:cNvSpPr/>
            <p:nvPr/>
          </p:nvSpPr>
          <p:spPr>
            <a:xfrm>
              <a:off x="6141755" y="409996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2" name="Hexagon 1581">
              <a:extLst>
                <a:ext uri="{FF2B5EF4-FFF2-40B4-BE49-F238E27FC236}">
                  <a16:creationId xmlns:a16="http://schemas.microsoft.com/office/drawing/2014/main" id="{12D68331-D977-4280-A566-FB85EB0D57D9}"/>
                </a:ext>
              </a:extLst>
            </p:cNvPr>
            <p:cNvSpPr/>
            <p:nvPr/>
          </p:nvSpPr>
          <p:spPr>
            <a:xfrm>
              <a:off x="7513355" y="285933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3" name="Hexagon 1582">
              <a:extLst>
                <a:ext uri="{FF2B5EF4-FFF2-40B4-BE49-F238E27FC236}">
                  <a16:creationId xmlns:a16="http://schemas.microsoft.com/office/drawing/2014/main" id="{93168C8C-2221-40A1-9250-F3F72AD8A48C}"/>
                </a:ext>
              </a:extLst>
            </p:cNvPr>
            <p:cNvSpPr/>
            <p:nvPr/>
          </p:nvSpPr>
          <p:spPr>
            <a:xfrm>
              <a:off x="8271025" y="255474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4" name="Hexagon 1583">
              <a:extLst>
                <a:ext uri="{FF2B5EF4-FFF2-40B4-BE49-F238E27FC236}">
                  <a16:creationId xmlns:a16="http://schemas.microsoft.com/office/drawing/2014/main" id="{25BB1780-88EF-4A10-8C84-2332596F87E5}"/>
                </a:ext>
              </a:extLst>
            </p:cNvPr>
            <p:cNvSpPr/>
            <p:nvPr/>
          </p:nvSpPr>
          <p:spPr>
            <a:xfrm>
              <a:off x="6294155" y="237355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5" name="Hexagon 1584">
              <a:extLst>
                <a:ext uri="{FF2B5EF4-FFF2-40B4-BE49-F238E27FC236}">
                  <a16:creationId xmlns:a16="http://schemas.microsoft.com/office/drawing/2014/main" id="{9151F76B-16C4-425A-BED2-11F6891F9DC2}"/>
                </a:ext>
              </a:extLst>
            </p:cNvPr>
            <p:cNvSpPr/>
            <p:nvPr/>
          </p:nvSpPr>
          <p:spPr>
            <a:xfrm>
              <a:off x="7199681" y="190228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6" name="Hexagon 1585">
              <a:extLst>
                <a:ext uri="{FF2B5EF4-FFF2-40B4-BE49-F238E27FC236}">
                  <a16:creationId xmlns:a16="http://schemas.microsoft.com/office/drawing/2014/main" id="{35DD504E-68A7-40BC-8F8B-E2839286BE5C}"/>
                </a:ext>
              </a:extLst>
            </p:cNvPr>
            <p:cNvSpPr/>
            <p:nvPr/>
          </p:nvSpPr>
          <p:spPr>
            <a:xfrm>
              <a:off x="8122955" y="154964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8" name="Hexagon 2907">
              <a:extLst>
                <a:ext uri="{FF2B5EF4-FFF2-40B4-BE49-F238E27FC236}">
                  <a16:creationId xmlns:a16="http://schemas.microsoft.com/office/drawing/2014/main" id="{BFA053D9-D2DD-4183-BE5D-8591B290E5B8}"/>
                </a:ext>
              </a:extLst>
            </p:cNvPr>
            <p:cNvSpPr/>
            <p:nvPr/>
          </p:nvSpPr>
          <p:spPr>
            <a:xfrm>
              <a:off x="8115812" y="71210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9" name="Hexagon 2908">
              <a:extLst>
                <a:ext uri="{FF2B5EF4-FFF2-40B4-BE49-F238E27FC236}">
                  <a16:creationId xmlns:a16="http://schemas.microsoft.com/office/drawing/2014/main" id="{0326C718-FEDC-4DB4-957B-FDA1D0AC1775}"/>
                </a:ext>
              </a:extLst>
            </p:cNvPr>
            <p:cNvSpPr/>
            <p:nvPr/>
          </p:nvSpPr>
          <p:spPr>
            <a:xfrm>
              <a:off x="7198225" y="71643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10" name="Hexagon 2909">
              <a:extLst>
                <a:ext uri="{FF2B5EF4-FFF2-40B4-BE49-F238E27FC236}">
                  <a16:creationId xmlns:a16="http://schemas.microsoft.com/office/drawing/2014/main" id="{9F3013DE-F891-4D66-9986-48961822234B}"/>
                </a:ext>
              </a:extLst>
            </p:cNvPr>
            <p:cNvSpPr/>
            <p:nvPr/>
          </p:nvSpPr>
          <p:spPr>
            <a:xfrm>
              <a:off x="5224973" y="219734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11" name="Hexagon 2910">
              <a:extLst>
                <a:ext uri="{FF2B5EF4-FFF2-40B4-BE49-F238E27FC236}">
                  <a16:creationId xmlns:a16="http://schemas.microsoft.com/office/drawing/2014/main" id="{2BFF9FB5-7A8C-4D9C-9407-23E6A2B56A16}"/>
                </a:ext>
              </a:extLst>
            </p:cNvPr>
            <p:cNvSpPr/>
            <p:nvPr/>
          </p:nvSpPr>
          <p:spPr>
            <a:xfrm>
              <a:off x="4924936" y="290776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12" name="Hexagon 2911">
              <a:extLst>
                <a:ext uri="{FF2B5EF4-FFF2-40B4-BE49-F238E27FC236}">
                  <a16:creationId xmlns:a16="http://schemas.microsoft.com/office/drawing/2014/main" id="{495E4356-C03A-4798-BA22-1C0E7E61D1BD}"/>
                </a:ext>
              </a:extLst>
            </p:cNvPr>
            <p:cNvSpPr/>
            <p:nvPr/>
          </p:nvSpPr>
          <p:spPr>
            <a:xfrm>
              <a:off x="5375209" y="355784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13" name="Hexagon 2912">
              <a:extLst>
                <a:ext uri="{FF2B5EF4-FFF2-40B4-BE49-F238E27FC236}">
                  <a16:creationId xmlns:a16="http://schemas.microsoft.com/office/drawing/2014/main" id="{3ED008BE-691F-4354-A890-00AD4E4005CF}"/>
                </a:ext>
              </a:extLst>
            </p:cNvPr>
            <p:cNvSpPr/>
            <p:nvPr/>
          </p:nvSpPr>
          <p:spPr>
            <a:xfrm>
              <a:off x="3861325" y="154964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14" name="Hexagon 2913">
              <a:extLst>
                <a:ext uri="{FF2B5EF4-FFF2-40B4-BE49-F238E27FC236}">
                  <a16:creationId xmlns:a16="http://schemas.microsoft.com/office/drawing/2014/main" id="{CB7671F8-B2BD-4B44-BED9-974D81A523EB}"/>
                </a:ext>
              </a:extLst>
            </p:cNvPr>
            <p:cNvSpPr/>
            <p:nvPr/>
          </p:nvSpPr>
          <p:spPr>
            <a:xfrm>
              <a:off x="4011344" y="232036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15" name="Hexagon 2914">
              <a:extLst>
                <a:ext uri="{FF2B5EF4-FFF2-40B4-BE49-F238E27FC236}">
                  <a16:creationId xmlns:a16="http://schemas.microsoft.com/office/drawing/2014/main" id="{6C499BF7-E7ED-4F73-B234-63494F63F7CB}"/>
                </a:ext>
              </a:extLst>
            </p:cNvPr>
            <p:cNvSpPr/>
            <p:nvPr/>
          </p:nvSpPr>
          <p:spPr>
            <a:xfrm>
              <a:off x="2942163" y="131389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16" name="Hexagon 2915">
              <a:extLst>
                <a:ext uri="{FF2B5EF4-FFF2-40B4-BE49-F238E27FC236}">
                  <a16:creationId xmlns:a16="http://schemas.microsoft.com/office/drawing/2014/main" id="{01A3E39B-12A4-4BE9-AF07-B950189F7563}"/>
                </a:ext>
              </a:extLst>
            </p:cNvPr>
            <p:cNvSpPr/>
            <p:nvPr/>
          </p:nvSpPr>
          <p:spPr>
            <a:xfrm>
              <a:off x="2792144" y="89479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17" name="Hexagon 2916">
              <a:extLst>
                <a:ext uri="{FF2B5EF4-FFF2-40B4-BE49-F238E27FC236}">
                  <a16:creationId xmlns:a16="http://schemas.microsoft.com/office/drawing/2014/main" id="{C990B250-F7B9-4AA1-982B-B47063FBE53E}"/>
                </a:ext>
              </a:extLst>
            </p:cNvPr>
            <p:cNvSpPr/>
            <p:nvPr/>
          </p:nvSpPr>
          <p:spPr>
            <a:xfrm>
              <a:off x="3251942" y="273095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18" name="Hexagon 2917">
              <a:extLst>
                <a:ext uri="{FF2B5EF4-FFF2-40B4-BE49-F238E27FC236}">
                  <a16:creationId xmlns:a16="http://schemas.microsoft.com/office/drawing/2014/main" id="{71AF0F5E-34CD-4EB9-BEB2-D48BE11047EE}"/>
                </a:ext>
              </a:extLst>
            </p:cNvPr>
            <p:cNvSpPr/>
            <p:nvPr/>
          </p:nvSpPr>
          <p:spPr>
            <a:xfrm>
              <a:off x="2030144" y="48284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19" name="Hexagon 2918">
              <a:extLst>
                <a:ext uri="{FF2B5EF4-FFF2-40B4-BE49-F238E27FC236}">
                  <a16:creationId xmlns:a16="http://schemas.microsoft.com/office/drawing/2014/main" id="{C182FBE7-EDC5-4212-8E93-493EB1A58149}"/>
                </a:ext>
              </a:extLst>
            </p:cNvPr>
            <p:cNvSpPr/>
            <p:nvPr/>
          </p:nvSpPr>
          <p:spPr>
            <a:xfrm>
              <a:off x="817682" y="59856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20" name="Hexagon 2919">
              <a:extLst>
                <a:ext uri="{FF2B5EF4-FFF2-40B4-BE49-F238E27FC236}">
                  <a16:creationId xmlns:a16="http://schemas.microsoft.com/office/drawing/2014/main" id="{8A69904A-D008-45C7-97EF-A5D1E4161131}"/>
                </a:ext>
              </a:extLst>
            </p:cNvPr>
            <p:cNvSpPr/>
            <p:nvPr/>
          </p:nvSpPr>
          <p:spPr>
            <a:xfrm>
              <a:off x="1415376" y="190444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21" name="Hexagon 2920">
              <a:extLst>
                <a:ext uri="{FF2B5EF4-FFF2-40B4-BE49-F238E27FC236}">
                  <a16:creationId xmlns:a16="http://schemas.microsoft.com/office/drawing/2014/main" id="{9D81C4D5-70BA-4754-8AD9-826064091633}"/>
                </a:ext>
              </a:extLst>
            </p:cNvPr>
            <p:cNvSpPr/>
            <p:nvPr/>
          </p:nvSpPr>
          <p:spPr>
            <a:xfrm>
              <a:off x="1882101" y="279423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22" name="Hexagon 2921">
              <a:extLst>
                <a:ext uri="{FF2B5EF4-FFF2-40B4-BE49-F238E27FC236}">
                  <a16:creationId xmlns:a16="http://schemas.microsoft.com/office/drawing/2014/main" id="{373B329F-9613-4BEA-83D7-01F00725AACB}"/>
                </a:ext>
              </a:extLst>
            </p:cNvPr>
            <p:cNvSpPr/>
            <p:nvPr/>
          </p:nvSpPr>
          <p:spPr>
            <a:xfrm>
              <a:off x="1724938" y="344830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23" name="Hexagon 2922">
              <a:extLst>
                <a:ext uri="{FF2B5EF4-FFF2-40B4-BE49-F238E27FC236}">
                  <a16:creationId xmlns:a16="http://schemas.microsoft.com/office/drawing/2014/main" id="{A3D2CF17-BA7F-417D-BA28-ECA54298CF69}"/>
                </a:ext>
              </a:extLst>
            </p:cNvPr>
            <p:cNvSpPr/>
            <p:nvPr/>
          </p:nvSpPr>
          <p:spPr>
            <a:xfrm>
              <a:off x="1261786" y="3262569"/>
              <a:ext cx="196795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24" name="Hexagon 2923">
              <a:extLst>
                <a:ext uri="{FF2B5EF4-FFF2-40B4-BE49-F238E27FC236}">
                  <a16:creationId xmlns:a16="http://schemas.microsoft.com/office/drawing/2014/main" id="{05C5DA5A-D094-44BD-8C01-63CCC51958D2}"/>
                </a:ext>
              </a:extLst>
            </p:cNvPr>
            <p:cNvSpPr/>
            <p:nvPr/>
          </p:nvSpPr>
          <p:spPr>
            <a:xfrm>
              <a:off x="2482934" y="434127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25" name="Hexagon 2924">
              <a:extLst>
                <a:ext uri="{FF2B5EF4-FFF2-40B4-BE49-F238E27FC236}">
                  <a16:creationId xmlns:a16="http://schemas.microsoft.com/office/drawing/2014/main" id="{3311E3C4-5B7B-47C3-8773-8BD78D6220CF}"/>
                </a:ext>
              </a:extLst>
            </p:cNvPr>
            <p:cNvSpPr/>
            <p:nvPr/>
          </p:nvSpPr>
          <p:spPr>
            <a:xfrm>
              <a:off x="1720608" y="463255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26" name="Hexagon 2925">
              <a:extLst>
                <a:ext uri="{FF2B5EF4-FFF2-40B4-BE49-F238E27FC236}">
                  <a16:creationId xmlns:a16="http://schemas.microsoft.com/office/drawing/2014/main" id="{3A5D005E-D256-4E36-8546-5AB12415F345}"/>
                </a:ext>
              </a:extLst>
            </p:cNvPr>
            <p:cNvSpPr/>
            <p:nvPr/>
          </p:nvSpPr>
          <p:spPr>
            <a:xfrm>
              <a:off x="360481" y="457459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27" name="Hexagon 2926">
              <a:extLst>
                <a:ext uri="{FF2B5EF4-FFF2-40B4-BE49-F238E27FC236}">
                  <a16:creationId xmlns:a16="http://schemas.microsoft.com/office/drawing/2014/main" id="{70FF833C-FD10-4E20-99C1-DA5879AA0A09}"/>
                </a:ext>
              </a:extLst>
            </p:cNvPr>
            <p:cNvSpPr/>
            <p:nvPr/>
          </p:nvSpPr>
          <p:spPr>
            <a:xfrm>
              <a:off x="660519" y="576284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28" name="Hexagon 2927">
              <a:extLst>
                <a:ext uri="{FF2B5EF4-FFF2-40B4-BE49-F238E27FC236}">
                  <a16:creationId xmlns:a16="http://schemas.microsoft.com/office/drawing/2014/main" id="{840D2D62-3ACE-4019-AE6F-58F783074013}"/>
                </a:ext>
              </a:extLst>
            </p:cNvPr>
            <p:cNvSpPr/>
            <p:nvPr/>
          </p:nvSpPr>
          <p:spPr>
            <a:xfrm>
              <a:off x="2644316" y="569335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29" name="Hexagon 2928">
              <a:extLst>
                <a:ext uri="{FF2B5EF4-FFF2-40B4-BE49-F238E27FC236}">
                  <a16:creationId xmlns:a16="http://schemas.microsoft.com/office/drawing/2014/main" id="{45D13439-F4E6-4594-B009-56B97BC1F606}"/>
                </a:ext>
              </a:extLst>
            </p:cNvPr>
            <p:cNvSpPr/>
            <p:nvPr/>
          </p:nvSpPr>
          <p:spPr>
            <a:xfrm>
              <a:off x="1886613" y="646769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30" name="Hexagon 2929">
              <a:extLst>
                <a:ext uri="{FF2B5EF4-FFF2-40B4-BE49-F238E27FC236}">
                  <a16:creationId xmlns:a16="http://schemas.microsoft.com/office/drawing/2014/main" id="{A2989AA9-0A15-4670-A561-35A6E6FA3574}"/>
                </a:ext>
              </a:extLst>
            </p:cNvPr>
            <p:cNvSpPr/>
            <p:nvPr/>
          </p:nvSpPr>
          <p:spPr>
            <a:xfrm>
              <a:off x="3554015" y="5697189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31" name="Hexagon 2930">
              <a:extLst>
                <a:ext uri="{FF2B5EF4-FFF2-40B4-BE49-F238E27FC236}">
                  <a16:creationId xmlns:a16="http://schemas.microsoft.com/office/drawing/2014/main" id="{B229770F-45E6-48D8-BE90-697A88DEA82C}"/>
                </a:ext>
              </a:extLst>
            </p:cNvPr>
            <p:cNvSpPr/>
            <p:nvPr/>
          </p:nvSpPr>
          <p:spPr>
            <a:xfrm>
              <a:off x="3092183" y="350388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32" name="Hexagon 2931">
              <a:extLst>
                <a:ext uri="{FF2B5EF4-FFF2-40B4-BE49-F238E27FC236}">
                  <a16:creationId xmlns:a16="http://schemas.microsoft.com/office/drawing/2014/main" id="{3FC79306-D2E3-4A41-88B1-3ECD313727B8}"/>
                </a:ext>
              </a:extLst>
            </p:cNvPr>
            <p:cNvSpPr/>
            <p:nvPr/>
          </p:nvSpPr>
          <p:spPr>
            <a:xfrm>
              <a:off x="3701783" y="433651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6" name="营地" hidden="1">
            <a:extLst>
              <a:ext uri="{FF2B5EF4-FFF2-40B4-BE49-F238E27FC236}">
                <a16:creationId xmlns:a16="http://schemas.microsoft.com/office/drawing/2014/main" id="{F4BD6B91-4676-42AB-9633-35937258C684}"/>
              </a:ext>
            </a:extLst>
          </p:cNvPr>
          <p:cNvGrpSpPr/>
          <p:nvPr/>
        </p:nvGrpSpPr>
        <p:grpSpPr>
          <a:xfrm>
            <a:off x="725199" y="704688"/>
            <a:ext cx="11444721" cy="8857021"/>
            <a:chOff x="508050" y="478843"/>
            <a:chExt cx="7803219" cy="6038877"/>
          </a:xfrm>
        </p:grpSpPr>
        <p:sp>
          <p:nvSpPr>
            <p:cNvPr id="2933" name="Hexagon 2932">
              <a:extLst>
                <a:ext uri="{FF2B5EF4-FFF2-40B4-BE49-F238E27FC236}">
                  <a16:creationId xmlns:a16="http://schemas.microsoft.com/office/drawing/2014/main" id="{37BC4D1D-4A6E-45C5-97D8-1C6E02E157B4}"/>
                </a:ext>
              </a:extLst>
            </p:cNvPr>
            <p:cNvSpPr/>
            <p:nvPr/>
          </p:nvSpPr>
          <p:spPr>
            <a:xfrm>
              <a:off x="7506876" y="640180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34" name="Hexagon 2933">
              <a:extLst>
                <a:ext uri="{FF2B5EF4-FFF2-40B4-BE49-F238E27FC236}">
                  <a16:creationId xmlns:a16="http://schemas.microsoft.com/office/drawing/2014/main" id="{27C07A81-FF75-4B39-BCB6-B355E0146773}"/>
                </a:ext>
              </a:extLst>
            </p:cNvPr>
            <p:cNvSpPr/>
            <p:nvPr/>
          </p:nvSpPr>
          <p:spPr>
            <a:xfrm>
              <a:off x="7364001" y="540168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35" name="Hexagon 2934">
              <a:extLst>
                <a:ext uri="{FF2B5EF4-FFF2-40B4-BE49-F238E27FC236}">
                  <a16:creationId xmlns:a16="http://schemas.microsoft.com/office/drawing/2014/main" id="{F202E818-362E-4357-B6AB-03612A71C93B}"/>
                </a:ext>
              </a:extLst>
            </p:cNvPr>
            <p:cNvSpPr/>
            <p:nvPr/>
          </p:nvSpPr>
          <p:spPr>
            <a:xfrm>
              <a:off x="8118641" y="450950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36" name="Hexagon 2935">
              <a:extLst>
                <a:ext uri="{FF2B5EF4-FFF2-40B4-BE49-F238E27FC236}">
                  <a16:creationId xmlns:a16="http://schemas.microsoft.com/office/drawing/2014/main" id="{BB14D510-6B09-4CD4-A5D6-0C65C84E4DB5}"/>
                </a:ext>
              </a:extLst>
            </p:cNvPr>
            <p:cNvSpPr/>
            <p:nvPr/>
          </p:nvSpPr>
          <p:spPr>
            <a:xfrm>
              <a:off x="7364001" y="350303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37" name="Hexagon 2936">
              <a:extLst>
                <a:ext uri="{FF2B5EF4-FFF2-40B4-BE49-F238E27FC236}">
                  <a16:creationId xmlns:a16="http://schemas.microsoft.com/office/drawing/2014/main" id="{B04B8B2D-1251-487E-9CD2-612224FE10CD}"/>
                </a:ext>
              </a:extLst>
            </p:cNvPr>
            <p:cNvSpPr/>
            <p:nvPr/>
          </p:nvSpPr>
          <p:spPr>
            <a:xfrm>
              <a:off x="7809295" y="47884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38" name="Hexagon 2937">
              <a:extLst>
                <a:ext uri="{FF2B5EF4-FFF2-40B4-BE49-F238E27FC236}">
                  <a16:creationId xmlns:a16="http://schemas.microsoft.com/office/drawing/2014/main" id="{E418961C-8905-4552-9AA3-C3CE9FF17597}"/>
                </a:ext>
              </a:extLst>
            </p:cNvPr>
            <p:cNvSpPr/>
            <p:nvPr/>
          </p:nvSpPr>
          <p:spPr>
            <a:xfrm>
              <a:off x="2494345" y="611526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39" name="Hexagon 2938">
              <a:extLst>
                <a:ext uri="{FF2B5EF4-FFF2-40B4-BE49-F238E27FC236}">
                  <a16:creationId xmlns:a16="http://schemas.microsoft.com/office/drawing/2014/main" id="{82BB0C70-14C0-4204-8333-35E2F94B9719}"/>
                </a:ext>
              </a:extLst>
            </p:cNvPr>
            <p:cNvSpPr/>
            <p:nvPr/>
          </p:nvSpPr>
          <p:spPr>
            <a:xfrm>
              <a:off x="3546858" y="49865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40" name="Hexagon 2939">
              <a:extLst>
                <a:ext uri="{FF2B5EF4-FFF2-40B4-BE49-F238E27FC236}">
                  <a16:creationId xmlns:a16="http://schemas.microsoft.com/office/drawing/2014/main" id="{9381C553-92F0-4005-894F-78FE89C36D7B}"/>
                </a:ext>
              </a:extLst>
            </p:cNvPr>
            <p:cNvSpPr/>
            <p:nvPr/>
          </p:nvSpPr>
          <p:spPr>
            <a:xfrm>
              <a:off x="4011202" y="3150604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41" name="Hexagon 2940">
              <a:extLst>
                <a:ext uri="{FF2B5EF4-FFF2-40B4-BE49-F238E27FC236}">
                  <a16:creationId xmlns:a16="http://schemas.microsoft.com/office/drawing/2014/main" id="{F87ED459-D3C0-4780-8528-7F310E4C2080}"/>
                </a:ext>
              </a:extLst>
            </p:cNvPr>
            <p:cNvSpPr/>
            <p:nvPr/>
          </p:nvSpPr>
          <p:spPr>
            <a:xfrm>
              <a:off x="3556166" y="107155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42" name="Hexagon 2941">
              <a:extLst>
                <a:ext uri="{FF2B5EF4-FFF2-40B4-BE49-F238E27FC236}">
                  <a16:creationId xmlns:a16="http://schemas.microsoft.com/office/drawing/2014/main" id="{67B607C2-48D6-41B2-B632-F3494A861EF7}"/>
                </a:ext>
              </a:extLst>
            </p:cNvPr>
            <p:cNvSpPr/>
            <p:nvPr/>
          </p:nvSpPr>
          <p:spPr>
            <a:xfrm>
              <a:off x="1579611" y="101381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43" name="Hexagon 2942">
              <a:extLst>
                <a:ext uri="{FF2B5EF4-FFF2-40B4-BE49-F238E27FC236}">
                  <a16:creationId xmlns:a16="http://schemas.microsoft.com/office/drawing/2014/main" id="{52B8CE50-BA62-48B2-BC83-5A7BC859F0B6}"/>
                </a:ext>
              </a:extLst>
            </p:cNvPr>
            <p:cNvSpPr/>
            <p:nvPr/>
          </p:nvSpPr>
          <p:spPr>
            <a:xfrm>
              <a:off x="1113102" y="18924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44" name="Hexagon 2943">
              <a:extLst>
                <a:ext uri="{FF2B5EF4-FFF2-40B4-BE49-F238E27FC236}">
                  <a16:creationId xmlns:a16="http://schemas.microsoft.com/office/drawing/2014/main" id="{D979B745-5843-4910-9317-A392F2597391}"/>
                </a:ext>
              </a:extLst>
            </p:cNvPr>
            <p:cNvSpPr/>
            <p:nvPr/>
          </p:nvSpPr>
          <p:spPr>
            <a:xfrm>
              <a:off x="2321587" y="4039518"/>
              <a:ext cx="206934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45" name="Hexagon 2944">
              <a:extLst>
                <a:ext uri="{FF2B5EF4-FFF2-40B4-BE49-F238E27FC236}">
                  <a16:creationId xmlns:a16="http://schemas.microsoft.com/office/drawing/2014/main" id="{06244510-3863-4E99-9B25-3975AA3200A0}"/>
                </a:ext>
              </a:extLst>
            </p:cNvPr>
            <p:cNvSpPr/>
            <p:nvPr/>
          </p:nvSpPr>
          <p:spPr>
            <a:xfrm>
              <a:off x="1417903" y="463374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46" name="Hexagon 2945">
              <a:extLst>
                <a:ext uri="{FF2B5EF4-FFF2-40B4-BE49-F238E27FC236}">
                  <a16:creationId xmlns:a16="http://schemas.microsoft.com/office/drawing/2014/main" id="{3D31CAA9-E19F-49A8-8EA3-79E65D9F0363}"/>
                </a:ext>
              </a:extLst>
            </p:cNvPr>
            <p:cNvSpPr/>
            <p:nvPr/>
          </p:nvSpPr>
          <p:spPr>
            <a:xfrm>
              <a:off x="815564" y="605730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47" name="Hexagon 2946">
              <a:extLst>
                <a:ext uri="{FF2B5EF4-FFF2-40B4-BE49-F238E27FC236}">
                  <a16:creationId xmlns:a16="http://schemas.microsoft.com/office/drawing/2014/main" id="{CA6EC3ED-71F3-4250-A41A-0B9E0E82AA12}"/>
                </a:ext>
              </a:extLst>
            </p:cNvPr>
            <p:cNvSpPr/>
            <p:nvPr/>
          </p:nvSpPr>
          <p:spPr>
            <a:xfrm>
              <a:off x="508050" y="308550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9" name="portal" hidden="1">
            <a:extLst>
              <a:ext uri="{FF2B5EF4-FFF2-40B4-BE49-F238E27FC236}">
                <a16:creationId xmlns:a16="http://schemas.microsoft.com/office/drawing/2014/main" id="{D4910BB0-83E0-487B-A5F3-26C92EE015AA}"/>
              </a:ext>
            </a:extLst>
          </p:cNvPr>
          <p:cNvGrpSpPr/>
          <p:nvPr/>
        </p:nvGrpSpPr>
        <p:grpSpPr>
          <a:xfrm>
            <a:off x="937284" y="612685"/>
            <a:ext cx="11466479" cy="9223032"/>
            <a:chOff x="654818" y="417738"/>
            <a:chExt cx="7818053" cy="6288431"/>
          </a:xfrm>
        </p:grpSpPr>
        <p:sp>
          <p:nvSpPr>
            <p:cNvPr id="2948" name="Hexagon 2947">
              <a:extLst>
                <a:ext uri="{FF2B5EF4-FFF2-40B4-BE49-F238E27FC236}">
                  <a16:creationId xmlns:a16="http://schemas.microsoft.com/office/drawing/2014/main" id="{E6A5F7A2-1958-4E24-924F-0EFF7079880B}"/>
                </a:ext>
              </a:extLst>
            </p:cNvPr>
            <p:cNvSpPr/>
            <p:nvPr/>
          </p:nvSpPr>
          <p:spPr>
            <a:xfrm>
              <a:off x="7960109" y="6584156"/>
              <a:ext cx="209960" cy="122013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49" name="Hexagon 2948">
              <a:extLst>
                <a:ext uri="{FF2B5EF4-FFF2-40B4-BE49-F238E27FC236}">
                  <a16:creationId xmlns:a16="http://schemas.microsoft.com/office/drawing/2014/main" id="{A2B89744-7E8E-443A-8C28-67BB57F1B886}"/>
                </a:ext>
              </a:extLst>
            </p:cNvPr>
            <p:cNvSpPr/>
            <p:nvPr/>
          </p:nvSpPr>
          <p:spPr>
            <a:xfrm>
              <a:off x="2790415" y="6233544"/>
              <a:ext cx="205197" cy="122013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0" name="Hexagon 2949">
              <a:extLst>
                <a:ext uri="{FF2B5EF4-FFF2-40B4-BE49-F238E27FC236}">
                  <a16:creationId xmlns:a16="http://schemas.microsoft.com/office/drawing/2014/main" id="{0A6B95B2-9CB8-4C67-A449-F2FC6E958D5D}"/>
                </a:ext>
              </a:extLst>
            </p:cNvPr>
            <p:cNvSpPr/>
            <p:nvPr/>
          </p:nvSpPr>
          <p:spPr>
            <a:xfrm>
              <a:off x="8267674" y="417738"/>
              <a:ext cx="205197" cy="122013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6">
                    <a:lumMod val="20000"/>
                    <a:lumOff val="80000"/>
                  </a:schemeClr>
                </a:gs>
                <a:gs pos="55000">
                  <a:schemeClr val="accent6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1" name="Hexagon 2950">
              <a:extLst>
                <a:ext uri="{FF2B5EF4-FFF2-40B4-BE49-F238E27FC236}">
                  <a16:creationId xmlns:a16="http://schemas.microsoft.com/office/drawing/2014/main" id="{1B37AF3D-AE61-4FCD-BC0E-E3B1BEA60475}"/>
                </a:ext>
              </a:extLst>
            </p:cNvPr>
            <p:cNvSpPr/>
            <p:nvPr/>
          </p:nvSpPr>
          <p:spPr>
            <a:xfrm>
              <a:off x="2023243" y="1075187"/>
              <a:ext cx="205197" cy="122013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6">
                    <a:lumMod val="20000"/>
                    <a:lumOff val="80000"/>
                  </a:schemeClr>
                </a:gs>
                <a:gs pos="55000">
                  <a:schemeClr val="accent6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2" name="Hexagon 2951">
              <a:extLst>
                <a:ext uri="{FF2B5EF4-FFF2-40B4-BE49-F238E27FC236}">
                  <a16:creationId xmlns:a16="http://schemas.microsoft.com/office/drawing/2014/main" id="{65CB1021-FEAF-49EE-B9A6-D6E60968B05F}"/>
                </a:ext>
              </a:extLst>
            </p:cNvPr>
            <p:cNvSpPr/>
            <p:nvPr/>
          </p:nvSpPr>
          <p:spPr>
            <a:xfrm>
              <a:off x="654818" y="1961012"/>
              <a:ext cx="205197" cy="122013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3" name="Hexagon 2952">
              <a:extLst>
                <a:ext uri="{FF2B5EF4-FFF2-40B4-BE49-F238E27FC236}">
                  <a16:creationId xmlns:a16="http://schemas.microsoft.com/office/drawing/2014/main" id="{CA126DCD-5C72-4C05-83C0-72B161278562}"/>
                </a:ext>
              </a:extLst>
            </p:cNvPr>
            <p:cNvSpPr/>
            <p:nvPr/>
          </p:nvSpPr>
          <p:spPr>
            <a:xfrm>
              <a:off x="654818" y="2897637"/>
              <a:ext cx="205197" cy="122013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4" name="Hexagon 2953">
              <a:extLst>
                <a:ext uri="{FF2B5EF4-FFF2-40B4-BE49-F238E27FC236}">
                  <a16:creationId xmlns:a16="http://schemas.microsoft.com/office/drawing/2014/main" id="{E2235315-9E42-4708-8895-F3DA9E9E51EE}"/>
                </a:ext>
              </a:extLst>
            </p:cNvPr>
            <p:cNvSpPr/>
            <p:nvPr/>
          </p:nvSpPr>
          <p:spPr>
            <a:xfrm>
              <a:off x="1575568" y="4929637"/>
              <a:ext cx="205197" cy="122013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5" name="Hexagon 2954">
              <a:extLst>
                <a:ext uri="{FF2B5EF4-FFF2-40B4-BE49-F238E27FC236}">
                  <a16:creationId xmlns:a16="http://schemas.microsoft.com/office/drawing/2014/main" id="{A2096ABB-51F2-4C05-8091-1470C602ACF8}"/>
                </a:ext>
              </a:extLst>
            </p:cNvPr>
            <p:cNvSpPr/>
            <p:nvPr/>
          </p:nvSpPr>
          <p:spPr>
            <a:xfrm>
              <a:off x="1571237" y="5277876"/>
              <a:ext cx="205197" cy="122013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" name="瞭望塔" hidden="1">
            <a:extLst>
              <a:ext uri="{FF2B5EF4-FFF2-40B4-BE49-F238E27FC236}">
                <a16:creationId xmlns:a16="http://schemas.microsoft.com/office/drawing/2014/main" id="{D017F1B1-DD83-48D8-897B-EF1D3B6DA088}"/>
              </a:ext>
            </a:extLst>
          </p:cNvPr>
          <p:cNvGrpSpPr/>
          <p:nvPr/>
        </p:nvGrpSpPr>
        <p:grpSpPr>
          <a:xfrm>
            <a:off x="3397275" y="2077346"/>
            <a:ext cx="7885897" cy="6704897"/>
            <a:chOff x="2332087" y="1416371"/>
            <a:chExt cx="5376748" cy="4571522"/>
          </a:xfrm>
        </p:grpSpPr>
        <p:sp>
          <p:nvSpPr>
            <p:cNvPr id="1587" name="Hexagon 1586">
              <a:extLst>
                <a:ext uri="{FF2B5EF4-FFF2-40B4-BE49-F238E27FC236}">
                  <a16:creationId xmlns:a16="http://schemas.microsoft.com/office/drawing/2014/main" id="{189BAD26-FC83-492E-8A3A-C3D10A2A25DB}"/>
                </a:ext>
              </a:extLst>
            </p:cNvPr>
            <p:cNvSpPr/>
            <p:nvPr/>
          </p:nvSpPr>
          <p:spPr>
            <a:xfrm>
              <a:off x="7210415" y="569892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8" name="Hexagon 1587">
              <a:extLst>
                <a:ext uri="{FF2B5EF4-FFF2-40B4-BE49-F238E27FC236}">
                  <a16:creationId xmlns:a16="http://schemas.microsoft.com/office/drawing/2014/main" id="{0AF0A0DE-8378-4DC7-A118-FEAE4336F5C8}"/>
                </a:ext>
              </a:extLst>
            </p:cNvPr>
            <p:cNvSpPr/>
            <p:nvPr/>
          </p:nvSpPr>
          <p:spPr>
            <a:xfrm>
              <a:off x="7059271" y="266844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9" name="Hexagon 1588">
              <a:extLst>
                <a:ext uri="{FF2B5EF4-FFF2-40B4-BE49-F238E27FC236}">
                  <a16:creationId xmlns:a16="http://schemas.microsoft.com/office/drawing/2014/main" id="{B9994F32-C85F-4965-AA1A-73A5B333A1CB}"/>
                </a:ext>
              </a:extLst>
            </p:cNvPr>
            <p:cNvSpPr/>
            <p:nvPr/>
          </p:nvSpPr>
          <p:spPr>
            <a:xfrm>
              <a:off x="7505229" y="1416371"/>
              <a:ext cx="203606" cy="12637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1" name="Hexagon 1590">
              <a:extLst>
                <a:ext uri="{FF2B5EF4-FFF2-40B4-BE49-F238E27FC236}">
                  <a16:creationId xmlns:a16="http://schemas.microsoft.com/office/drawing/2014/main" id="{B6D93C61-A768-4FF3-BDD2-5866B1289090}"/>
                </a:ext>
              </a:extLst>
            </p:cNvPr>
            <p:cNvSpPr/>
            <p:nvPr/>
          </p:nvSpPr>
          <p:spPr>
            <a:xfrm>
              <a:off x="5984924" y="331546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2" name="Hexagon 1591">
              <a:extLst>
                <a:ext uri="{FF2B5EF4-FFF2-40B4-BE49-F238E27FC236}">
                  <a16:creationId xmlns:a16="http://schemas.microsoft.com/office/drawing/2014/main" id="{1C0B2971-358B-46A0-AC82-F5AEE8151739}"/>
                </a:ext>
              </a:extLst>
            </p:cNvPr>
            <p:cNvSpPr/>
            <p:nvPr/>
          </p:nvSpPr>
          <p:spPr>
            <a:xfrm>
              <a:off x="2490544" y="5871978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3" name="Hexagon 1592">
              <a:extLst>
                <a:ext uri="{FF2B5EF4-FFF2-40B4-BE49-F238E27FC236}">
                  <a16:creationId xmlns:a16="http://schemas.microsoft.com/office/drawing/2014/main" id="{BFDD011B-7449-4B27-9AEC-735C06F317F0}"/>
                </a:ext>
              </a:extLst>
            </p:cNvPr>
            <p:cNvSpPr/>
            <p:nvPr/>
          </p:nvSpPr>
          <p:spPr>
            <a:xfrm>
              <a:off x="2332087" y="3329805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0" name="八卦" hidden="1">
            <a:extLst>
              <a:ext uri="{FF2B5EF4-FFF2-40B4-BE49-F238E27FC236}">
                <a16:creationId xmlns:a16="http://schemas.microsoft.com/office/drawing/2014/main" id="{0025A371-2E8B-4842-B601-904A768005B1}"/>
              </a:ext>
            </a:extLst>
          </p:cNvPr>
          <p:cNvGrpSpPr/>
          <p:nvPr/>
        </p:nvGrpSpPr>
        <p:grpSpPr>
          <a:xfrm>
            <a:off x="2069780" y="1058095"/>
            <a:ext cx="9206840" cy="7295873"/>
            <a:chOff x="1426974" y="721427"/>
            <a:chExt cx="6277391" cy="4974459"/>
          </a:xfrm>
        </p:grpSpPr>
        <p:sp>
          <p:nvSpPr>
            <p:cNvPr id="2956" name="Hexagon 2955">
              <a:extLst>
                <a:ext uri="{FF2B5EF4-FFF2-40B4-BE49-F238E27FC236}">
                  <a16:creationId xmlns:a16="http://schemas.microsoft.com/office/drawing/2014/main" id="{7C4256CC-0256-4E9E-96C1-53E8A208E188}"/>
                </a:ext>
              </a:extLst>
            </p:cNvPr>
            <p:cNvSpPr/>
            <p:nvPr/>
          </p:nvSpPr>
          <p:spPr>
            <a:xfrm>
              <a:off x="7511737" y="557997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7" name="Hexagon 2956">
              <a:extLst>
                <a:ext uri="{FF2B5EF4-FFF2-40B4-BE49-F238E27FC236}">
                  <a16:creationId xmlns:a16="http://schemas.microsoft.com/office/drawing/2014/main" id="{D1007117-A5BB-488C-8BE8-92715219FE46}"/>
                </a:ext>
              </a:extLst>
            </p:cNvPr>
            <p:cNvSpPr/>
            <p:nvPr/>
          </p:nvSpPr>
          <p:spPr>
            <a:xfrm>
              <a:off x="6292537" y="439252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8" name="Hexagon 2957">
              <a:extLst>
                <a:ext uri="{FF2B5EF4-FFF2-40B4-BE49-F238E27FC236}">
                  <a16:creationId xmlns:a16="http://schemas.microsoft.com/office/drawing/2014/main" id="{12F4EB5E-1B89-480A-8E80-E9C6F1DBD4B0}"/>
                </a:ext>
              </a:extLst>
            </p:cNvPr>
            <p:cNvSpPr/>
            <p:nvPr/>
          </p:nvSpPr>
          <p:spPr>
            <a:xfrm>
              <a:off x="5686112" y="35574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9" name="Hexagon 2958">
              <a:extLst>
                <a:ext uri="{FF2B5EF4-FFF2-40B4-BE49-F238E27FC236}">
                  <a16:creationId xmlns:a16="http://schemas.microsoft.com/office/drawing/2014/main" id="{D46AAB5E-AB45-4E17-821A-86434D864561}"/>
                </a:ext>
              </a:extLst>
            </p:cNvPr>
            <p:cNvSpPr/>
            <p:nvPr/>
          </p:nvSpPr>
          <p:spPr>
            <a:xfrm>
              <a:off x="5996511" y="27319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60" name="Hexagon 2959">
              <a:extLst>
                <a:ext uri="{FF2B5EF4-FFF2-40B4-BE49-F238E27FC236}">
                  <a16:creationId xmlns:a16="http://schemas.microsoft.com/office/drawing/2014/main" id="{F8EF11BE-651B-4048-A762-ABC55D3235C7}"/>
                </a:ext>
              </a:extLst>
            </p:cNvPr>
            <p:cNvSpPr/>
            <p:nvPr/>
          </p:nvSpPr>
          <p:spPr>
            <a:xfrm>
              <a:off x="4314638" y="409407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61" name="Hexagon 2960">
              <a:extLst>
                <a:ext uri="{FF2B5EF4-FFF2-40B4-BE49-F238E27FC236}">
                  <a16:creationId xmlns:a16="http://schemas.microsoft.com/office/drawing/2014/main" id="{26D61FE9-D028-4B49-B983-ED3E882057E9}"/>
                </a:ext>
              </a:extLst>
            </p:cNvPr>
            <p:cNvSpPr/>
            <p:nvPr/>
          </p:nvSpPr>
          <p:spPr>
            <a:xfrm>
              <a:off x="4314638" y="290979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62" name="Hexagon 2961">
              <a:extLst>
                <a:ext uri="{FF2B5EF4-FFF2-40B4-BE49-F238E27FC236}">
                  <a16:creationId xmlns:a16="http://schemas.microsoft.com/office/drawing/2014/main" id="{B48BEA31-9490-4D67-8463-FD8F34929DAE}"/>
                </a:ext>
              </a:extLst>
            </p:cNvPr>
            <p:cNvSpPr/>
            <p:nvPr/>
          </p:nvSpPr>
          <p:spPr>
            <a:xfrm>
              <a:off x="7206186" y="130642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63" name="Hexagon 2962">
              <a:extLst>
                <a:ext uri="{FF2B5EF4-FFF2-40B4-BE49-F238E27FC236}">
                  <a16:creationId xmlns:a16="http://schemas.microsoft.com/office/drawing/2014/main" id="{AD118DED-05E3-4ED4-B285-4EF45A894F3F}"/>
                </a:ext>
              </a:extLst>
            </p:cNvPr>
            <p:cNvSpPr/>
            <p:nvPr/>
          </p:nvSpPr>
          <p:spPr>
            <a:xfrm>
              <a:off x="1426974" y="721427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1" name="猪鹿蝶" hidden="1">
            <a:extLst>
              <a:ext uri="{FF2B5EF4-FFF2-40B4-BE49-F238E27FC236}">
                <a16:creationId xmlns:a16="http://schemas.microsoft.com/office/drawing/2014/main" id="{B5FE0572-F754-4A3E-870C-38A18027C788}"/>
              </a:ext>
            </a:extLst>
          </p:cNvPr>
          <p:cNvGrpSpPr/>
          <p:nvPr/>
        </p:nvGrpSpPr>
        <p:grpSpPr>
          <a:xfrm>
            <a:off x="9201282" y="4519168"/>
            <a:ext cx="3192938" cy="4361009"/>
            <a:chOff x="6289362" y="3081246"/>
            <a:chExt cx="2177003" cy="2973415"/>
          </a:xfrm>
        </p:grpSpPr>
        <p:sp>
          <p:nvSpPr>
            <p:cNvPr id="2964" name="Hexagon 2963">
              <a:extLst>
                <a:ext uri="{FF2B5EF4-FFF2-40B4-BE49-F238E27FC236}">
                  <a16:creationId xmlns:a16="http://schemas.microsoft.com/office/drawing/2014/main" id="{1BB11C7C-DDBC-4E14-8E4E-5F311A9E3E70}"/>
                </a:ext>
              </a:extLst>
            </p:cNvPr>
            <p:cNvSpPr/>
            <p:nvPr/>
          </p:nvSpPr>
          <p:spPr>
            <a:xfrm>
              <a:off x="6289362" y="593874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65" name="Hexagon 2964">
              <a:extLst>
                <a:ext uri="{FF2B5EF4-FFF2-40B4-BE49-F238E27FC236}">
                  <a16:creationId xmlns:a16="http://schemas.microsoft.com/office/drawing/2014/main" id="{45667C75-D0E1-48B4-A059-BC5BCF3DD4B5}"/>
                </a:ext>
              </a:extLst>
            </p:cNvPr>
            <p:cNvSpPr/>
            <p:nvPr/>
          </p:nvSpPr>
          <p:spPr>
            <a:xfrm>
              <a:off x="8273737" y="4335371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66" name="Hexagon 2965">
              <a:extLst>
                <a:ext uri="{FF2B5EF4-FFF2-40B4-BE49-F238E27FC236}">
                  <a16:creationId xmlns:a16="http://schemas.microsoft.com/office/drawing/2014/main" id="{8EC272DC-63A9-4CF1-88EA-CBCA1A6FA463}"/>
                </a:ext>
              </a:extLst>
            </p:cNvPr>
            <p:cNvSpPr/>
            <p:nvPr/>
          </p:nvSpPr>
          <p:spPr>
            <a:xfrm>
              <a:off x="6905312" y="3081246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2" name="小boss" hidden="1">
            <a:extLst>
              <a:ext uri="{FF2B5EF4-FFF2-40B4-BE49-F238E27FC236}">
                <a16:creationId xmlns:a16="http://schemas.microsoft.com/office/drawing/2014/main" id="{05750FD0-CC23-4DFD-8723-E0F88AC7E967}"/>
              </a:ext>
            </a:extLst>
          </p:cNvPr>
          <p:cNvGrpSpPr/>
          <p:nvPr/>
        </p:nvGrpSpPr>
        <p:grpSpPr>
          <a:xfrm>
            <a:off x="4742587" y="701860"/>
            <a:ext cx="7417699" cy="9037465"/>
            <a:chOff x="3249343" y="478540"/>
            <a:chExt cx="5057521" cy="6161908"/>
          </a:xfrm>
        </p:grpSpPr>
        <p:sp>
          <p:nvSpPr>
            <p:cNvPr id="2968" name="Hexagon 2967">
              <a:extLst>
                <a:ext uri="{FF2B5EF4-FFF2-40B4-BE49-F238E27FC236}">
                  <a16:creationId xmlns:a16="http://schemas.microsoft.com/office/drawing/2014/main" id="{F7CED9E0-D728-4128-9325-E0EA3496AF4E}"/>
                </a:ext>
              </a:extLst>
            </p:cNvPr>
            <p:cNvSpPr/>
            <p:nvPr/>
          </p:nvSpPr>
          <p:spPr>
            <a:xfrm>
              <a:off x="8114236" y="478540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69" name="Hexagon 2968">
              <a:extLst>
                <a:ext uri="{FF2B5EF4-FFF2-40B4-BE49-F238E27FC236}">
                  <a16:creationId xmlns:a16="http://schemas.microsoft.com/office/drawing/2014/main" id="{A88C082E-01E3-498F-8E23-26D993F1AF7D}"/>
                </a:ext>
              </a:extLst>
            </p:cNvPr>
            <p:cNvSpPr/>
            <p:nvPr/>
          </p:nvSpPr>
          <p:spPr>
            <a:xfrm>
              <a:off x="7809436" y="652453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0" name="Hexagon 2969">
              <a:extLst>
                <a:ext uri="{FF2B5EF4-FFF2-40B4-BE49-F238E27FC236}">
                  <a16:creationId xmlns:a16="http://schemas.microsoft.com/office/drawing/2014/main" id="{B2ABF291-0127-4810-A81B-3EAF54219297}"/>
                </a:ext>
              </a:extLst>
            </p:cNvPr>
            <p:cNvSpPr/>
            <p:nvPr/>
          </p:nvSpPr>
          <p:spPr>
            <a:xfrm>
              <a:off x="3551761" y="5341052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1" name="Hexagon 2970">
              <a:extLst>
                <a:ext uri="{FF2B5EF4-FFF2-40B4-BE49-F238E27FC236}">
                  <a16:creationId xmlns:a16="http://schemas.microsoft.com/office/drawing/2014/main" id="{50EC4997-C9CC-44D2-8D70-F12A0515B12D}"/>
                </a:ext>
              </a:extLst>
            </p:cNvPr>
            <p:cNvSpPr/>
            <p:nvPr/>
          </p:nvSpPr>
          <p:spPr>
            <a:xfrm>
              <a:off x="3249343" y="1073853"/>
              <a:ext cx="192628" cy="11591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5" name="大boss" hidden="1">
            <a:extLst>
              <a:ext uri="{FF2B5EF4-FFF2-40B4-BE49-F238E27FC236}">
                <a16:creationId xmlns:a16="http://schemas.microsoft.com/office/drawing/2014/main" id="{566B5D61-9376-40B9-A44F-443ECD6A8DAE}"/>
              </a:ext>
            </a:extLst>
          </p:cNvPr>
          <p:cNvGrpSpPr/>
          <p:nvPr/>
        </p:nvGrpSpPr>
        <p:grpSpPr>
          <a:xfrm>
            <a:off x="1168260" y="2970199"/>
            <a:ext cx="1396628" cy="5119513"/>
            <a:chOff x="-3333890" y="2976104"/>
            <a:chExt cx="1396628" cy="5119513"/>
          </a:xfrm>
        </p:grpSpPr>
        <p:sp>
          <p:nvSpPr>
            <p:cNvPr id="1594" name="Hexagon 1593">
              <a:extLst>
                <a:ext uri="{FF2B5EF4-FFF2-40B4-BE49-F238E27FC236}">
                  <a16:creationId xmlns:a16="http://schemas.microsoft.com/office/drawing/2014/main" id="{AF4468D4-A1AE-49BA-B300-17A33AD1DDD1}"/>
                </a:ext>
              </a:extLst>
            </p:cNvPr>
            <p:cNvSpPr/>
            <p:nvPr/>
          </p:nvSpPr>
          <p:spPr>
            <a:xfrm>
              <a:off x="-3333890" y="5236386"/>
              <a:ext cx="282521" cy="17000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5" name="Hexagon 1594">
              <a:extLst>
                <a:ext uri="{FF2B5EF4-FFF2-40B4-BE49-F238E27FC236}">
                  <a16:creationId xmlns:a16="http://schemas.microsoft.com/office/drawing/2014/main" id="{F41B0ED9-426A-4C64-A572-776F78275A72}"/>
                </a:ext>
              </a:extLst>
            </p:cNvPr>
            <p:cNvSpPr/>
            <p:nvPr/>
          </p:nvSpPr>
          <p:spPr>
            <a:xfrm>
              <a:off x="-2219783" y="7925610"/>
              <a:ext cx="282521" cy="17000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6" name="Hexagon 1595">
              <a:extLst>
                <a:ext uri="{FF2B5EF4-FFF2-40B4-BE49-F238E27FC236}">
                  <a16:creationId xmlns:a16="http://schemas.microsoft.com/office/drawing/2014/main" id="{AE367959-DE8E-47D5-B217-BFC2FCD4E439}"/>
                </a:ext>
              </a:extLst>
            </p:cNvPr>
            <p:cNvSpPr/>
            <p:nvPr/>
          </p:nvSpPr>
          <p:spPr>
            <a:xfrm>
              <a:off x="-3330398" y="2976104"/>
              <a:ext cx="282521" cy="17000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2205A5A-28A7-4C61-8F2B-C99D6672D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2214084"/>
              </p:ext>
            </p:extLst>
          </p:nvPr>
        </p:nvGraphicFramePr>
        <p:xfrm>
          <a:off x="2270484" y="10638955"/>
          <a:ext cx="8940810" cy="2659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4081">
                  <a:extLst>
                    <a:ext uri="{9D8B030D-6E8A-4147-A177-3AD203B41FA5}">
                      <a16:colId xmlns:a16="http://schemas.microsoft.com/office/drawing/2014/main" val="144093981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64583448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308532350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11909493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1606361759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2238472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3290142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405075186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7436931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55200572"/>
                    </a:ext>
                  </a:extLst>
                </a:gridCol>
              </a:tblGrid>
              <a:tr h="78232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78182126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瞭望塔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遗迹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商人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营地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八卦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猪鹿蝶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小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大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2854934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一级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98143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二级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4082356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三级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1964500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四级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4439810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五级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178715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六级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0.40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82555048"/>
                  </a:ext>
                </a:extLst>
              </a:tr>
            </a:tbl>
          </a:graphicData>
        </a:graphic>
      </p:graphicFrame>
      <p:grpSp>
        <p:nvGrpSpPr>
          <p:cNvPr id="26" name="legend">
            <a:extLst>
              <a:ext uri="{FF2B5EF4-FFF2-40B4-BE49-F238E27FC236}">
                <a16:creationId xmlns:a16="http://schemas.microsoft.com/office/drawing/2014/main" id="{381DC809-FD37-4BF2-9AFD-91BA5F8C87C4}"/>
              </a:ext>
            </a:extLst>
          </p:cNvPr>
          <p:cNvGrpSpPr/>
          <p:nvPr/>
        </p:nvGrpSpPr>
        <p:grpSpPr>
          <a:xfrm>
            <a:off x="2761324" y="10804266"/>
            <a:ext cx="8417371" cy="2456215"/>
            <a:chOff x="2761324" y="10804266"/>
            <a:chExt cx="8417371" cy="2456215"/>
          </a:xfrm>
        </p:grpSpPr>
        <p:sp>
          <p:nvSpPr>
            <p:cNvPr id="1597" name="Hexagon 1596">
              <a:extLst>
                <a:ext uri="{FF2B5EF4-FFF2-40B4-BE49-F238E27FC236}">
                  <a16:creationId xmlns:a16="http://schemas.microsoft.com/office/drawing/2014/main" id="{A27A80DC-3A4D-4420-AD64-161E87DB8703}"/>
                </a:ext>
              </a:extLst>
            </p:cNvPr>
            <p:cNvSpPr/>
            <p:nvPr/>
          </p:nvSpPr>
          <p:spPr>
            <a:xfrm>
              <a:off x="4922464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8" name="Hexagon 1597">
              <a:extLst>
                <a:ext uri="{FF2B5EF4-FFF2-40B4-BE49-F238E27FC236}">
                  <a16:creationId xmlns:a16="http://schemas.microsoft.com/office/drawing/2014/main" id="{FD0E7EF2-6FC0-4245-9DC9-DBC062AEA8AF}"/>
                </a:ext>
              </a:extLst>
            </p:cNvPr>
            <p:cNvSpPr/>
            <p:nvPr/>
          </p:nvSpPr>
          <p:spPr>
            <a:xfrm>
              <a:off x="582818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9" name="Hexagon 1598">
              <a:extLst>
                <a:ext uri="{FF2B5EF4-FFF2-40B4-BE49-F238E27FC236}">
                  <a16:creationId xmlns:a16="http://schemas.microsoft.com/office/drawing/2014/main" id="{37BC4D1D-4A6E-45C5-97D8-1C6E02E157B4}"/>
                </a:ext>
              </a:extLst>
            </p:cNvPr>
            <p:cNvSpPr/>
            <p:nvPr/>
          </p:nvSpPr>
          <p:spPr>
            <a:xfrm>
              <a:off x="6740889" y="10804266"/>
              <a:ext cx="87545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0" name="Hexagon 1599">
              <a:extLst>
                <a:ext uri="{FF2B5EF4-FFF2-40B4-BE49-F238E27FC236}">
                  <a16:creationId xmlns:a16="http://schemas.microsoft.com/office/drawing/2014/main" id="{12F4EB5E-1B89-480A-8E80-E9C6F1DBD4B0}"/>
                </a:ext>
              </a:extLst>
            </p:cNvPr>
            <p:cNvSpPr/>
            <p:nvPr/>
          </p:nvSpPr>
          <p:spPr>
            <a:xfrm>
              <a:off x="7644288" y="10813578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1" name="Hexagon 1600">
              <a:extLst>
                <a:ext uri="{FF2B5EF4-FFF2-40B4-BE49-F238E27FC236}">
                  <a16:creationId xmlns:a16="http://schemas.microsoft.com/office/drawing/2014/main" id="{8EC272DC-63A9-4CF1-88EA-CBCA1A6FA463}"/>
                </a:ext>
              </a:extLst>
            </p:cNvPr>
            <p:cNvSpPr/>
            <p:nvPr/>
          </p:nvSpPr>
          <p:spPr>
            <a:xfrm>
              <a:off x="8547678" y="10832205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2" name="Hexagon 1601">
              <a:extLst>
                <a:ext uri="{FF2B5EF4-FFF2-40B4-BE49-F238E27FC236}">
                  <a16:creationId xmlns:a16="http://schemas.microsoft.com/office/drawing/2014/main" id="{F7CED9E0-D728-4128-9325-E0EA3496AF4E}"/>
                </a:ext>
              </a:extLst>
            </p:cNvPr>
            <p:cNvSpPr/>
            <p:nvPr/>
          </p:nvSpPr>
          <p:spPr>
            <a:xfrm>
              <a:off x="9423133" y="10822890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3" name="Hexagon 1602">
              <a:extLst>
                <a:ext uri="{FF2B5EF4-FFF2-40B4-BE49-F238E27FC236}">
                  <a16:creationId xmlns:a16="http://schemas.microsoft.com/office/drawing/2014/main" id="{1C0B2971-358B-46A0-AC82-F5AEE8151739}"/>
                </a:ext>
              </a:extLst>
            </p:cNvPr>
            <p:cNvSpPr/>
            <p:nvPr/>
          </p:nvSpPr>
          <p:spPr>
            <a:xfrm>
              <a:off x="4019071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4" name="Hexagon 1603">
              <a:extLst>
                <a:ext uri="{FF2B5EF4-FFF2-40B4-BE49-F238E27FC236}">
                  <a16:creationId xmlns:a16="http://schemas.microsoft.com/office/drawing/2014/main" id="{AF4468D4-A1AE-49BA-B300-17A33AD1DDD1}"/>
                </a:ext>
              </a:extLst>
            </p:cNvPr>
            <p:cNvSpPr/>
            <p:nvPr/>
          </p:nvSpPr>
          <p:spPr>
            <a:xfrm>
              <a:off x="10307900" y="10862474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5" name="Hexagon 1604">
              <a:extLst>
                <a:ext uri="{FF2B5EF4-FFF2-40B4-BE49-F238E27FC236}">
                  <a16:creationId xmlns:a16="http://schemas.microsoft.com/office/drawing/2014/main" id="{AB971632-6BAC-414C-8C98-539DA46DB6D2}"/>
                </a:ext>
              </a:extLst>
            </p:cNvPr>
            <p:cNvSpPr/>
            <p:nvPr/>
          </p:nvSpPr>
          <p:spPr>
            <a:xfrm>
              <a:off x="2761326" y="117544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6" name="Hexagon 1605">
              <a:extLst>
                <a:ext uri="{FF2B5EF4-FFF2-40B4-BE49-F238E27FC236}">
                  <a16:creationId xmlns:a16="http://schemas.microsoft.com/office/drawing/2014/main" id="{F399B685-CFCD-44E6-8737-912CCBCAE06B}"/>
                </a:ext>
              </a:extLst>
            </p:cNvPr>
            <p:cNvSpPr/>
            <p:nvPr/>
          </p:nvSpPr>
          <p:spPr>
            <a:xfrm>
              <a:off x="2761326" y="1201479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7" name="Hexagon 1606">
              <a:extLst>
                <a:ext uri="{FF2B5EF4-FFF2-40B4-BE49-F238E27FC236}">
                  <a16:creationId xmlns:a16="http://schemas.microsoft.com/office/drawing/2014/main" id="{7835DDF6-F1E2-4A59-8434-7635A735D763}"/>
                </a:ext>
              </a:extLst>
            </p:cNvPr>
            <p:cNvSpPr/>
            <p:nvPr/>
          </p:nvSpPr>
          <p:spPr>
            <a:xfrm>
              <a:off x="2761326" y="122751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8" name="Hexagon 1607">
              <a:extLst>
                <a:ext uri="{FF2B5EF4-FFF2-40B4-BE49-F238E27FC236}">
                  <a16:creationId xmlns:a16="http://schemas.microsoft.com/office/drawing/2014/main" id="{96D2DC53-5C52-41A8-A354-925303A2C791}"/>
                </a:ext>
              </a:extLst>
            </p:cNvPr>
            <p:cNvSpPr/>
            <p:nvPr/>
          </p:nvSpPr>
          <p:spPr>
            <a:xfrm>
              <a:off x="2761326" y="1255263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9" name="Hexagon 1608">
              <a:extLst>
                <a:ext uri="{FF2B5EF4-FFF2-40B4-BE49-F238E27FC236}">
                  <a16:creationId xmlns:a16="http://schemas.microsoft.com/office/drawing/2014/main" id="{0E9494CA-60CC-42A4-95E5-BF9FEF6BCD17}"/>
                </a:ext>
              </a:extLst>
            </p:cNvPr>
            <p:cNvSpPr/>
            <p:nvPr/>
          </p:nvSpPr>
          <p:spPr>
            <a:xfrm>
              <a:off x="2761325" y="1283012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0" name="Hexagon 1609">
              <a:extLst>
                <a:ext uri="{FF2B5EF4-FFF2-40B4-BE49-F238E27FC236}">
                  <a16:creationId xmlns:a16="http://schemas.microsoft.com/office/drawing/2014/main" id="{1230FE56-E140-422B-92DB-F45CC98E2EA2}"/>
                </a:ext>
              </a:extLst>
            </p:cNvPr>
            <p:cNvSpPr/>
            <p:nvPr/>
          </p:nvSpPr>
          <p:spPr>
            <a:xfrm>
              <a:off x="2761324" y="1309047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611" name="path">
            <a:extLst>
              <a:ext uri="{FF2B5EF4-FFF2-40B4-BE49-F238E27FC236}">
                <a16:creationId xmlns:a16="http://schemas.microsoft.com/office/drawing/2014/main" id="{2B8AAF98-24C8-475A-8F1E-75FED0FADCCF}"/>
              </a:ext>
            </a:extLst>
          </p:cNvPr>
          <p:cNvGrpSpPr/>
          <p:nvPr/>
        </p:nvGrpSpPr>
        <p:grpSpPr>
          <a:xfrm>
            <a:off x="381774" y="436861"/>
            <a:ext cx="11880076" cy="9620238"/>
            <a:chOff x="381774" y="436861"/>
            <a:chExt cx="11880076" cy="9620238"/>
          </a:xfrm>
        </p:grpSpPr>
        <p:sp>
          <p:nvSpPr>
            <p:cNvPr id="1612" name="Isosceles Triangle 1611">
              <a:extLst>
                <a:ext uri="{FF2B5EF4-FFF2-40B4-BE49-F238E27FC236}">
                  <a16:creationId xmlns:a16="http://schemas.microsoft.com/office/drawing/2014/main" id="{FA08986C-9CD7-4835-91D8-38E143AB4CA7}"/>
                </a:ext>
              </a:extLst>
            </p:cNvPr>
            <p:cNvSpPr/>
            <p:nvPr/>
          </p:nvSpPr>
          <p:spPr>
            <a:xfrm>
              <a:off x="10188574" y="3937000"/>
              <a:ext cx="158750" cy="190500"/>
            </a:xfrm>
            <a:prstGeom prst="triangl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3" name="Isosceles Triangle 1612">
              <a:extLst>
                <a:ext uri="{FF2B5EF4-FFF2-40B4-BE49-F238E27FC236}">
                  <a16:creationId xmlns:a16="http://schemas.microsoft.com/office/drawing/2014/main" id="{56218C43-8224-4391-BA0E-DB158F74BD96}"/>
                </a:ext>
              </a:extLst>
            </p:cNvPr>
            <p:cNvSpPr/>
            <p:nvPr/>
          </p:nvSpPr>
          <p:spPr>
            <a:xfrm>
              <a:off x="11563352" y="3927475"/>
              <a:ext cx="158750" cy="19050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4" name="Isosceles Triangle 1613">
              <a:extLst>
                <a:ext uri="{FF2B5EF4-FFF2-40B4-BE49-F238E27FC236}">
                  <a16:creationId xmlns:a16="http://schemas.microsoft.com/office/drawing/2014/main" id="{95E2FD83-E4E6-4C18-BC3F-CE6F36A673E3}"/>
                </a:ext>
              </a:extLst>
            </p:cNvPr>
            <p:cNvSpPr/>
            <p:nvPr/>
          </p:nvSpPr>
          <p:spPr>
            <a:xfrm>
              <a:off x="11749149" y="4307508"/>
              <a:ext cx="158750" cy="190500"/>
            </a:xfrm>
            <a:prstGeom prst="triangl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15" name="Straight Connector 1614">
              <a:extLst>
                <a:ext uri="{FF2B5EF4-FFF2-40B4-BE49-F238E27FC236}">
                  <a16:creationId xmlns:a16="http://schemas.microsoft.com/office/drawing/2014/main" id="{337A512F-0829-42C6-9535-6970C7B9F1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15650" y="3825875"/>
              <a:ext cx="647702" cy="257176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6" name="Straight Connector 1615">
              <a:extLst>
                <a:ext uri="{FF2B5EF4-FFF2-40B4-BE49-F238E27FC236}">
                  <a16:creationId xmlns:a16="http://schemas.microsoft.com/office/drawing/2014/main" id="{2A903EE9-C108-45F9-9CFF-C290FC136A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63580" y="3825875"/>
              <a:ext cx="1352071" cy="531169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7" name="Straight Connector 1616">
              <a:extLst>
                <a:ext uri="{FF2B5EF4-FFF2-40B4-BE49-F238E27FC236}">
                  <a16:creationId xmlns:a16="http://schemas.microsoft.com/office/drawing/2014/main" id="{3D70075D-9475-4EDC-8167-6F20688B59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01068" y="4090070"/>
              <a:ext cx="682175" cy="264500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8" name="Straight Connector 1617">
              <a:extLst>
                <a:ext uri="{FF2B5EF4-FFF2-40B4-BE49-F238E27FC236}">
                  <a16:creationId xmlns:a16="http://schemas.microsoft.com/office/drawing/2014/main" id="{50B0C044-CC6C-4FA4-AAF0-850E856894B8}"/>
                </a:ext>
              </a:extLst>
            </p:cNvPr>
            <p:cNvCxnSpPr>
              <a:cxnSpLocks/>
            </p:cNvCxnSpPr>
            <p:nvPr/>
          </p:nvCxnSpPr>
          <p:spPr>
            <a:xfrm>
              <a:off x="8915877" y="4104006"/>
              <a:ext cx="0" cy="328995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9" name="Straight Connector 1618">
              <a:extLst>
                <a:ext uri="{FF2B5EF4-FFF2-40B4-BE49-F238E27FC236}">
                  <a16:creationId xmlns:a16="http://schemas.microsoft.com/office/drawing/2014/main" id="{F0B723CD-9161-4597-8E9A-ADD8A904B0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27807" y="4498008"/>
              <a:ext cx="2671" cy="197817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0" name="Straight Connector 1619">
              <a:extLst>
                <a:ext uri="{FF2B5EF4-FFF2-40B4-BE49-F238E27FC236}">
                  <a16:creationId xmlns:a16="http://schemas.microsoft.com/office/drawing/2014/main" id="{6ADBB673-1E7A-4E88-80F0-C31ACA1C25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00160" y="4695825"/>
              <a:ext cx="234314" cy="85725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1" name="Straight Connector 1620">
              <a:extLst>
                <a:ext uri="{FF2B5EF4-FFF2-40B4-BE49-F238E27FC236}">
                  <a16:creationId xmlns:a16="http://schemas.microsoft.com/office/drawing/2014/main" id="{7C37DECE-BEA9-477E-A2EA-B2FAF7D4952C}"/>
                </a:ext>
              </a:extLst>
            </p:cNvPr>
            <p:cNvCxnSpPr>
              <a:cxnSpLocks/>
            </p:cNvCxnSpPr>
            <p:nvPr/>
          </p:nvCxnSpPr>
          <p:spPr>
            <a:xfrm>
              <a:off x="8915877" y="4781550"/>
              <a:ext cx="0" cy="180975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2" name="Straight Connector 1621">
              <a:extLst>
                <a:ext uri="{FF2B5EF4-FFF2-40B4-BE49-F238E27FC236}">
                  <a16:creationId xmlns:a16="http://schemas.microsoft.com/office/drawing/2014/main" id="{D9921746-8126-432E-AD9D-5676968687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62962" y="4962525"/>
              <a:ext cx="458155" cy="175312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3" name="Straight Connector 1622">
              <a:extLst>
                <a:ext uri="{FF2B5EF4-FFF2-40B4-BE49-F238E27FC236}">
                  <a16:creationId xmlns:a16="http://schemas.microsoft.com/office/drawing/2014/main" id="{0CBB0386-0EDF-47D8-8835-61A544EA8703}"/>
                </a:ext>
              </a:extLst>
            </p:cNvPr>
            <p:cNvCxnSpPr>
              <a:cxnSpLocks/>
            </p:cNvCxnSpPr>
            <p:nvPr/>
          </p:nvCxnSpPr>
          <p:spPr>
            <a:xfrm>
              <a:off x="8465343" y="5121629"/>
              <a:ext cx="0" cy="176212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4" name="Straight Connector 1623">
              <a:extLst>
                <a:ext uri="{FF2B5EF4-FFF2-40B4-BE49-F238E27FC236}">
                  <a16:creationId xmlns:a16="http://schemas.microsoft.com/office/drawing/2014/main" id="{9A7E15BA-BC46-4EFA-8367-D852D555BE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35491" y="5222413"/>
              <a:ext cx="227472" cy="97300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5" name="Straight Connector 1624">
              <a:extLst>
                <a:ext uri="{FF2B5EF4-FFF2-40B4-BE49-F238E27FC236}">
                  <a16:creationId xmlns:a16="http://schemas.microsoft.com/office/drawing/2014/main" id="{9CCBF442-6D41-4BD6-A2CD-F7C70F6432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2062" y="5061298"/>
              <a:ext cx="1" cy="179785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6" name="Straight Connector 1625">
              <a:extLst>
                <a:ext uri="{FF2B5EF4-FFF2-40B4-BE49-F238E27FC236}">
                  <a16:creationId xmlns:a16="http://schemas.microsoft.com/office/drawing/2014/main" id="{2570A3D5-0958-42EB-A072-CCE6FBD16D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02882" y="4872037"/>
              <a:ext cx="449180" cy="213457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7" name="Straight Connector 1626">
              <a:extLst>
                <a:ext uri="{FF2B5EF4-FFF2-40B4-BE49-F238E27FC236}">
                  <a16:creationId xmlns:a16="http://schemas.microsoft.com/office/drawing/2014/main" id="{1D50C514-D2DF-4EC6-BD76-BCFDB4A385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01929" y="4695825"/>
              <a:ext cx="1" cy="179785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8" name="Straight Connector 1627">
              <a:extLst>
                <a:ext uri="{FF2B5EF4-FFF2-40B4-BE49-F238E27FC236}">
                  <a16:creationId xmlns:a16="http://schemas.microsoft.com/office/drawing/2014/main" id="{A7628C48-8D29-48CA-ABB6-2C3D12BF38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29126" y="4510088"/>
              <a:ext cx="472804" cy="209549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9" name="Straight Connector 1628">
              <a:extLst>
                <a:ext uri="{FF2B5EF4-FFF2-40B4-BE49-F238E27FC236}">
                  <a16:creationId xmlns:a16="http://schemas.microsoft.com/office/drawing/2014/main" id="{5C62FAFD-1965-4ECC-AFE5-0CB76E7309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12155" y="4522937"/>
              <a:ext cx="243841" cy="90488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0" name="Straight Connector 1629">
              <a:extLst>
                <a:ext uri="{FF2B5EF4-FFF2-40B4-BE49-F238E27FC236}">
                  <a16:creationId xmlns:a16="http://schemas.microsoft.com/office/drawing/2014/main" id="{BDC7172A-07EB-4849-9580-A2BECD8B8A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59535" y="4343401"/>
              <a:ext cx="1" cy="528636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1" name="Straight Connector 1630">
              <a:extLst>
                <a:ext uri="{FF2B5EF4-FFF2-40B4-BE49-F238E27FC236}">
                  <a16:creationId xmlns:a16="http://schemas.microsoft.com/office/drawing/2014/main" id="{651E95F1-5694-420E-B0C7-4802C91469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13313" y="4872037"/>
              <a:ext cx="243841" cy="90488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2" name="Straight Connector 1631">
              <a:extLst>
                <a:ext uri="{FF2B5EF4-FFF2-40B4-BE49-F238E27FC236}">
                  <a16:creationId xmlns:a16="http://schemas.microsoft.com/office/drawing/2014/main" id="{4D3EDCEC-EB3D-4EA8-802C-19F1BCD788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10933" y="4957763"/>
              <a:ext cx="7472" cy="200994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3" name="Straight Connector 1632">
              <a:extLst>
                <a:ext uri="{FF2B5EF4-FFF2-40B4-BE49-F238E27FC236}">
                  <a16:creationId xmlns:a16="http://schemas.microsoft.com/office/drawing/2014/main" id="{4F395829-1CE8-4DD6-9E49-F2620052F2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05004" y="5137325"/>
              <a:ext cx="233830" cy="98948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4" name="Straight Connector 1633">
              <a:extLst>
                <a:ext uri="{FF2B5EF4-FFF2-40B4-BE49-F238E27FC236}">
                  <a16:creationId xmlns:a16="http://schemas.microsoft.com/office/drawing/2014/main" id="{8FDD8A3F-BEE4-4888-AF2F-E5CE975CC5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41202" y="5242917"/>
              <a:ext cx="4049" cy="853084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5" name="Straight Connector 1634">
              <a:extLst>
                <a:ext uri="{FF2B5EF4-FFF2-40B4-BE49-F238E27FC236}">
                  <a16:creationId xmlns:a16="http://schemas.microsoft.com/office/drawing/2014/main" id="{F0027E1F-4562-44F7-BD31-D50BE5D17F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28643" y="5222413"/>
              <a:ext cx="0" cy="34381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6" name="Straight Connector 1635">
              <a:extLst>
                <a:ext uri="{FF2B5EF4-FFF2-40B4-BE49-F238E27FC236}">
                  <a16:creationId xmlns:a16="http://schemas.microsoft.com/office/drawing/2014/main" id="{D88DC77A-CABC-444F-8712-BF92C73D77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35981" y="5981699"/>
              <a:ext cx="243841" cy="90488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7" name="Straight Connector 1636">
              <a:extLst>
                <a:ext uri="{FF2B5EF4-FFF2-40B4-BE49-F238E27FC236}">
                  <a16:creationId xmlns:a16="http://schemas.microsoft.com/office/drawing/2014/main" id="{3E5608AA-05C1-4555-9CE2-D661C32A00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9822" y="5981699"/>
              <a:ext cx="0" cy="200026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8" name="Straight Connector 1637">
              <a:extLst>
                <a:ext uri="{FF2B5EF4-FFF2-40B4-BE49-F238E27FC236}">
                  <a16:creationId xmlns:a16="http://schemas.microsoft.com/office/drawing/2014/main" id="{0F1C7D16-0195-4A0A-B2EC-AA80758DED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65923" y="6179343"/>
              <a:ext cx="728346" cy="273844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9" name="Straight Connector 1638">
              <a:extLst>
                <a:ext uri="{FF2B5EF4-FFF2-40B4-BE49-F238E27FC236}">
                  <a16:creationId xmlns:a16="http://schemas.microsoft.com/office/drawing/2014/main" id="{E707E74A-F2A3-4202-89D0-F3CDB17055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65923" y="6453187"/>
              <a:ext cx="243842" cy="78582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0" name="Straight Connector 1639">
              <a:extLst>
                <a:ext uri="{FF2B5EF4-FFF2-40B4-BE49-F238E27FC236}">
                  <a16:creationId xmlns:a16="http://schemas.microsoft.com/office/drawing/2014/main" id="{2B6016B3-C4C6-4540-A83B-48F5A1529C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08310" y="6529386"/>
              <a:ext cx="201455" cy="90488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1" name="Straight Connector 1640">
              <a:extLst>
                <a:ext uri="{FF2B5EF4-FFF2-40B4-BE49-F238E27FC236}">
                  <a16:creationId xmlns:a16="http://schemas.microsoft.com/office/drawing/2014/main" id="{79F41343-20BB-4F64-80B6-46A754FE68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08310" y="6619874"/>
              <a:ext cx="0" cy="200026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2" name="Straight Connector 1641">
              <a:extLst>
                <a:ext uri="{FF2B5EF4-FFF2-40B4-BE49-F238E27FC236}">
                  <a16:creationId xmlns:a16="http://schemas.microsoft.com/office/drawing/2014/main" id="{406F0B56-F4F7-46E9-9B12-BF099A08A3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56275" y="6793706"/>
              <a:ext cx="252038" cy="89694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3" name="Straight Connector 1642">
              <a:extLst>
                <a:ext uri="{FF2B5EF4-FFF2-40B4-BE49-F238E27FC236}">
                  <a16:creationId xmlns:a16="http://schemas.microsoft.com/office/drawing/2014/main" id="{83B9C2F4-FFBA-4550-9020-4C4BE3E466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56275" y="6883400"/>
              <a:ext cx="243842" cy="78582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4" name="Straight Connector 1643">
              <a:extLst>
                <a:ext uri="{FF2B5EF4-FFF2-40B4-BE49-F238E27FC236}">
                  <a16:creationId xmlns:a16="http://schemas.microsoft.com/office/drawing/2014/main" id="{45E6C8E0-8074-4170-B4F3-3F8D09235F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52177" y="6948885"/>
              <a:ext cx="252038" cy="89694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5" name="Straight Connector 1644">
              <a:extLst>
                <a:ext uri="{FF2B5EF4-FFF2-40B4-BE49-F238E27FC236}">
                  <a16:creationId xmlns:a16="http://schemas.microsoft.com/office/drawing/2014/main" id="{903C6E01-6FAF-4E8B-9EE5-6B4E6C9E92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56272" y="7130258"/>
              <a:ext cx="252038" cy="89694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6" name="Straight Connector 1645">
              <a:extLst>
                <a:ext uri="{FF2B5EF4-FFF2-40B4-BE49-F238E27FC236}">
                  <a16:creationId xmlns:a16="http://schemas.microsoft.com/office/drawing/2014/main" id="{34DBF26F-BE34-4997-983B-F0BAEC1633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68914" y="7051676"/>
              <a:ext cx="243842" cy="78582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7" name="Straight Connector 1646">
              <a:extLst>
                <a:ext uri="{FF2B5EF4-FFF2-40B4-BE49-F238E27FC236}">
                  <a16:creationId xmlns:a16="http://schemas.microsoft.com/office/drawing/2014/main" id="{B69AC224-AA1F-4221-AC5B-E9DEAA1C04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70124" y="7207249"/>
              <a:ext cx="0" cy="542926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8" name="Straight Connector 1647">
              <a:extLst>
                <a:ext uri="{FF2B5EF4-FFF2-40B4-BE49-F238E27FC236}">
                  <a16:creationId xmlns:a16="http://schemas.microsoft.com/office/drawing/2014/main" id="{02AF19F7-9DD4-4434-B232-4B19D95D02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34000" y="7733907"/>
              <a:ext cx="434914" cy="190893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9" name="Straight Connector 1648">
              <a:extLst>
                <a:ext uri="{FF2B5EF4-FFF2-40B4-BE49-F238E27FC236}">
                  <a16:creationId xmlns:a16="http://schemas.microsoft.com/office/drawing/2014/main" id="{69B4DB7E-63AE-4CD7-8020-7CD2D581E1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7910" y="7729340"/>
              <a:ext cx="0" cy="200026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0" name="Straight Connector 1649">
              <a:extLst>
                <a:ext uri="{FF2B5EF4-FFF2-40B4-BE49-F238E27FC236}">
                  <a16:creationId xmlns:a16="http://schemas.microsoft.com/office/drawing/2014/main" id="{E0DBC84C-7090-455B-B8B7-0D995C2734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32790" y="7660481"/>
              <a:ext cx="252038" cy="89694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1" name="Straight Connector 1650">
              <a:extLst>
                <a:ext uri="{FF2B5EF4-FFF2-40B4-BE49-F238E27FC236}">
                  <a16:creationId xmlns:a16="http://schemas.microsoft.com/office/drawing/2014/main" id="{43C780EF-B935-4C4B-94E5-D1DC47EE4F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13052" y="7479108"/>
              <a:ext cx="252038" cy="89694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2" name="Straight Connector 1651">
              <a:extLst>
                <a:ext uri="{FF2B5EF4-FFF2-40B4-BE49-F238E27FC236}">
                  <a16:creationId xmlns:a16="http://schemas.microsoft.com/office/drawing/2014/main" id="{6F9AE6A3-BCAB-4212-80DC-BEF54DE00B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29789" y="7581899"/>
              <a:ext cx="243842" cy="78582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3" name="Straight Connector 1652">
              <a:extLst>
                <a:ext uri="{FF2B5EF4-FFF2-40B4-BE49-F238E27FC236}">
                  <a16:creationId xmlns:a16="http://schemas.microsoft.com/office/drawing/2014/main" id="{9AE24F4C-0C73-4B65-94B2-DC45FC30AC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94154" y="7309840"/>
              <a:ext cx="252038" cy="89694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4" name="Straight Connector 1653">
              <a:extLst>
                <a:ext uri="{FF2B5EF4-FFF2-40B4-BE49-F238E27FC236}">
                  <a16:creationId xmlns:a16="http://schemas.microsoft.com/office/drawing/2014/main" id="{DDF4120E-DB19-490D-A5B3-D5CAF426A6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10891" y="7412631"/>
              <a:ext cx="243842" cy="78582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5" name="Straight Connector 1654">
              <a:extLst>
                <a:ext uri="{FF2B5EF4-FFF2-40B4-BE49-F238E27FC236}">
                  <a16:creationId xmlns:a16="http://schemas.microsoft.com/office/drawing/2014/main" id="{295B0DC8-3EBD-42BF-B6D2-53F7F319AB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41052" y="7109814"/>
              <a:ext cx="0" cy="200026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6" name="Straight Connector 1655">
              <a:extLst>
                <a:ext uri="{FF2B5EF4-FFF2-40B4-BE49-F238E27FC236}">
                  <a16:creationId xmlns:a16="http://schemas.microsoft.com/office/drawing/2014/main" id="{A6A42FC6-2182-4108-ABF9-2A01ACB007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08575" y="7117555"/>
              <a:ext cx="456515" cy="179188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7" name="Straight Connector 1656">
              <a:extLst>
                <a:ext uri="{FF2B5EF4-FFF2-40B4-BE49-F238E27FC236}">
                  <a16:creationId xmlns:a16="http://schemas.microsoft.com/office/drawing/2014/main" id="{CA644415-0545-4C31-91E4-EBFA382170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5602" y="7106244"/>
              <a:ext cx="0" cy="200026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8" name="Straight Connector 1657">
              <a:extLst>
                <a:ext uri="{FF2B5EF4-FFF2-40B4-BE49-F238E27FC236}">
                  <a16:creationId xmlns:a16="http://schemas.microsoft.com/office/drawing/2014/main" id="{12A2915C-AF76-4625-80CE-F5382B5DE0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88378" y="7036296"/>
              <a:ext cx="252038" cy="89694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9" name="Straight Connector 1658">
              <a:extLst>
                <a:ext uri="{FF2B5EF4-FFF2-40B4-BE49-F238E27FC236}">
                  <a16:creationId xmlns:a16="http://schemas.microsoft.com/office/drawing/2014/main" id="{E66AD15A-06FE-406D-AFC3-24CA8EF6D4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24809" y="6696075"/>
              <a:ext cx="0" cy="352823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0" name="Straight Connector 1659">
              <a:extLst>
                <a:ext uri="{FF2B5EF4-FFF2-40B4-BE49-F238E27FC236}">
                  <a16:creationId xmlns:a16="http://schemas.microsoft.com/office/drawing/2014/main" id="{C6194F00-E0D2-4710-94B8-5FAC2569FF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99633" y="6715124"/>
              <a:ext cx="243842" cy="78582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1" name="Straight Connector 1660">
              <a:extLst>
                <a:ext uri="{FF2B5EF4-FFF2-40B4-BE49-F238E27FC236}">
                  <a16:creationId xmlns:a16="http://schemas.microsoft.com/office/drawing/2014/main" id="{385C7223-1F99-4E03-B6E9-9B8A08BC92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39087" y="6615111"/>
              <a:ext cx="0" cy="200026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2" name="Straight Connector 1661">
              <a:extLst>
                <a:ext uri="{FF2B5EF4-FFF2-40B4-BE49-F238E27FC236}">
                  <a16:creationId xmlns:a16="http://schemas.microsoft.com/office/drawing/2014/main" id="{D1797A55-0AEF-4BE6-9BAE-8BF4D985D3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53308" y="6636542"/>
              <a:ext cx="243842" cy="78582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3" name="Straight Connector 1662">
              <a:extLst>
                <a:ext uri="{FF2B5EF4-FFF2-40B4-BE49-F238E27FC236}">
                  <a16:creationId xmlns:a16="http://schemas.microsoft.com/office/drawing/2014/main" id="{C89184CC-9C60-46D4-8D6E-5AE5E0D35A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97150" y="6519066"/>
              <a:ext cx="0" cy="200026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4" name="Straight Connector 1663">
              <a:extLst>
                <a:ext uri="{FF2B5EF4-FFF2-40B4-BE49-F238E27FC236}">
                  <a16:creationId xmlns:a16="http://schemas.microsoft.com/office/drawing/2014/main" id="{1B81EE2A-FBA2-4AD0-BB97-DC07CB369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54677" y="6458542"/>
              <a:ext cx="243842" cy="78582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5" name="Straight Connector 1664">
              <a:extLst>
                <a:ext uri="{FF2B5EF4-FFF2-40B4-BE49-F238E27FC236}">
                  <a16:creationId xmlns:a16="http://schemas.microsoft.com/office/drawing/2014/main" id="{E3677E25-D58F-467E-B63C-7E80290270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45112" y="6365672"/>
              <a:ext cx="252038" cy="89694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6" name="Straight Connector 1665">
              <a:extLst>
                <a:ext uri="{FF2B5EF4-FFF2-40B4-BE49-F238E27FC236}">
                  <a16:creationId xmlns:a16="http://schemas.microsoft.com/office/drawing/2014/main" id="{CAB22A91-B90D-429B-9C4D-F54E403E88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15602" y="6096000"/>
              <a:ext cx="681548" cy="272848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7" name="Straight Connector 1666">
              <a:extLst>
                <a:ext uri="{FF2B5EF4-FFF2-40B4-BE49-F238E27FC236}">
                  <a16:creationId xmlns:a16="http://schemas.microsoft.com/office/drawing/2014/main" id="{7E7D1EA8-08B9-430E-A6DC-56C2A29887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5202" y="5910261"/>
              <a:ext cx="0" cy="200026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8" name="Straight Connector 1667">
              <a:extLst>
                <a:ext uri="{FF2B5EF4-FFF2-40B4-BE49-F238E27FC236}">
                  <a16:creationId xmlns:a16="http://schemas.microsoft.com/office/drawing/2014/main" id="{DF634F5F-2733-4534-899E-80EBBDA673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6854" y="5917905"/>
              <a:ext cx="681548" cy="272848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9" name="Straight Connector 1668">
              <a:extLst>
                <a:ext uri="{FF2B5EF4-FFF2-40B4-BE49-F238E27FC236}">
                  <a16:creationId xmlns:a16="http://schemas.microsoft.com/office/drawing/2014/main" id="{CEEA20A8-6734-4A46-8922-5C3870B0E1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71298" y="6101357"/>
              <a:ext cx="201455" cy="90488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0" name="Straight Connector 1669">
              <a:extLst>
                <a:ext uri="{FF2B5EF4-FFF2-40B4-BE49-F238E27FC236}">
                  <a16:creationId xmlns:a16="http://schemas.microsoft.com/office/drawing/2014/main" id="{C863DF39-F359-40A7-B9B4-9BDF4EE21A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72753" y="6096395"/>
              <a:ext cx="262142" cy="100211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1" name="Straight Connector 1670">
              <a:extLst>
                <a:ext uri="{FF2B5EF4-FFF2-40B4-BE49-F238E27FC236}">
                  <a16:creationId xmlns:a16="http://schemas.microsoft.com/office/drawing/2014/main" id="{56975DE7-2163-4CF4-AEC1-912B78C5EE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34895" y="5838824"/>
              <a:ext cx="0" cy="357189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2" name="Straight Connector 1671">
              <a:extLst>
                <a:ext uri="{FF2B5EF4-FFF2-40B4-BE49-F238E27FC236}">
                  <a16:creationId xmlns:a16="http://schemas.microsoft.com/office/drawing/2014/main" id="{4B3DF5EF-FC77-4323-8C1E-0739C6A507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84708" y="5835648"/>
              <a:ext cx="250188" cy="81758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3" name="Straight Connector 1672">
              <a:extLst>
                <a:ext uri="{FF2B5EF4-FFF2-40B4-BE49-F238E27FC236}">
                  <a16:creationId xmlns:a16="http://schemas.microsoft.com/office/drawing/2014/main" id="{CCE82829-20FA-42D7-A2C6-93A81A9145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84708" y="5746253"/>
              <a:ext cx="2370" cy="178595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4" name="Straight Connector 1673">
              <a:extLst>
                <a:ext uri="{FF2B5EF4-FFF2-40B4-BE49-F238E27FC236}">
                  <a16:creationId xmlns:a16="http://schemas.microsoft.com/office/drawing/2014/main" id="{83DADA08-C935-49A7-9749-93632DD190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52189" y="5753098"/>
              <a:ext cx="250188" cy="81758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5" name="Straight Connector 1674">
              <a:extLst>
                <a:ext uri="{FF2B5EF4-FFF2-40B4-BE49-F238E27FC236}">
                  <a16:creationId xmlns:a16="http://schemas.microsoft.com/office/drawing/2014/main" id="{97F44F97-638A-4F72-AB3F-899EDE0056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74859" y="5841998"/>
              <a:ext cx="2370" cy="178595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6" name="Straight Connector 1675">
              <a:extLst>
                <a:ext uri="{FF2B5EF4-FFF2-40B4-BE49-F238E27FC236}">
                  <a16:creationId xmlns:a16="http://schemas.microsoft.com/office/drawing/2014/main" id="{A2AF06C9-82FF-4A1E-9B7A-4592B40F41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24809" y="5820567"/>
              <a:ext cx="466159" cy="191295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7" name="Straight Connector 1676">
              <a:extLst>
                <a:ext uri="{FF2B5EF4-FFF2-40B4-BE49-F238E27FC236}">
                  <a16:creationId xmlns:a16="http://schemas.microsoft.com/office/drawing/2014/main" id="{68FCE945-74B5-4284-B486-004C301291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14902" y="5645942"/>
              <a:ext cx="470282" cy="181571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8" name="Straight Connector 1677">
              <a:extLst>
                <a:ext uri="{FF2B5EF4-FFF2-40B4-BE49-F238E27FC236}">
                  <a16:creationId xmlns:a16="http://schemas.microsoft.com/office/drawing/2014/main" id="{1905B9C1-0829-4D29-8468-7D1A0208C0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80900" y="5316044"/>
              <a:ext cx="4284" cy="342005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9" name="Straight Connector 1678">
              <a:extLst>
                <a:ext uri="{FF2B5EF4-FFF2-40B4-BE49-F238E27FC236}">
                  <a16:creationId xmlns:a16="http://schemas.microsoft.com/office/drawing/2014/main" id="{DF440346-B869-4B3A-A2A6-5DBE7DC7B2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71885" y="5314844"/>
              <a:ext cx="243842" cy="78582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0" name="Straight Connector 1679">
              <a:extLst>
                <a:ext uri="{FF2B5EF4-FFF2-40B4-BE49-F238E27FC236}">
                  <a16:creationId xmlns:a16="http://schemas.microsoft.com/office/drawing/2014/main" id="{EFD8212D-9A31-427F-9FE5-7728AA0E8C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07505" y="4872038"/>
              <a:ext cx="0" cy="360644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1" name="Straight Connector 1680">
              <a:extLst>
                <a:ext uri="{FF2B5EF4-FFF2-40B4-BE49-F238E27FC236}">
                  <a16:creationId xmlns:a16="http://schemas.microsoft.com/office/drawing/2014/main" id="{F7B554BB-12EE-4AF3-ACB5-BA2A8FB6A8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64000" y="4783924"/>
              <a:ext cx="243842" cy="78582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2" name="Straight Connector 1681">
              <a:extLst>
                <a:ext uri="{FF2B5EF4-FFF2-40B4-BE49-F238E27FC236}">
                  <a16:creationId xmlns:a16="http://schemas.microsoft.com/office/drawing/2014/main" id="{3F3C2868-4569-4CA0-85CC-D846555E70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74859" y="4705249"/>
              <a:ext cx="250188" cy="81758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3" name="Straight Connector 1682">
              <a:extLst>
                <a:ext uri="{FF2B5EF4-FFF2-40B4-BE49-F238E27FC236}">
                  <a16:creationId xmlns:a16="http://schemas.microsoft.com/office/drawing/2014/main" id="{D6302AE8-EC0D-4F89-BF46-C65F1B7F52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02377" y="4710905"/>
              <a:ext cx="243842" cy="78582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4" name="Straight Connector 1683">
              <a:extLst>
                <a:ext uri="{FF2B5EF4-FFF2-40B4-BE49-F238E27FC236}">
                  <a16:creationId xmlns:a16="http://schemas.microsoft.com/office/drawing/2014/main" id="{3F246B60-C2A1-4D0E-8F87-08877BB0D5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28526" y="4614066"/>
              <a:ext cx="2370" cy="178595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5" name="Straight Connector 1684">
              <a:extLst>
                <a:ext uri="{FF2B5EF4-FFF2-40B4-BE49-F238E27FC236}">
                  <a16:creationId xmlns:a16="http://schemas.microsoft.com/office/drawing/2014/main" id="{AF907DAB-CC51-44FF-98B4-60F0FDD17D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98723" y="4542528"/>
              <a:ext cx="243842" cy="78582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6" name="Straight Connector 1685">
              <a:extLst>
                <a:ext uri="{FF2B5EF4-FFF2-40B4-BE49-F238E27FC236}">
                  <a16:creationId xmlns:a16="http://schemas.microsoft.com/office/drawing/2014/main" id="{68D3A5BE-2374-4D61-97CF-BB680EEECC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90005" y="4457299"/>
              <a:ext cx="250188" cy="81758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7" name="Straight Connector 1686">
              <a:extLst>
                <a:ext uri="{FF2B5EF4-FFF2-40B4-BE49-F238E27FC236}">
                  <a16:creationId xmlns:a16="http://schemas.microsoft.com/office/drawing/2014/main" id="{70D93511-A77E-4C6C-B508-2C14D8981E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34895" y="4100889"/>
              <a:ext cx="6732" cy="357509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8" name="Straight Connector 1687">
              <a:extLst>
                <a:ext uri="{FF2B5EF4-FFF2-40B4-BE49-F238E27FC236}">
                  <a16:creationId xmlns:a16="http://schemas.microsoft.com/office/drawing/2014/main" id="{961A6C9C-B84D-404D-8D02-B1EE37AA2E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08981" y="4357688"/>
              <a:ext cx="250188" cy="81758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9" name="Straight Connector 1688">
              <a:extLst>
                <a:ext uri="{FF2B5EF4-FFF2-40B4-BE49-F238E27FC236}">
                  <a16:creationId xmlns:a16="http://schemas.microsoft.com/office/drawing/2014/main" id="{D681A3C3-D9B7-4774-AA17-146F1AD17D47}"/>
                </a:ext>
              </a:extLst>
            </p:cNvPr>
            <p:cNvCxnSpPr>
              <a:cxnSpLocks/>
            </p:cNvCxnSpPr>
            <p:nvPr/>
          </p:nvCxnSpPr>
          <p:spPr>
            <a:xfrm>
              <a:off x="6246219" y="4107656"/>
              <a:ext cx="884574" cy="334011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0" name="Straight Connector 1689">
              <a:extLst>
                <a:ext uri="{FF2B5EF4-FFF2-40B4-BE49-F238E27FC236}">
                  <a16:creationId xmlns:a16="http://schemas.microsoft.com/office/drawing/2014/main" id="{DA6787D0-6984-4A9C-8E2E-09869839DC9C}"/>
                </a:ext>
              </a:extLst>
            </p:cNvPr>
            <p:cNvCxnSpPr>
              <a:cxnSpLocks/>
            </p:cNvCxnSpPr>
            <p:nvPr/>
          </p:nvCxnSpPr>
          <p:spPr>
            <a:xfrm>
              <a:off x="7353545" y="4362591"/>
              <a:ext cx="234861" cy="76814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1" name="Straight Connector 1690">
              <a:extLst>
                <a:ext uri="{FF2B5EF4-FFF2-40B4-BE49-F238E27FC236}">
                  <a16:creationId xmlns:a16="http://schemas.microsoft.com/office/drawing/2014/main" id="{26DFFE76-4D16-40C6-BA8B-C21A9683477D}"/>
                </a:ext>
              </a:extLst>
            </p:cNvPr>
            <p:cNvCxnSpPr>
              <a:cxnSpLocks/>
            </p:cNvCxnSpPr>
            <p:nvPr/>
          </p:nvCxnSpPr>
          <p:spPr>
            <a:xfrm>
              <a:off x="10237560" y="3067050"/>
              <a:ext cx="0" cy="1040606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2" name="Straight Connector 1691">
              <a:extLst>
                <a:ext uri="{FF2B5EF4-FFF2-40B4-BE49-F238E27FC236}">
                  <a16:creationId xmlns:a16="http://schemas.microsoft.com/office/drawing/2014/main" id="{8AB66475-1B22-45A7-8968-D3BF1300B9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37560" y="2790825"/>
              <a:ext cx="678090" cy="301625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3" name="Straight Connector 1692">
              <a:extLst>
                <a:ext uri="{FF2B5EF4-FFF2-40B4-BE49-F238E27FC236}">
                  <a16:creationId xmlns:a16="http://schemas.microsoft.com/office/drawing/2014/main" id="{D4B780E9-8D61-4B69-8F2B-0404B302887D}"/>
                </a:ext>
              </a:extLst>
            </p:cNvPr>
            <p:cNvCxnSpPr>
              <a:cxnSpLocks/>
            </p:cNvCxnSpPr>
            <p:nvPr/>
          </p:nvCxnSpPr>
          <p:spPr>
            <a:xfrm>
              <a:off x="10915650" y="2082800"/>
              <a:ext cx="0" cy="708025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4" name="Straight Connector 1693">
              <a:extLst>
                <a:ext uri="{FF2B5EF4-FFF2-40B4-BE49-F238E27FC236}">
                  <a16:creationId xmlns:a16="http://schemas.microsoft.com/office/drawing/2014/main" id="{A63E371C-BC47-4978-A99F-D639D675B26E}"/>
                </a:ext>
              </a:extLst>
            </p:cNvPr>
            <p:cNvCxnSpPr>
              <a:cxnSpLocks/>
            </p:cNvCxnSpPr>
            <p:nvPr/>
          </p:nvCxnSpPr>
          <p:spPr>
            <a:xfrm>
              <a:off x="10690225" y="1984375"/>
              <a:ext cx="225425" cy="98425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5" name="Straight Connector 1694">
              <a:extLst>
                <a:ext uri="{FF2B5EF4-FFF2-40B4-BE49-F238E27FC236}">
                  <a16:creationId xmlns:a16="http://schemas.microsoft.com/office/drawing/2014/main" id="{72B13D1E-2E4E-4BF9-98EE-0AA5603DF09A}"/>
                </a:ext>
              </a:extLst>
            </p:cNvPr>
            <p:cNvCxnSpPr>
              <a:cxnSpLocks/>
            </p:cNvCxnSpPr>
            <p:nvPr/>
          </p:nvCxnSpPr>
          <p:spPr>
            <a:xfrm>
              <a:off x="10709275" y="1127125"/>
              <a:ext cx="0" cy="882650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6" name="Straight Connector 1695">
              <a:extLst>
                <a:ext uri="{FF2B5EF4-FFF2-40B4-BE49-F238E27FC236}">
                  <a16:creationId xmlns:a16="http://schemas.microsoft.com/office/drawing/2014/main" id="{89970B98-882A-4C68-94F5-5F574804BA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90225" y="784225"/>
              <a:ext cx="873127" cy="354013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7" name="Straight Connector 1696">
              <a:extLst>
                <a:ext uri="{FF2B5EF4-FFF2-40B4-BE49-F238E27FC236}">
                  <a16:creationId xmlns:a16="http://schemas.microsoft.com/office/drawing/2014/main" id="{E796B117-4203-46F7-AF0A-60309E20245C}"/>
                </a:ext>
              </a:extLst>
            </p:cNvPr>
            <p:cNvCxnSpPr>
              <a:cxnSpLocks/>
            </p:cNvCxnSpPr>
            <p:nvPr/>
          </p:nvCxnSpPr>
          <p:spPr>
            <a:xfrm>
              <a:off x="11563352" y="784225"/>
              <a:ext cx="225425" cy="98425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8" name="Straight Connector 1697">
              <a:extLst>
                <a:ext uri="{FF2B5EF4-FFF2-40B4-BE49-F238E27FC236}">
                  <a16:creationId xmlns:a16="http://schemas.microsoft.com/office/drawing/2014/main" id="{B6604DF7-A516-45A2-8929-6CCE5A880E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66552" y="717550"/>
              <a:ext cx="495298" cy="165100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9" name="Straight Connector 1698">
              <a:extLst>
                <a:ext uri="{FF2B5EF4-FFF2-40B4-BE49-F238E27FC236}">
                  <a16:creationId xmlns:a16="http://schemas.microsoft.com/office/drawing/2014/main" id="{6904C776-6020-49B3-93E3-6DEC8B6743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09800" y="1311275"/>
              <a:ext cx="860428" cy="339726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0" name="Straight Connector 1699">
              <a:extLst>
                <a:ext uri="{FF2B5EF4-FFF2-40B4-BE49-F238E27FC236}">
                  <a16:creationId xmlns:a16="http://schemas.microsoft.com/office/drawing/2014/main" id="{DE4691AF-B5A5-463B-AE31-64B06BDAB3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9800" y="1127125"/>
              <a:ext cx="0" cy="184150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1" name="Straight Connector 1700">
              <a:extLst>
                <a:ext uri="{FF2B5EF4-FFF2-40B4-BE49-F238E27FC236}">
                  <a16:creationId xmlns:a16="http://schemas.microsoft.com/office/drawing/2014/main" id="{E5C3DF27-F11C-4D23-82E7-97FC3668CC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9800" y="1296988"/>
              <a:ext cx="0" cy="184150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2" name="Straight Connector 1701">
              <a:extLst>
                <a:ext uri="{FF2B5EF4-FFF2-40B4-BE49-F238E27FC236}">
                  <a16:creationId xmlns:a16="http://schemas.microsoft.com/office/drawing/2014/main" id="{A584F929-9E99-4932-8F76-8308B2DFDB7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06624" y="1457326"/>
              <a:ext cx="463551" cy="193675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3" name="Straight Connector 1702">
              <a:extLst>
                <a:ext uri="{FF2B5EF4-FFF2-40B4-BE49-F238E27FC236}">
                  <a16:creationId xmlns:a16="http://schemas.microsoft.com/office/drawing/2014/main" id="{98DE1919-8954-4533-B000-34C79E769B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09825" y="1651001"/>
              <a:ext cx="260350" cy="101599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4" name="Straight Connector 1703">
              <a:extLst>
                <a:ext uri="{FF2B5EF4-FFF2-40B4-BE49-F238E27FC236}">
                  <a16:creationId xmlns:a16="http://schemas.microsoft.com/office/drawing/2014/main" id="{D34A75E3-3F6C-4665-9621-067A0F4179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09801" y="1665288"/>
              <a:ext cx="228598" cy="80964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5" name="Straight Connector 1704">
              <a:extLst>
                <a:ext uri="{FF2B5EF4-FFF2-40B4-BE49-F238E27FC236}">
                  <a16:creationId xmlns:a16="http://schemas.microsoft.com/office/drawing/2014/main" id="{CE1674CE-3D61-499F-9649-D321A50825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06624" y="1658941"/>
              <a:ext cx="3177" cy="176210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6" name="Straight Connector 1705">
              <a:extLst>
                <a:ext uri="{FF2B5EF4-FFF2-40B4-BE49-F238E27FC236}">
                  <a16:creationId xmlns:a16="http://schemas.microsoft.com/office/drawing/2014/main" id="{74A1C88E-53E8-4533-988E-934E8B5A87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71675" y="1841503"/>
              <a:ext cx="258764" cy="79372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7" name="Straight Connector 1706">
              <a:extLst>
                <a:ext uri="{FF2B5EF4-FFF2-40B4-BE49-F238E27FC236}">
                  <a16:creationId xmlns:a16="http://schemas.microsoft.com/office/drawing/2014/main" id="{33B9CFBE-FC44-4A70-8266-8CBD45332D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81203" y="1389063"/>
              <a:ext cx="1" cy="540545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8" name="Straight Connector 1707">
              <a:extLst>
                <a:ext uri="{FF2B5EF4-FFF2-40B4-BE49-F238E27FC236}">
                  <a16:creationId xmlns:a16="http://schemas.microsoft.com/office/drawing/2014/main" id="{80F678FC-07A2-4894-923B-B8E7EF4048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46250" y="1401766"/>
              <a:ext cx="247649" cy="79372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9" name="Straight Connector 1708">
              <a:extLst>
                <a:ext uri="{FF2B5EF4-FFF2-40B4-BE49-F238E27FC236}">
                  <a16:creationId xmlns:a16="http://schemas.microsoft.com/office/drawing/2014/main" id="{3D5D46DE-25E6-4C8B-A435-2F8B0C1096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65301" y="1457327"/>
              <a:ext cx="6351" cy="377824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0" name="Straight Connector 1709">
              <a:extLst>
                <a:ext uri="{FF2B5EF4-FFF2-40B4-BE49-F238E27FC236}">
                  <a16:creationId xmlns:a16="http://schemas.microsoft.com/office/drawing/2014/main" id="{5ADF67AC-C5A3-4ADF-9F73-34B9A7A76F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52582" y="1746252"/>
              <a:ext cx="219069" cy="85724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1" name="Straight Connector 1710">
              <a:extLst>
                <a:ext uri="{FF2B5EF4-FFF2-40B4-BE49-F238E27FC236}">
                  <a16:creationId xmlns:a16="http://schemas.microsoft.com/office/drawing/2014/main" id="{F65D2500-80A1-4187-8194-88B83DEDD4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52581" y="1554163"/>
              <a:ext cx="0" cy="217488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2" name="Straight Connector 1711">
              <a:extLst>
                <a:ext uri="{FF2B5EF4-FFF2-40B4-BE49-F238E27FC236}">
                  <a16:creationId xmlns:a16="http://schemas.microsoft.com/office/drawing/2014/main" id="{0705655F-A417-49E9-9A89-4997CD855E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2200" y="1566867"/>
              <a:ext cx="469911" cy="166686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3" name="Straight Connector 1712">
              <a:extLst>
                <a:ext uri="{FF2B5EF4-FFF2-40B4-BE49-F238E27FC236}">
                  <a16:creationId xmlns:a16="http://schemas.microsoft.com/office/drawing/2014/main" id="{C677CAD0-F7BD-4867-B99A-F11B30B454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8556" y="1712120"/>
              <a:ext cx="0" cy="217488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4" name="Straight Connector 1713">
              <a:extLst>
                <a:ext uri="{FF2B5EF4-FFF2-40B4-BE49-F238E27FC236}">
                  <a16:creationId xmlns:a16="http://schemas.microsoft.com/office/drawing/2014/main" id="{9AC7A81E-B004-433F-BA1E-F69B448CC6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4525" y="1901032"/>
              <a:ext cx="460380" cy="181768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5" name="Straight Connector 1714">
              <a:extLst>
                <a:ext uri="{FF2B5EF4-FFF2-40B4-BE49-F238E27FC236}">
                  <a16:creationId xmlns:a16="http://schemas.microsoft.com/office/drawing/2014/main" id="{BA1CB46D-BB6B-417E-BC15-1F0355E7AF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4531" y="1920875"/>
              <a:ext cx="0" cy="200820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6" name="Straight Connector 1715">
              <a:extLst>
                <a:ext uri="{FF2B5EF4-FFF2-40B4-BE49-F238E27FC236}">
                  <a16:creationId xmlns:a16="http://schemas.microsoft.com/office/drawing/2014/main" id="{9CBFF1D2-D70B-4769-9D82-D612A6C4B0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8646" y="1835151"/>
              <a:ext cx="247658" cy="109539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7" name="Straight Connector 1716">
              <a:extLst>
                <a:ext uri="{FF2B5EF4-FFF2-40B4-BE49-F238E27FC236}">
                  <a16:creationId xmlns:a16="http://schemas.microsoft.com/office/drawing/2014/main" id="{B458DF80-42A2-4486-84DE-4BC0A6C5FB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4715" y="1646239"/>
              <a:ext cx="0" cy="217488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8" name="Straight Connector 1717">
              <a:extLst>
                <a:ext uri="{FF2B5EF4-FFF2-40B4-BE49-F238E27FC236}">
                  <a16:creationId xmlns:a16="http://schemas.microsoft.com/office/drawing/2014/main" id="{11115225-4A56-4072-A132-DCEE617D51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6781" y="1311275"/>
              <a:ext cx="882646" cy="354013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9" name="Straight Connector 1718">
              <a:extLst>
                <a:ext uri="{FF2B5EF4-FFF2-40B4-BE49-F238E27FC236}">
                  <a16:creationId xmlns:a16="http://schemas.microsoft.com/office/drawing/2014/main" id="{E2D4AB88-8D80-4669-B858-CD0969FF9C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65301" y="1110456"/>
              <a:ext cx="0" cy="217488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0" name="Straight Connector 1719">
              <a:extLst>
                <a:ext uri="{FF2B5EF4-FFF2-40B4-BE49-F238E27FC236}">
                  <a16:creationId xmlns:a16="http://schemas.microsoft.com/office/drawing/2014/main" id="{FA5B05FA-E495-4995-B1AC-3D97A9B214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5193" y="1130304"/>
              <a:ext cx="909636" cy="357977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1" name="Straight Connector 1720">
              <a:extLst>
                <a:ext uri="{FF2B5EF4-FFF2-40B4-BE49-F238E27FC236}">
                  <a16:creationId xmlns:a16="http://schemas.microsoft.com/office/drawing/2014/main" id="{324F2680-193B-4C9F-9536-941D0416C0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4715" y="1293022"/>
              <a:ext cx="0" cy="217488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2" name="Straight Connector 1721">
              <a:extLst>
                <a:ext uri="{FF2B5EF4-FFF2-40B4-BE49-F238E27FC236}">
                  <a16:creationId xmlns:a16="http://schemas.microsoft.com/office/drawing/2014/main" id="{33860F72-147E-4A50-B325-C0233D9557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5193" y="882650"/>
              <a:ext cx="1106482" cy="421087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3" name="Straight Connector 1722">
              <a:extLst>
                <a:ext uri="{FF2B5EF4-FFF2-40B4-BE49-F238E27FC236}">
                  <a16:creationId xmlns:a16="http://schemas.microsoft.com/office/drawing/2014/main" id="{1E03BDF5-D44C-4E93-9D7C-564A460F77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71651" y="784225"/>
              <a:ext cx="203203" cy="111919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4" name="Straight Connector 1723">
              <a:extLst>
                <a:ext uri="{FF2B5EF4-FFF2-40B4-BE49-F238E27FC236}">
                  <a16:creationId xmlns:a16="http://schemas.microsoft.com/office/drawing/2014/main" id="{54D53E4A-8C49-437A-920F-82C5349CA6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2014" y="800100"/>
              <a:ext cx="939795" cy="347463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5" name="Straight Connector 1724">
              <a:extLst>
                <a:ext uri="{FF2B5EF4-FFF2-40B4-BE49-F238E27FC236}">
                  <a16:creationId xmlns:a16="http://schemas.microsoft.com/office/drawing/2014/main" id="{C134457F-BA53-4179-B5D4-25A6BD7E6D6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4525" y="1050925"/>
              <a:ext cx="230190" cy="100605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6" name="Straight Connector 1725">
              <a:extLst>
                <a:ext uri="{FF2B5EF4-FFF2-40B4-BE49-F238E27FC236}">
                  <a16:creationId xmlns:a16="http://schemas.microsoft.com/office/drawing/2014/main" id="{3CEB1282-0FB6-4AEB-AB5A-B1E6B31851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4526" y="783138"/>
              <a:ext cx="682629" cy="271164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7" name="Straight Connector 1726">
              <a:extLst>
                <a:ext uri="{FF2B5EF4-FFF2-40B4-BE49-F238E27FC236}">
                  <a16:creationId xmlns:a16="http://schemas.microsoft.com/office/drawing/2014/main" id="{0AF8E6D9-7A00-49E6-9129-33A63BD231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8556" y="709611"/>
              <a:ext cx="221456" cy="80968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8" name="Straight Connector 1727">
              <a:extLst>
                <a:ext uri="{FF2B5EF4-FFF2-40B4-BE49-F238E27FC236}">
                  <a16:creationId xmlns:a16="http://schemas.microsoft.com/office/drawing/2014/main" id="{91B1B91F-A49C-4591-9EE2-3B76A05238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4525" y="711989"/>
              <a:ext cx="469508" cy="152117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9" name="Straight Connector 1728">
              <a:extLst>
                <a:ext uri="{FF2B5EF4-FFF2-40B4-BE49-F238E27FC236}">
                  <a16:creationId xmlns:a16="http://schemas.microsoft.com/office/drawing/2014/main" id="{E47DE7B5-C8DD-440F-821F-8CFEF6D170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6115" y="709611"/>
              <a:ext cx="0" cy="173039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0" name="Straight Connector 1729">
              <a:extLst>
                <a:ext uri="{FF2B5EF4-FFF2-40B4-BE49-F238E27FC236}">
                  <a16:creationId xmlns:a16="http://schemas.microsoft.com/office/drawing/2014/main" id="{77FDC040-515B-47EB-81E0-67EBA08B8F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8546" y="629834"/>
              <a:ext cx="221456" cy="80968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1" name="Straight Connector 1730">
              <a:extLst>
                <a:ext uri="{FF2B5EF4-FFF2-40B4-BE49-F238E27FC236}">
                  <a16:creationId xmlns:a16="http://schemas.microsoft.com/office/drawing/2014/main" id="{3284668E-DE6E-445B-8642-5CDF874B48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136" y="456795"/>
              <a:ext cx="0" cy="173039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2" name="Straight Connector 1731">
              <a:extLst>
                <a:ext uri="{FF2B5EF4-FFF2-40B4-BE49-F238E27FC236}">
                  <a16:creationId xmlns:a16="http://schemas.microsoft.com/office/drawing/2014/main" id="{5CC9B45D-DED3-4D9B-A4E0-CD0376CA80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8546" y="463543"/>
              <a:ext cx="221456" cy="80968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3" name="Straight Connector 1732">
              <a:extLst>
                <a:ext uri="{FF2B5EF4-FFF2-40B4-BE49-F238E27FC236}">
                  <a16:creationId xmlns:a16="http://schemas.microsoft.com/office/drawing/2014/main" id="{C73AA69F-09ED-49A2-9727-8E21B0B32E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1747" y="446387"/>
              <a:ext cx="232968" cy="98124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4" name="Straight Connector 1733">
              <a:extLst>
                <a:ext uri="{FF2B5EF4-FFF2-40B4-BE49-F238E27FC236}">
                  <a16:creationId xmlns:a16="http://schemas.microsoft.com/office/drawing/2014/main" id="{82D782B2-4AFE-4380-B8F2-3D086FEB24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2014" y="446387"/>
              <a:ext cx="0" cy="173039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5" name="Straight Connector 1734">
              <a:extLst>
                <a:ext uri="{FF2B5EF4-FFF2-40B4-BE49-F238E27FC236}">
                  <a16:creationId xmlns:a16="http://schemas.microsoft.com/office/drawing/2014/main" id="{B8D983D1-9687-4F50-820D-BCFF3E633F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0502" y="532906"/>
              <a:ext cx="232968" cy="98124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6" name="Straight Connector 1735">
              <a:extLst>
                <a:ext uri="{FF2B5EF4-FFF2-40B4-BE49-F238E27FC236}">
                  <a16:creationId xmlns:a16="http://schemas.microsoft.com/office/drawing/2014/main" id="{FE3F4CB8-DD9C-4CCE-A05B-7BB3940C90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6607" y="533395"/>
              <a:ext cx="485974" cy="183861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7" name="Straight Connector 1736">
              <a:extLst>
                <a:ext uri="{FF2B5EF4-FFF2-40B4-BE49-F238E27FC236}">
                  <a16:creationId xmlns:a16="http://schemas.microsoft.com/office/drawing/2014/main" id="{69AD32FA-B813-4459-B2D3-A5DC4C5984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28764" y="542821"/>
              <a:ext cx="0" cy="173039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8" name="Straight Connector 1737">
              <a:extLst>
                <a:ext uri="{FF2B5EF4-FFF2-40B4-BE49-F238E27FC236}">
                  <a16:creationId xmlns:a16="http://schemas.microsoft.com/office/drawing/2014/main" id="{E4D0561F-D31A-46AB-90A9-67F012D6CB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5038" y="623091"/>
              <a:ext cx="0" cy="173039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9" name="Straight Connector 1738">
              <a:extLst>
                <a:ext uri="{FF2B5EF4-FFF2-40B4-BE49-F238E27FC236}">
                  <a16:creationId xmlns:a16="http://schemas.microsoft.com/office/drawing/2014/main" id="{EAA392BF-ED5F-4E50-9BB7-6825F6D53C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28764" y="532906"/>
              <a:ext cx="677860" cy="256776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0" name="Straight Connector 1739">
              <a:extLst>
                <a:ext uri="{FF2B5EF4-FFF2-40B4-BE49-F238E27FC236}">
                  <a16:creationId xmlns:a16="http://schemas.microsoft.com/office/drawing/2014/main" id="{AD34F560-2FF7-4B73-BFD4-B173E7F230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88374" y="625874"/>
              <a:ext cx="245458" cy="86220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1" name="Straight Connector 1740">
              <a:extLst>
                <a:ext uri="{FF2B5EF4-FFF2-40B4-BE49-F238E27FC236}">
                  <a16:creationId xmlns:a16="http://schemas.microsoft.com/office/drawing/2014/main" id="{3139C4B7-B479-4E12-8474-BB0E3F1E8B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413" y="709611"/>
              <a:ext cx="0" cy="173039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2" name="Straight Connector 1741">
              <a:extLst>
                <a:ext uri="{FF2B5EF4-FFF2-40B4-BE49-F238E27FC236}">
                  <a16:creationId xmlns:a16="http://schemas.microsoft.com/office/drawing/2014/main" id="{B4669EA1-1804-468C-A757-A5154469ED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17271" y="862659"/>
              <a:ext cx="245458" cy="86220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3" name="Straight Connector 1742">
              <a:extLst>
                <a:ext uri="{FF2B5EF4-FFF2-40B4-BE49-F238E27FC236}">
                  <a16:creationId xmlns:a16="http://schemas.microsoft.com/office/drawing/2014/main" id="{D7347E90-0380-416D-9820-FFA0EF911F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1617" y="619426"/>
              <a:ext cx="0" cy="329753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4" name="Straight Connector 1743">
              <a:extLst>
                <a:ext uri="{FF2B5EF4-FFF2-40B4-BE49-F238E27FC236}">
                  <a16:creationId xmlns:a16="http://schemas.microsoft.com/office/drawing/2014/main" id="{77FBB3D2-ECCC-4BA5-A36F-D0B8B5DB66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35854" y="446387"/>
              <a:ext cx="474251" cy="178920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5" name="Straight Connector 1744">
              <a:extLst>
                <a:ext uri="{FF2B5EF4-FFF2-40B4-BE49-F238E27FC236}">
                  <a16:creationId xmlns:a16="http://schemas.microsoft.com/office/drawing/2014/main" id="{2581D32D-487E-439D-8D09-08242A14F0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8629" y="709610"/>
              <a:ext cx="0" cy="509590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6" name="Straight Connector 1745">
              <a:extLst>
                <a:ext uri="{FF2B5EF4-FFF2-40B4-BE49-F238E27FC236}">
                  <a16:creationId xmlns:a16="http://schemas.microsoft.com/office/drawing/2014/main" id="{10718C3A-E75F-4FC9-8A16-F197114C2F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44772" y="1218574"/>
              <a:ext cx="245458" cy="92401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7" name="Straight Connector 1746">
              <a:extLst>
                <a:ext uri="{FF2B5EF4-FFF2-40B4-BE49-F238E27FC236}">
                  <a16:creationId xmlns:a16="http://schemas.microsoft.com/office/drawing/2014/main" id="{6B2EF295-E685-4C50-90EA-A5A8C98C45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44772" y="1303335"/>
              <a:ext cx="458983" cy="191790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8" name="Straight Connector 1747">
              <a:extLst>
                <a:ext uri="{FF2B5EF4-FFF2-40B4-BE49-F238E27FC236}">
                  <a16:creationId xmlns:a16="http://schemas.microsoft.com/office/drawing/2014/main" id="{BE002C44-E77C-47B1-A3A6-1FA7806D66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03755" y="436861"/>
              <a:ext cx="0" cy="173039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9" name="Straight Connector 1748">
              <a:extLst>
                <a:ext uri="{FF2B5EF4-FFF2-40B4-BE49-F238E27FC236}">
                  <a16:creationId xmlns:a16="http://schemas.microsoft.com/office/drawing/2014/main" id="{C8D6E303-071C-4244-A7D8-83177DF558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68922" y="612992"/>
              <a:ext cx="245458" cy="92401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0" name="Straight Connector 1749">
              <a:extLst>
                <a:ext uri="{FF2B5EF4-FFF2-40B4-BE49-F238E27FC236}">
                  <a16:creationId xmlns:a16="http://schemas.microsoft.com/office/drawing/2014/main" id="{E0B6E5A3-D880-4B71-B8D2-EFA648CF81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95628" y="796130"/>
              <a:ext cx="0" cy="701525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1" name="Straight Connector 1750">
              <a:extLst>
                <a:ext uri="{FF2B5EF4-FFF2-40B4-BE49-F238E27FC236}">
                  <a16:creationId xmlns:a16="http://schemas.microsoft.com/office/drawing/2014/main" id="{77472514-C475-43F5-AD90-ECAF35C9BF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84822" y="708485"/>
              <a:ext cx="245458" cy="92401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2" name="Straight Connector 1751">
              <a:extLst>
                <a:ext uri="{FF2B5EF4-FFF2-40B4-BE49-F238E27FC236}">
                  <a16:creationId xmlns:a16="http://schemas.microsoft.com/office/drawing/2014/main" id="{ABDC4954-72A6-41F4-B558-AE04D04843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30280" y="687240"/>
              <a:ext cx="0" cy="879627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3" name="Straight Connector 1752">
              <a:extLst>
                <a:ext uri="{FF2B5EF4-FFF2-40B4-BE49-F238E27FC236}">
                  <a16:creationId xmlns:a16="http://schemas.microsoft.com/office/drawing/2014/main" id="{79521F13-2A62-4067-AB94-16E8829C2D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27108" y="1550344"/>
              <a:ext cx="458983" cy="191790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4" name="Straight Connector 1753">
              <a:extLst>
                <a:ext uri="{FF2B5EF4-FFF2-40B4-BE49-F238E27FC236}">
                  <a16:creationId xmlns:a16="http://schemas.microsoft.com/office/drawing/2014/main" id="{C5ED3ABC-CDF4-494E-B736-3615A5EECE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82916" y="1557984"/>
              <a:ext cx="0" cy="184150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5" name="Straight Connector 1754">
              <a:extLst>
                <a:ext uri="{FF2B5EF4-FFF2-40B4-BE49-F238E27FC236}">
                  <a16:creationId xmlns:a16="http://schemas.microsoft.com/office/drawing/2014/main" id="{573A0631-815A-445A-903B-5B363C8962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43805" y="1483272"/>
              <a:ext cx="245458" cy="86220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6" name="Straight Connector 1755">
              <a:extLst>
                <a:ext uri="{FF2B5EF4-FFF2-40B4-BE49-F238E27FC236}">
                  <a16:creationId xmlns:a16="http://schemas.microsoft.com/office/drawing/2014/main" id="{651D3E48-F6C7-4DD5-8C72-D110795B2B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45587" y="1400886"/>
              <a:ext cx="245458" cy="92401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7" name="Straight Connector 1756">
              <a:extLst>
                <a:ext uri="{FF2B5EF4-FFF2-40B4-BE49-F238E27FC236}">
                  <a16:creationId xmlns:a16="http://schemas.microsoft.com/office/drawing/2014/main" id="{7952C840-CE28-4BF6-A285-C6567A304F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91045" y="1235869"/>
              <a:ext cx="0" cy="184150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8" name="Straight Connector 1757">
              <a:extLst>
                <a:ext uri="{FF2B5EF4-FFF2-40B4-BE49-F238E27FC236}">
                  <a16:creationId xmlns:a16="http://schemas.microsoft.com/office/drawing/2014/main" id="{D98B5459-C102-4A69-B48B-32E08349A8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43805" y="1146892"/>
              <a:ext cx="245458" cy="86220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9" name="Straight Connector 1758">
              <a:extLst>
                <a:ext uri="{FF2B5EF4-FFF2-40B4-BE49-F238E27FC236}">
                  <a16:creationId xmlns:a16="http://schemas.microsoft.com/office/drawing/2014/main" id="{3EA738D0-CC81-4FD1-91F6-9CF5D7D396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43805" y="796130"/>
              <a:ext cx="12794" cy="361851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0" name="Straight Connector 1759">
              <a:extLst>
                <a:ext uri="{FF2B5EF4-FFF2-40B4-BE49-F238E27FC236}">
                  <a16:creationId xmlns:a16="http://schemas.microsoft.com/office/drawing/2014/main" id="{83D09509-9C6A-499E-B27B-4DE1C2417C7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43805" y="790327"/>
              <a:ext cx="245458" cy="86220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1" name="Straight Connector 1760">
              <a:extLst>
                <a:ext uri="{FF2B5EF4-FFF2-40B4-BE49-F238E27FC236}">
                  <a16:creationId xmlns:a16="http://schemas.microsoft.com/office/drawing/2014/main" id="{4BCD9330-42BF-456D-9F79-541CC35A47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82916" y="862659"/>
              <a:ext cx="0" cy="184150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2" name="Straight Connector 1761">
              <a:extLst>
                <a:ext uri="{FF2B5EF4-FFF2-40B4-BE49-F238E27FC236}">
                  <a16:creationId xmlns:a16="http://schemas.microsoft.com/office/drawing/2014/main" id="{18C3CBC5-6900-4DBF-A1D0-2623FA10A6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63485" y="959332"/>
              <a:ext cx="245458" cy="92401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3" name="Straight Connector 1762">
              <a:extLst>
                <a:ext uri="{FF2B5EF4-FFF2-40B4-BE49-F238E27FC236}">
                  <a16:creationId xmlns:a16="http://schemas.microsoft.com/office/drawing/2014/main" id="{4458AE9A-C778-496A-B786-FF45F0291B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96149" y="931173"/>
              <a:ext cx="478" cy="727768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4" name="Straight Connector 1763">
              <a:extLst>
                <a:ext uri="{FF2B5EF4-FFF2-40B4-BE49-F238E27FC236}">
                  <a16:creationId xmlns:a16="http://schemas.microsoft.com/office/drawing/2014/main" id="{91FBC484-A35F-43E0-8304-275925DBDA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85821" y="1557474"/>
              <a:ext cx="245458" cy="92401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5" name="Straight Connector 1764">
              <a:extLst>
                <a:ext uri="{FF2B5EF4-FFF2-40B4-BE49-F238E27FC236}">
                  <a16:creationId xmlns:a16="http://schemas.microsoft.com/office/drawing/2014/main" id="{7643ECD8-4CB6-4A69-904F-F4F87C6A1C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31279" y="1054302"/>
              <a:ext cx="0" cy="529078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6" name="Straight Connector 1765">
              <a:extLst>
                <a:ext uri="{FF2B5EF4-FFF2-40B4-BE49-F238E27FC236}">
                  <a16:creationId xmlns:a16="http://schemas.microsoft.com/office/drawing/2014/main" id="{DFF146AD-5C12-45CC-B626-5EFBE75EFB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19001" y="961901"/>
              <a:ext cx="245458" cy="92401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7" name="Straight Connector 1766">
              <a:extLst>
                <a:ext uri="{FF2B5EF4-FFF2-40B4-BE49-F238E27FC236}">
                  <a16:creationId xmlns:a16="http://schemas.microsoft.com/office/drawing/2014/main" id="{5F5D2130-FC85-4F4B-86B1-4A2F09440B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3463" y="973831"/>
              <a:ext cx="0" cy="529078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8" name="Straight Connector 1767">
              <a:extLst>
                <a:ext uri="{FF2B5EF4-FFF2-40B4-BE49-F238E27FC236}">
                  <a16:creationId xmlns:a16="http://schemas.microsoft.com/office/drawing/2014/main" id="{A76B4465-D6CB-4AA0-A357-20140E7C6C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53616" y="1481464"/>
              <a:ext cx="203522" cy="101916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9" name="Straight Connector 1768">
              <a:extLst>
                <a:ext uri="{FF2B5EF4-FFF2-40B4-BE49-F238E27FC236}">
                  <a16:creationId xmlns:a16="http://schemas.microsoft.com/office/drawing/2014/main" id="{08138AF2-5245-45D0-9A71-01618FC734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57138" y="1046809"/>
              <a:ext cx="0" cy="536571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0" name="Straight Connector 1769">
              <a:extLst>
                <a:ext uri="{FF2B5EF4-FFF2-40B4-BE49-F238E27FC236}">
                  <a16:creationId xmlns:a16="http://schemas.microsoft.com/office/drawing/2014/main" id="{F30809AB-17B2-487B-A5E8-2FA90EB0EC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38940" y="959332"/>
              <a:ext cx="245458" cy="92401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1" name="Straight Connector 1770">
              <a:extLst>
                <a:ext uri="{FF2B5EF4-FFF2-40B4-BE49-F238E27FC236}">
                  <a16:creationId xmlns:a16="http://schemas.microsoft.com/office/drawing/2014/main" id="{D35618C2-1D9E-4B0F-87AD-A7ABF71B11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84398" y="978320"/>
              <a:ext cx="443890" cy="175924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2" name="Straight Connector 1771">
              <a:extLst>
                <a:ext uri="{FF2B5EF4-FFF2-40B4-BE49-F238E27FC236}">
                  <a16:creationId xmlns:a16="http://schemas.microsoft.com/office/drawing/2014/main" id="{CF64C428-3675-4BAE-B599-5A4D8E088B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80711" y="1323411"/>
              <a:ext cx="245458" cy="75209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3" name="Straight Connector 1772">
              <a:extLst>
                <a:ext uri="{FF2B5EF4-FFF2-40B4-BE49-F238E27FC236}">
                  <a16:creationId xmlns:a16="http://schemas.microsoft.com/office/drawing/2014/main" id="{0E65B001-A0FB-47C9-9813-439DC761B6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19909" y="960589"/>
              <a:ext cx="245458" cy="86220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4" name="Straight Connector 1773">
              <a:extLst>
                <a:ext uri="{FF2B5EF4-FFF2-40B4-BE49-F238E27FC236}">
                  <a16:creationId xmlns:a16="http://schemas.microsoft.com/office/drawing/2014/main" id="{044ABACC-2CA9-4640-9ACD-048F604AAF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08575" y="1054550"/>
              <a:ext cx="447774" cy="171166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5" name="Straight Connector 1774">
              <a:extLst>
                <a:ext uri="{FF2B5EF4-FFF2-40B4-BE49-F238E27FC236}">
                  <a16:creationId xmlns:a16="http://schemas.microsoft.com/office/drawing/2014/main" id="{020B0DDD-EA52-4790-93E2-1AAEA4327631}"/>
                </a:ext>
              </a:extLst>
            </p:cNvPr>
            <p:cNvCxnSpPr>
              <a:cxnSpLocks/>
            </p:cNvCxnSpPr>
            <p:nvPr/>
          </p:nvCxnSpPr>
          <p:spPr>
            <a:xfrm>
              <a:off x="5131153" y="1212718"/>
              <a:ext cx="0" cy="185384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6" name="Straight Connector 1775">
              <a:extLst>
                <a:ext uri="{FF2B5EF4-FFF2-40B4-BE49-F238E27FC236}">
                  <a16:creationId xmlns:a16="http://schemas.microsoft.com/office/drawing/2014/main" id="{1E8A6484-484F-4B9F-8BF1-4F7DAC65DD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4398" y="1310975"/>
              <a:ext cx="0" cy="530528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7" name="Straight Connector 1776">
              <a:extLst>
                <a:ext uri="{FF2B5EF4-FFF2-40B4-BE49-F238E27FC236}">
                  <a16:creationId xmlns:a16="http://schemas.microsoft.com/office/drawing/2014/main" id="{6BD7DBF1-BFAB-4B6A-8828-895E64C317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0877" y="1831976"/>
              <a:ext cx="245458" cy="92401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8" name="Straight Connector 1777">
              <a:extLst>
                <a:ext uri="{FF2B5EF4-FFF2-40B4-BE49-F238E27FC236}">
                  <a16:creationId xmlns:a16="http://schemas.microsoft.com/office/drawing/2014/main" id="{A7F2AB83-170A-4A4E-99A2-9A64AC9FFC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30980" y="1831976"/>
              <a:ext cx="245458" cy="86220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9" name="Straight Connector 1778">
              <a:extLst>
                <a:ext uri="{FF2B5EF4-FFF2-40B4-BE49-F238E27FC236}">
                  <a16:creationId xmlns:a16="http://schemas.microsoft.com/office/drawing/2014/main" id="{4ED38452-CB3A-43BE-99CB-A56CDCB039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06160" y="1822723"/>
              <a:ext cx="245458" cy="92401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0" name="Straight Connector 1779">
              <a:extLst>
                <a:ext uri="{FF2B5EF4-FFF2-40B4-BE49-F238E27FC236}">
                  <a16:creationId xmlns:a16="http://schemas.microsoft.com/office/drawing/2014/main" id="{F686E23F-142D-42D0-8391-4D78160F48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31279" y="1915124"/>
              <a:ext cx="0" cy="184150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1" name="Straight Connector 1780">
              <a:extLst>
                <a:ext uri="{FF2B5EF4-FFF2-40B4-BE49-F238E27FC236}">
                  <a16:creationId xmlns:a16="http://schemas.microsoft.com/office/drawing/2014/main" id="{AD4EB724-C684-4760-A2E5-355497F0C8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24592" y="2092998"/>
              <a:ext cx="245458" cy="86220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2" name="Straight Connector 1781">
              <a:extLst>
                <a:ext uri="{FF2B5EF4-FFF2-40B4-BE49-F238E27FC236}">
                  <a16:creationId xmlns:a16="http://schemas.microsoft.com/office/drawing/2014/main" id="{028B8DC1-164C-4C5D-9B92-81E735E4360C}"/>
                </a:ext>
              </a:extLst>
            </p:cNvPr>
            <p:cNvCxnSpPr>
              <a:cxnSpLocks/>
            </p:cNvCxnSpPr>
            <p:nvPr/>
          </p:nvCxnSpPr>
          <p:spPr>
            <a:xfrm>
              <a:off x="4430980" y="2007199"/>
              <a:ext cx="0" cy="175025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3" name="Straight Connector 1782">
              <a:extLst>
                <a:ext uri="{FF2B5EF4-FFF2-40B4-BE49-F238E27FC236}">
                  <a16:creationId xmlns:a16="http://schemas.microsoft.com/office/drawing/2014/main" id="{BD0A2A70-04FD-4933-92E2-31566BDB60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24043" y="2016920"/>
              <a:ext cx="485327" cy="165304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4" name="Straight Connector 1783">
              <a:extLst>
                <a:ext uri="{FF2B5EF4-FFF2-40B4-BE49-F238E27FC236}">
                  <a16:creationId xmlns:a16="http://schemas.microsoft.com/office/drawing/2014/main" id="{6C299158-7CEF-4B10-9259-58C5461AFA4D}"/>
                </a:ext>
              </a:extLst>
            </p:cNvPr>
            <p:cNvCxnSpPr>
              <a:cxnSpLocks/>
            </p:cNvCxnSpPr>
            <p:nvPr/>
          </p:nvCxnSpPr>
          <p:spPr>
            <a:xfrm>
              <a:off x="4884398" y="1997674"/>
              <a:ext cx="0" cy="175025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5" name="Straight Connector 1784">
              <a:extLst>
                <a:ext uri="{FF2B5EF4-FFF2-40B4-BE49-F238E27FC236}">
                  <a16:creationId xmlns:a16="http://schemas.microsoft.com/office/drawing/2014/main" id="{D5629C05-ED67-4207-B486-14408204A2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69744" y="2009465"/>
              <a:ext cx="249794" cy="89213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6" name="Straight Connector 1785">
              <a:extLst>
                <a:ext uri="{FF2B5EF4-FFF2-40B4-BE49-F238E27FC236}">
                  <a16:creationId xmlns:a16="http://schemas.microsoft.com/office/drawing/2014/main" id="{543CB55B-4777-48CF-B06C-D67CC6848D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12997" y="1757963"/>
              <a:ext cx="1" cy="341609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7" name="Straight Connector 1786">
              <a:extLst>
                <a:ext uri="{FF2B5EF4-FFF2-40B4-BE49-F238E27FC236}">
                  <a16:creationId xmlns:a16="http://schemas.microsoft.com/office/drawing/2014/main" id="{10F6B33F-A53A-450A-8193-3205D54A2C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10795" y="1557474"/>
              <a:ext cx="454295" cy="209550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8" name="Straight Connector 1787">
              <a:extLst>
                <a:ext uri="{FF2B5EF4-FFF2-40B4-BE49-F238E27FC236}">
                  <a16:creationId xmlns:a16="http://schemas.microsoft.com/office/drawing/2014/main" id="{5D6C21F0-B16C-497D-B3F0-C31D0246922C}"/>
                </a:ext>
              </a:extLst>
            </p:cNvPr>
            <p:cNvCxnSpPr>
              <a:cxnSpLocks/>
            </p:cNvCxnSpPr>
            <p:nvPr/>
          </p:nvCxnSpPr>
          <p:spPr>
            <a:xfrm>
              <a:off x="5554556" y="1556352"/>
              <a:ext cx="0" cy="175025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9" name="Straight Connector 1788">
              <a:extLst>
                <a:ext uri="{FF2B5EF4-FFF2-40B4-BE49-F238E27FC236}">
                  <a16:creationId xmlns:a16="http://schemas.microsoft.com/office/drawing/2014/main" id="{C089CFF8-B14F-437A-8F13-6BCDB3412D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39726" y="1721010"/>
              <a:ext cx="258793" cy="126035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0" name="Straight Connector 1789">
              <a:extLst>
                <a:ext uri="{FF2B5EF4-FFF2-40B4-BE49-F238E27FC236}">
                  <a16:creationId xmlns:a16="http://schemas.microsoft.com/office/drawing/2014/main" id="{840EFA92-93E3-4162-88C4-7F3F215A4D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39726" y="1837558"/>
              <a:ext cx="245458" cy="92401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1" name="Straight Connector 1790">
              <a:extLst>
                <a:ext uri="{FF2B5EF4-FFF2-40B4-BE49-F238E27FC236}">
                  <a16:creationId xmlns:a16="http://schemas.microsoft.com/office/drawing/2014/main" id="{15908E02-D9A0-4779-A528-8B347AA25A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19909" y="1834382"/>
              <a:ext cx="245458" cy="86220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2" name="Straight Connector 1791">
              <a:extLst>
                <a:ext uri="{FF2B5EF4-FFF2-40B4-BE49-F238E27FC236}">
                  <a16:creationId xmlns:a16="http://schemas.microsoft.com/office/drawing/2014/main" id="{00DC64F6-AA1D-4254-AE7C-C97818D7C4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6700" y="1812537"/>
              <a:ext cx="1210" cy="187713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3" name="Straight Connector 1792">
              <a:extLst>
                <a:ext uri="{FF2B5EF4-FFF2-40B4-BE49-F238E27FC236}">
                  <a16:creationId xmlns:a16="http://schemas.microsoft.com/office/drawing/2014/main" id="{85AB2DC0-9EB9-40B6-BA52-864B8918AF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53155" y="2170062"/>
              <a:ext cx="475930" cy="175598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4" name="Straight Connector 1793">
              <a:extLst>
                <a:ext uri="{FF2B5EF4-FFF2-40B4-BE49-F238E27FC236}">
                  <a16:creationId xmlns:a16="http://schemas.microsoft.com/office/drawing/2014/main" id="{34C5748C-87B2-4194-858A-DA7A5F9D10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3154" y="2161438"/>
              <a:ext cx="1210" cy="187713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5" name="Straight Connector 1794">
              <a:extLst>
                <a:ext uri="{FF2B5EF4-FFF2-40B4-BE49-F238E27FC236}">
                  <a16:creationId xmlns:a16="http://schemas.microsoft.com/office/drawing/2014/main" id="{29427DFE-4AEC-4456-9C99-5DDC0ACB98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07697" y="2346178"/>
              <a:ext cx="245458" cy="92401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6" name="Straight Connector 1795">
              <a:extLst>
                <a:ext uri="{FF2B5EF4-FFF2-40B4-BE49-F238E27FC236}">
                  <a16:creationId xmlns:a16="http://schemas.microsoft.com/office/drawing/2014/main" id="{FA1F1E03-A193-407F-B32D-C025B5D970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29943" y="2420843"/>
              <a:ext cx="1210" cy="187713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7" name="Straight Connector 1796">
              <a:extLst>
                <a:ext uri="{FF2B5EF4-FFF2-40B4-BE49-F238E27FC236}">
                  <a16:creationId xmlns:a16="http://schemas.microsoft.com/office/drawing/2014/main" id="{F129DF1E-650C-4B9F-A58D-43A6F27C14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12998" y="2534480"/>
              <a:ext cx="245458" cy="92401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8" name="Straight Connector 1797">
              <a:extLst>
                <a:ext uri="{FF2B5EF4-FFF2-40B4-BE49-F238E27FC236}">
                  <a16:creationId xmlns:a16="http://schemas.microsoft.com/office/drawing/2014/main" id="{8D60B737-BC99-466E-B239-B9EF50FB9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2549" y="2521090"/>
              <a:ext cx="1210" cy="187713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9" name="Straight Connector 1798">
              <a:extLst>
                <a:ext uri="{FF2B5EF4-FFF2-40B4-BE49-F238E27FC236}">
                  <a16:creationId xmlns:a16="http://schemas.microsoft.com/office/drawing/2014/main" id="{F4C352E1-EF0F-4C5A-B4D2-CEEC4F0950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30237" y="2609483"/>
              <a:ext cx="245458" cy="92401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0" name="Straight Connector 1799">
              <a:extLst>
                <a:ext uri="{FF2B5EF4-FFF2-40B4-BE49-F238E27FC236}">
                  <a16:creationId xmlns:a16="http://schemas.microsoft.com/office/drawing/2014/main" id="{DD52640C-EF91-4069-8D86-06A1594A1E59}"/>
                </a:ext>
              </a:extLst>
            </p:cNvPr>
            <p:cNvCxnSpPr>
              <a:cxnSpLocks/>
            </p:cNvCxnSpPr>
            <p:nvPr/>
          </p:nvCxnSpPr>
          <p:spPr>
            <a:xfrm>
              <a:off x="5569184" y="2608027"/>
              <a:ext cx="0" cy="532806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1" name="Straight Connector 1800">
              <a:extLst>
                <a:ext uri="{FF2B5EF4-FFF2-40B4-BE49-F238E27FC236}">
                  <a16:creationId xmlns:a16="http://schemas.microsoft.com/office/drawing/2014/main" id="{ECC42E01-4C27-4360-B94C-9BFCBE3616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51692" y="3035284"/>
              <a:ext cx="245458" cy="92401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2" name="Straight Connector 1801">
              <a:extLst>
                <a:ext uri="{FF2B5EF4-FFF2-40B4-BE49-F238E27FC236}">
                  <a16:creationId xmlns:a16="http://schemas.microsoft.com/office/drawing/2014/main" id="{42743458-6289-4E6B-BC64-F13C031798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85184" y="2874055"/>
              <a:ext cx="1210" cy="187713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3" name="Straight Connector 1802">
              <a:extLst>
                <a:ext uri="{FF2B5EF4-FFF2-40B4-BE49-F238E27FC236}">
                  <a16:creationId xmlns:a16="http://schemas.microsoft.com/office/drawing/2014/main" id="{96FCC309-F76D-4639-AA39-9D66DF5FF6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60831" y="5562600"/>
              <a:ext cx="454819" cy="19049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4" name="Straight Connector 1803">
              <a:extLst>
                <a:ext uri="{FF2B5EF4-FFF2-40B4-BE49-F238E27FC236}">
                  <a16:creationId xmlns:a16="http://schemas.microsoft.com/office/drawing/2014/main" id="{45064577-612C-4CF1-96F6-CCDCAC704C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60831" y="5746254"/>
              <a:ext cx="0" cy="17115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5" name="Straight Connector 1804">
              <a:extLst>
                <a:ext uri="{FF2B5EF4-FFF2-40B4-BE49-F238E27FC236}">
                  <a16:creationId xmlns:a16="http://schemas.microsoft.com/office/drawing/2014/main" id="{FC884BD4-D7E3-4268-A614-EF4BA226C1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67838" y="5924848"/>
              <a:ext cx="1092993" cy="44082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6" name="Straight Connector 1805">
              <a:extLst>
                <a:ext uri="{FF2B5EF4-FFF2-40B4-BE49-F238E27FC236}">
                  <a16:creationId xmlns:a16="http://schemas.microsoft.com/office/drawing/2014/main" id="{0F243AA1-5009-4433-97CB-7FEC4957C6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67838" y="6367611"/>
              <a:ext cx="2381" cy="66868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7" name="Straight Connector 1806">
              <a:extLst>
                <a:ext uri="{FF2B5EF4-FFF2-40B4-BE49-F238E27FC236}">
                  <a16:creationId xmlns:a16="http://schemas.microsoft.com/office/drawing/2014/main" id="{51575A5A-874C-4A1D-8867-94AF5C1349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27807" y="7022306"/>
              <a:ext cx="242889" cy="10368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8" name="Straight Connector 1807">
              <a:extLst>
                <a:ext uri="{FF2B5EF4-FFF2-40B4-BE49-F238E27FC236}">
                  <a16:creationId xmlns:a16="http://schemas.microsoft.com/office/drawing/2014/main" id="{F6D71CDF-6191-48C9-984C-93B44E8ECC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34475" y="7117556"/>
              <a:ext cx="233363" cy="10239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9" name="Straight Connector 1808">
              <a:extLst>
                <a:ext uri="{FF2B5EF4-FFF2-40B4-BE49-F238E27FC236}">
                  <a16:creationId xmlns:a16="http://schemas.microsoft.com/office/drawing/2014/main" id="{8612F641-9E5E-4095-925D-976284D969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67838" y="7206258"/>
              <a:ext cx="6668" cy="3756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0" name="Straight Connector 1809">
              <a:extLst>
                <a:ext uri="{FF2B5EF4-FFF2-40B4-BE49-F238E27FC236}">
                  <a16:creationId xmlns:a16="http://schemas.microsoft.com/office/drawing/2014/main" id="{DB88EF18-E543-4C9C-9214-DC581CB97B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74507" y="7569992"/>
              <a:ext cx="893442" cy="35480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1" name="Straight Connector 1810">
              <a:extLst>
                <a:ext uri="{FF2B5EF4-FFF2-40B4-BE49-F238E27FC236}">
                  <a16:creationId xmlns:a16="http://schemas.microsoft.com/office/drawing/2014/main" id="{3C841BC2-43F6-48A9-AFE5-2F5C261B66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44228" y="7909321"/>
              <a:ext cx="0" cy="21074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2" name="Straight Connector 1811">
              <a:extLst>
                <a:ext uri="{FF2B5EF4-FFF2-40B4-BE49-F238E27FC236}">
                  <a16:creationId xmlns:a16="http://schemas.microsoft.com/office/drawing/2014/main" id="{C204956F-72E1-46FC-B970-B3CEA82A5C0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29939" y="8103688"/>
              <a:ext cx="685711" cy="265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3" name="Straight Connector 1812">
              <a:extLst>
                <a:ext uri="{FF2B5EF4-FFF2-40B4-BE49-F238E27FC236}">
                  <a16:creationId xmlns:a16="http://schemas.microsoft.com/office/drawing/2014/main" id="{BDF61AC2-F3C6-4A05-8D7E-6E24499A9C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83899" y="8185048"/>
              <a:ext cx="477839" cy="18504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4" name="Straight Connector 1813">
              <a:extLst>
                <a:ext uri="{FF2B5EF4-FFF2-40B4-BE49-F238E27FC236}">
                  <a16:creationId xmlns:a16="http://schemas.microsoft.com/office/drawing/2014/main" id="{32EF989A-2791-4F05-A37E-16D5B32A35D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45495" y="8177565"/>
              <a:ext cx="259767" cy="10000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5" name="Straight Connector 1814">
              <a:extLst>
                <a:ext uri="{FF2B5EF4-FFF2-40B4-BE49-F238E27FC236}">
                  <a16:creationId xmlns:a16="http://schemas.microsoft.com/office/drawing/2014/main" id="{ABAC9FF5-FF4C-4A9E-A504-57EC3CD5EF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85866" y="8266408"/>
              <a:ext cx="0" cy="53122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6" name="Straight Connector 1815">
              <a:extLst>
                <a:ext uri="{FF2B5EF4-FFF2-40B4-BE49-F238E27FC236}">
                  <a16:creationId xmlns:a16="http://schemas.microsoft.com/office/drawing/2014/main" id="{D03BD32B-E379-4069-A750-63A624EBAD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8777" y="8957772"/>
              <a:ext cx="263525" cy="10947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7" name="Straight Connector 1816">
              <a:extLst>
                <a:ext uri="{FF2B5EF4-FFF2-40B4-BE49-F238E27FC236}">
                  <a16:creationId xmlns:a16="http://schemas.microsoft.com/office/drawing/2014/main" id="{F8BDCF8C-57E9-4B2E-9C46-32E7FA68B0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2307" y="8626475"/>
              <a:ext cx="1536095" cy="59706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8" name="Straight Connector 1817">
              <a:extLst>
                <a:ext uri="{FF2B5EF4-FFF2-40B4-BE49-F238E27FC236}">
                  <a16:creationId xmlns:a16="http://schemas.microsoft.com/office/drawing/2014/main" id="{9D44D701-F7F3-4968-8B07-8AC60C29B9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78402" y="8445102"/>
              <a:ext cx="0" cy="19090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9" name="Straight Connector 1818">
              <a:extLst>
                <a:ext uri="{FF2B5EF4-FFF2-40B4-BE49-F238E27FC236}">
                  <a16:creationId xmlns:a16="http://schemas.microsoft.com/office/drawing/2014/main" id="{70DC1513-64DD-49C7-85B3-FCA04D4A01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36832" y="8266408"/>
              <a:ext cx="445079" cy="19090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0" name="Straight Connector 1819">
              <a:extLst>
                <a:ext uri="{FF2B5EF4-FFF2-40B4-BE49-F238E27FC236}">
                  <a16:creationId xmlns:a16="http://schemas.microsoft.com/office/drawing/2014/main" id="{CEF9226B-FEA5-4A7F-B26F-C0526E272F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3759" y="8103688"/>
              <a:ext cx="0" cy="16272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1" name="Straight Connector 1820">
              <a:extLst>
                <a:ext uri="{FF2B5EF4-FFF2-40B4-BE49-F238E27FC236}">
                  <a16:creationId xmlns:a16="http://schemas.microsoft.com/office/drawing/2014/main" id="{B15380F4-13A7-4C1C-8F72-7CEEA5F5E2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76438" y="7827665"/>
              <a:ext cx="664226" cy="27999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2" name="Straight Connector 1821">
              <a:extLst>
                <a:ext uri="{FF2B5EF4-FFF2-40B4-BE49-F238E27FC236}">
                  <a16:creationId xmlns:a16="http://schemas.microsoft.com/office/drawing/2014/main" id="{7D19F5BC-5195-4427-A2E8-C611D3AC0B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6438" y="7666036"/>
              <a:ext cx="0" cy="16272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3" name="Straight Connector 1822">
              <a:extLst>
                <a:ext uri="{FF2B5EF4-FFF2-40B4-BE49-F238E27FC236}">
                  <a16:creationId xmlns:a16="http://schemas.microsoft.com/office/drawing/2014/main" id="{1B438E85-FF15-413F-8407-9208E12AD1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38253" y="7660482"/>
              <a:ext cx="228453" cy="759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4" name="Straight Connector 1823">
              <a:extLst>
                <a:ext uri="{FF2B5EF4-FFF2-40B4-BE49-F238E27FC236}">
                  <a16:creationId xmlns:a16="http://schemas.microsoft.com/office/drawing/2014/main" id="{A2644BDA-F301-4A65-96E7-C0CA177A91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50997" y="7729340"/>
              <a:ext cx="621" cy="37434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5" name="Straight Connector 1824">
              <a:extLst>
                <a:ext uri="{FF2B5EF4-FFF2-40B4-BE49-F238E27FC236}">
                  <a16:creationId xmlns:a16="http://schemas.microsoft.com/office/drawing/2014/main" id="{AEFF7D51-1BF7-4B58-A24B-E78CC5B459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38253" y="8014692"/>
              <a:ext cx="228453" cy="7347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6" name="Straight Connector 1825">
              <a:extLst>
                <a:ext uri="{FF2B5EF4-FFF2-40B4-BE49-F238E27FC236}">
                  <a16:creationId xmlns:a16="http://schemas.microsoft.com/office/drawing/2014/main" id="{BD78CD9D-508C-4504-8BDB-F8CB2D926F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2926" y="8014692"/>
              <a:ext cx="0" cy="16272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7" name="Straight Connector 1826">
              <a:extLst>
                <a:ext uri="{FF2B5EF4-FFF2-40B4-BE49-F238E27FC236}">
                  <a16:creationId xmlns:a16="http://schemas.microsoft.com/office/drawing/2014/main" id="{F488540E-09D4-4E63-A734-4056F13016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6324" y="8084840"/>
              <a:ext cx="228453" cy="7347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8" name="Straight Connector 1827">
              <a:extLst>
                <a:ext uri="{FF2B5EF4-FFF2-40B4-BE49-F238E27FC236}">
                  <a16:creationId xmlns:a16="http://schemas.microsoft.com/office/drawing/2014/main" id="{2D88B7E7-3C98-4859-97DC-921E008A4A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90341" y="8088162"/>
              <a:ext cx="0" cy="16272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9" name="Straight Connector 1828">
              <a:extLst>
                <a:ext uri="{FF2B5EF4-FFF2-40B4-BE49-F238E27FC236}">
                  <a16:creationId xmlns:a16="http://schemas.microsoft.com/office/drawing/2014/main" id="{99EF0878-3834-40BC-8FEC-BC59F9557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93739" y="8158310"/>
              <a:ext cx="228453" cy="7347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0" name="Straight Connector 1829">
              <a:extLst>
                <a:ext uri="{FF2B5EF4-FFF2-40B4-BE49-F238E27FC236}">
                  <a16:creationId xmlns:a16="http://schemas.microsoft.com/office/drawing/2014/main" id="{23F98790-9497-4BA1-932F-C1B4AA937C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05431" y="8158310"/>
              <a:ext cx="0" cy="18559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1" name="Straight Connector 1830">
              <a:extLst>
                <a:ext uri="{FF2B5EF4-FFF2-40B4-BE49-F238E27FC236}">
                  <a16:creationId xmlns:a16="http://schemas.microsoft.com/office/drawing/2014/main" id="{1021A05B-A6CA-4BB6-9BF7-13B84A756E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6854" y="8332622"/>
              <a:ext cx="466358" cy="2008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2" name="Straight Connector 1831">
              <a:extLst>
                <a:ext uri="{FF2B5EF4-FFF2-40B4-BE49-F238E27FC236}">
                  <a16:creationId xmlns:a16="http://schemas.microsoft.com/office/drawing/2014/main" id="{3B0ACF50-6785-482C-8640-C6A216F2FC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6832" y="8529785"/>
              <a:ext cx="228453" cy="7347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3" name="Straight Connector 1832">
              <a:extLst>
                <a:ext uri="{FF2B5EF4-FFF2-40B4-BE49-F238E27FC236}">
                  <a16:creationId xmlns:a16="http://schemas.microsoft.com/office/drawing/2014/main" id="{8926C057-7872-422F-B330-E4B9CADD2E3D}"/>
                </a:ext>
              </a:extLst>
            </p:cNvPr>
            <p:cNvCxnSpPr>
              <a:cxnSpLocks/>
            </p:cNvCxnSpPr>
            <p:nvPr/>
          </p:nvCxnSpPr>
          <p:spPr>
            <a:xfrm>
              <a:off x="5122192" y="8520084"/>
              <a:ext cx="221567" cy="7646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4" name="Straight Connector 1833">
              <a:extLst>
                <a:ext uri="{FF2B5EF4-FFF2-40B4-BE49-F238E27FC236}">
                  <a16:creationId xmlns:a16="http://schemas.microsoft.com/office/drawing/2014/main" id="{E5B8A842-1A54-4B98-B487-2CAB751CC3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29943" y="8510460"/>
              <a:ext cx="0" cy="18559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5" name="Straight Connector 1834">
              <a:extLst>
                <a:ext uri="{FF2B5EF4-FFF2-40B4-BE49-F238E27FC236}">
                  <a16:creationId xmlns:a16="http://schemas.microsoft.com/office/drawing/2014/main" id="{3552EDD4-7BEF-4CD1-912F-54F67628F2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3149" y="8700555"/>
              <a:ext cx="453020" cy="15580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6" name="Straight Connector 1835">
              <a:extLst>
                <a:ext uri="{FF2B5EF4-FFF2-40B4-BE49-F238E27FC236}">
                  <a16:creationId xmlns:a16="http://schemas.microsoft.com/office/drawing/2014/main" id="{CF7B6ACF-DC3E-4888-90F5-92DC312D42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3149" y="8696050"/>
              <a:ext cx="0" cy="18559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7" name="Straight Connector 1836">
              <a:extLst>
                <a:ext uri="{FF2B5EF4-FFF2-40B4-BE49-F238E27FC236}">
                  <a16:creationId xmlns:a16="http://schemas.microsoft.com/office/drawing/2014/main" id="{AF6813C1-2CA8-4D3C-A378-43A40DF6DB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5879" y="8704988"/>
              <a:ext cx="228453" cy="7347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8" name="Straight Connector 1837">
              <a:extLst>
                <a:ext uri="{FF2B5EF4-FFF2-40B4-BE49-F238E27FC236}">
                  <a16:creationId xmlns:a16="http://schemas.microsoft.com/office/drawing/2014/main" id="{6F3E9469-C8D3-48F1-9023-57D90AA77C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0050" y="8763567"/>
              <a:ext cx="0" cy="18559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9" name="Straight Connector 1838">
              <a:extLst>
                <a:ext uri="{FF2B5EF4-FFF2-40B4-BE49-F238E27FC236}">
                  <a16:creationId xmlns:a16="http://schemas.microsoft.com/office/drawing/2014/main" id="{042D2F3B-4E61-41EE-A796-E803BB6B1A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31279" y="8942349"/>
              <a:ext cx="246672" cy="9982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0" name="Straight Connector 1839">
              <a:extLst>
                <a:ext uri="{FF2B5EF4-FFF2-40B4-BE49-F238E27FC236}">
                  <a16:creationId xmlns:a16="http://schemas.microsoft.com/office/drawing/2014/main" id="{2F553F87-9FE0-4522-9323-33860CCF1B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2307" y="8696050"/>
              <a:ext cx="0" cy="34590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1" name="Straight Connector 1840">
              <a:extLst>
                <a:ext uri="{FF2B5EF4-FFF2-40B4-BE49-F238E27FC236}">
                  <a16:creationId xmlns:a16="http://schemas.microsoft.com/office/drawing/2014/main" id="{B341C654-7EF0-4E5E-89F5-64F85E4236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31279" y="8597026"/>
              <a:ext cx="222337" cy="11215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2" name="Straight Connector 1841">
              <a:extLst>
                <a:ext uri="{FF2B5EF4-FFF2-40B4-BE49-F238E27FC236}">
                  <a16:creationId xmlns:a16="http://schemas.microsoft.com/office/drawing/2014/main" id="{F14887DB-A59F-4070-80BC-8DE1EC4FFD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48396" y="8412333"/>
              <a:ext cx="1627" cy="19512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3" name="Straight Connector 1842">
              <a:extLst>
                <a:ext uri="{FF2B5EF4-FFF2-40B4-BE49-F238E27FC236}">
                  <a16:creationId xmlns:a16="http://schemas.microsoft.com/office/drawing/2014/main" id="{C3607BDC-BEB7-4578-9D99-71E40379F164}"/>
                </a:ext>
              </a:extLst>
            </p:cNvPr>
            <p:cNvCxnSpPr>
              <a:cxnSpLocks/>
            </p:cNvCxnSpPr>
            <p:nvPr/>
          </p:nvCxnSpPr>
          <p:spPr>
            <a:xfrm>
              <a:off x="4219943" y="8357951"/>
              <a:ext cx="228453" cy="6990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4" name="Straight Connector 1843">
              <a:extLst>
                <a:ext uri="{FF2B5EF4-FFF2-40B4-BE49-F238E27FC236}">
                  <a16:creationId xmlns:a16="http://schemas.microsoft.com/office/drawing/2014/main" id="{F00863C0-5D7E-45A6-92F0-4BCA560C0E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39881" y="8337945"/>
              <a:ext cx="1627" cy="19512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5" name="Straight Connector 1844">
              <a:extLst>
                <a:ext uri="{FF2B5EF4-FFF2-40B4-BE49-F238E27FC236}">
                  <a16:creationId xmlns:a16="http://schemas.microsoft.com/office/drawing/2014/main" id="{6FCBCE8F-EB21-47B4-8EA8-CB08B9F91C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02940" y="8508197"/>
              <a:ext cx="233853" cy="10435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6" name="Straight Connector 1845">
              <a:extLst>
                <a:ext uri="{FF2B5EF4-FFF2-40B4-BE49-F238E27FC236}">
                  <a16:creationId xmlns:a16="http://schemas.microsoft.com/office/drawing/2014/main" id="{3EFA8836-D550-4DE3-93CF-F422CAF391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08943" y="8600094"/>
              <a:ext cx="9715" cy="71535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7" name="Straight Connector 1846">
              <a:extLst>
                <a:ext uri="{FF2B5EF4-FFF2-40B4-BE49-F238E27FC236}">
                  <a16:creationId xmlns:a16="http://schemas.microsoft.com/office/drawing/2014/main" id="{804F8422-A68F-4C60-ADEC-22F71B03E926}"/>
                </a:ext>
              </a:extLst>
            </p:cNvPr>
            <p:cNvCxnSpPr>
              <a:cxnSpLocks/>
            </p:cNvCxnSpPr>
            <p:nvPr/>
          </p:nvCxnSpPr>
          <p:spPr>
            <a:xfrm>
              <a:off x="3774951" y="9225197"/>
              <a:ext cx="228453" cy="6990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8" name="Straight Connector 1847">
              <a:extLst>
                <a:ext uri="{FF2B5EF4-FFF2-40B4-BE49-F238E27FC236}">
                  <a16:creationId xmlns:a16="http://schemas.microsoft.com/office/drawing/2014/main" id="{6F27E732-BD57-4EA7-8B14-C9B057A067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87750" y="8498684"/>
              <a:ext cx="9715" cy="71535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9" name="Straight Connector 1848">
              <a:extLst>
                <a:ext uri="{FF2B5EF4-FFF2-40B4-BE49-F238E27FC236}">
                  <a16:creationId xmlns:a16="http://schemas.microsoft.com/office/drawing/2014/main" id="{BFCFA4EA-32B9-4098-9E5A-C84D043E5F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79202" y="8425430"/>
              <a:ext cx="233853" cy="10435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0" name="Straight Connector 1849">
              <a:extLst>
                <a:ext uri="{FF2B5EF4-FFF2-40B4-BE49-F238E27FC236}">
                  <a16:creationId xmlns:a16="http://schemas.microsoft.com/office/drawing/2014/main" id="{64BEA252-D54E-457E-A9C4-41AB363912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96647" y="7727162"/>
              <a:ext cx="9715" cy="71535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1" name="Straight Connector 1850">
              <a:extLst>
                <a:ext uri="{FF2B5EF4-FFF2-40B4-BE49-F238E27FC236}">
                  <a16:creationId xmlns:a16="http://schemas.microsoft.com/office/drawing/2014/main" id="{0FBAE2DF-3059-450C-B41D-01DE07A9EE9A}"/>
                </a:ext>
              </a:extLst>
            </p:cNvPr>
            <p:cNvCxnSpPr>
              <a:cxnSpLocks/>
            </p:cNvCxnSpPr>
            <p:nvPr/>
          </p:nvCxnSpPr>
          <p:spPr>
            <a:xfrm>
              <a:off x="3564756" y="7581899"/>
              <a:ext cx="438647" cy="15722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2" name="Straight Connector 1851">
              <a:extLst>
                <a:ext uri="{FF2B5EF4-FFF2-40B4-BE49-F238E27FC236}">
                  <a16:creationId xmlns:a16="http://schemas.microsoft.com/office/drawing/2014/main" id="{72BD7CB4-97C2-4B36-9721-12A0DD6BEB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27108" y="7568802"/>
              <a:ext cx="239433" cy="8636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3" name="Straight Connector 1852">
              <a:extLst>
                <a:ext uri="{FF2B5EF4-FFF2-40B4-BE49-F238E27FC236}">
                  <a16:creationId xmlns:a16="http://schemas.microsoft.com/office/drawing/2014/main" id="{FAB665C9-9925-4DC8-A128-32C1CE753C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38272" y="7636346"/>
              <a:ext cx="1627" cy="19512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4" name="Straight Connector 1853">
              <a:extLst>
                <a:ext uri="{FF2B5EF4-FFF2-40B4-BE49-F238E27FC236}">
                  <a16:creationId xmlns:a16="http://schemas.microsoft.com/office/drawing/2014/main" id="{B32FD4A3-48F2-41E7-9821-151474FA9D2A}"/>
                </a:ext>
              </a:extLst>
            </p:cNvPr>
            <p:cNvCxnSpPr>
              <a:cxnSpLocks/>
            </p:cNvCxnSpPr>
            <p:nvPr/>
          </p:nvCxnSpPr>
          <p:spPr>
            <a:xfrm>
              <a:off x="3341572" y="7820396"/>
              <a:ext cx="223147" cy="1038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5" name="Straight Connector 1854">
              <a:extLst>
                <a:ext uri="{FF2B5EF4-FFF2-40B4-BE49-F238E27FC236}">
                  <a16:creationId xmlns:a16="http://schemas.microsoft.com/office/drawing/2014/main" id="{A70DCB58-CB2F-400A-9AC3-7D831DA5BE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47603" y="7837893"/>
              <a:ext cx="239433" cy="8636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6" name="Straight Connector 1855">
              <a:extLst>
                <a:ext uri="{FF2B5EF4-FFF2-40B4-BE49-F238E27FC236}">
                  <a16:creationId xmlns:a16="http://schemas.microsoft.com/office/drawing/2014/main" id="{4E422F79-D0D9-429D-BF19-2472415C04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82916" y="7845978"/>
              <a:ext cx="0" cy="50477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7" name="Straight Connector 1856">
              <a:extLst>
                <a:ext uri="{FF2B5EF4-FFF2-40B4-BE49-F238E27FC236}">
                  <a16:creationId xmlns:a16="http://schemas.microsoft.com/office/drawing/2014/main" id="{47643266-3BA6-4D50-884D-6818BA6A518D}"/>
                </a:ext>
              </a:extLst>
            </p:cNvPr>
            <p:cNvCxnSpPr>
              <a:cxnSpLocks/>
            </p:cNvCxnSpPr>
            <p:nvPr/>
          </p:nvCxnSpPr>
          <p:spPr>
            <a:xfrm>
              <a:off x="3563249" y="8236339"/>
              <a:ext cx="223147" cy="1038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8" name="Straight Connector 1857">
              <a:extLst>
                <a:ext uri="{FF2B5EF4-FFF2-40B4-BE49-F238E27FC236}">
                  <a16:creationId xmlns:a16="http://schemas.microsoft.com/office/drawing/2014/main" id="{757E1CFE-EA59-424F-9181-F4472CFE0A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7827" y="8053549"/>
              <a:ext cx="1627" cy="19512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9" name="Straight Connector 1858">
              <a:extLst>
                <a:ext uri="{FF2B5EF4-FFF2-40B4-BE49-F238E27FC236}">
                  <a16:creationId xmlns:a16="http://schemas.microsoft.com/office/drawing/2014/main" id="{7AEBF593-BEE8-4AB9-877C-6C6E3CF822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7667" y="8084840"/>
              <a:ext cx="254111" cy="10425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0" name="Straight Connector 1859">
              <a:extLst>
                <a:ext uri="{FF2B5EF4-FFF2-40B4-BE49-F238E27FC236}">
                  <a16:creationId xmlns:a16="http://schemas.microsoft.com/office/drawing/2014/main" id="{BF776E27-7310-455A-B8DA-4FC84CA874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38272" y="8162546"/>
              <a:ext cx="1627" cy="19512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1" name="Straight Connector 1860">
              <a:extLst>
                <a:ext uri="{FF2B5EF4-FFF2-40B4-BE49-F238E27FC236}">
                  <a16:creationId xmlns:a16="http://schemas.microsoft.com/office/drawing/2014/main" id="{350913DC-1CDB-469B-B1CB-9693EC6B9FA7}"/>
                </a:ext>
              </a:extLst>
            </p:cNvPr>
            <p:cNvCxnSpPr>
              <a:cxnSpLocks/>
            </p:cNvCxnSpPr>
            <p:nvPr/>
          </p:nvCxnSpPr>
          <p:spPr>
            <a:xfrm>
              <a:off x="3335319" y="8330885"/>
              <a:ext cx="223147" cy="1038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2" name="Straight Connector 1861">
              <a:extLst>
                <a:ext uri="{FF2B5EF4-FFF2-40B4-BE49-F238E27FC236}">
                  <a16:creationId xmlns:a16="http://schemas.microsoft.com/office/drawing/2014/main" id="{D14EF60C-A4FA-47A5-99A7-565C9DF10A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38396" y="8409297"/>
              <a:ext cx="1627" cy="19512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3" name="Straight Connector 1862">
              <a:extLst>
                <a:ext uri="{FF2B5EF4-FFF2-40B4-BE49-F238E27FC236}">
                  <a16:creationId xmlns:a16="http://schemas.microsoft.com/office/drawing/2014/main" id="{C97F4584-C158-46C1-8A4D-81E86A8F8F5C}"/>
                </a:ext>
              </a:extLst>
            </p:cNvPr>
            <p:cNvCxnSpPr>
              <a:cxnSpLocks/>
            </p:cNvCxnSpPr>
            <p:nvPr/>
          </p:nvCxnSpPr>
          <p:spPr>
            <a:xfrm>
              <a:off x="3322440" y="8477607"/>
              <a:ext cx="223147" cy="1038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4" name="Straight Connector 1863">
              <a:extLst>
                <a:ext uri="{FF2B5EF4-FFF2-40B4-BE49-F238E27FC236}">
                  <a16:creationId xmlns:a16="http://schemas.microsoft.com/office/drawing/2014/main" id="{2DED63D3-2D28-400C-B978-7FCF6EC2FC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35147" y="8478979"/>
              <a:ext cx="1627" cy="19512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5" name="Straight Connector 1864">
              <a:extLst>
                <a:ext uri="{FF2B5EF4-FFF2-40B4-BE49-F238E27FC236}">
                  <a16:creationId xmlns:a16="http://schemas.microsoft.com/office/drawing/2014/main" id="{B1606C3B-52E1-456D-842B-D21206F0EBEA}"/>
                </a:ext>
              </a:extLst>
            </p:cNvPr>
            <p:cNvCxnSpPr>
              <a:cxnSpLocks/>
            </p:cNvCxnSpPr>
            <p:nvPr/>
          </p:nvCxnSpPr>
          <p:spPr>
            <a:xfrm>
              <a:off x="3333148" y="8659705"/>
              <a:ext cx="223147" cy="1038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6" name="Straight Connector 1865">
              <a:extLst>
                <a:ext uri="{FF2B5EF4-FFF2-40B4-BE49-F238E27FC236}">
                  <a16:creationId xmlns:a16="http://schemas.microsoft.com/office/drawing/2014/main" id="{580875DC-66D8-4989-ADF3-5F6855BC2F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58466" y="8752342"/>
              <a:ext cx="2147" cy="38213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7" name="Straight Connector 1866">
              <a:extLst>
                <a:ext uri="{FF2B5EF4-FFF2-40B4-BE49-F238E27FC236}">
                  <a16:creationId xmlns:a16="http://schemas.microsoft.com/office/drawing/2014/main" id="{F41095E7-D16F-4BAA-BF48-95577BD724B1}"/>
                </a:ext>
              </a:extLst>
            </p:cNvPr>
            <p:cNvCxnSpPr>
              <a:cxnSpLocks/>
            </p:cNvCxnSpPr>
            <p:nvPr/>
          </p:nvCxnSpPr>
          <p:spPr>
            <a:xfrm>
              <a:off x="3339899" y="9026088"/>
              <a:ext cx="216396" cy="9433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8" name="Straight Connector 1867">
              <a:extLst>
                <a:ext uri="{FF2B5EF4-FFF2-40B4-BE49-F238E27FC236}">
                  <a16:creationId xmlns:a16="http://schemas.microsoft.com/office/drawing/2014/main" id="{02E18C80-E444-4A75-A1AF-02610747FE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3419" y="8851177"/>
              <a:ext cx="1627" cy="19512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9" name="Straight Connector 1868">
              <a:extLst>
                <a:ext uri="{FF2B5EF4-FFF2-40B4-BE49-F238E27FC236}">
                  <a16:creationId xmlns:a16="http://schemas.microsoft.com/office/drawing/2014/main" id="{7D5E55DF-9825-4204-8CBE-19679EB9BE12}"/>
                </a:ext>
              </a:extLst>
            </p:cNvPr>
            <p:cNvCxnSpPr>
              <a:cxnSpLocks/>
            </p:cNvCxnSpPr>
            <p:nvPr/>
          </p:nvCxnSpPr>
          <p:spPr>
            <a:xfrm>
              <a:off x="3103755" y="8759820"/>
              <a:ext cx="223147" cy="1038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0" name="Straight Connector 1869">
              <a:extLst>
                <a:ext uri="{FF2B5EF4-FFF2-40B4-BE49-F238E27FC236}">
                  <a16:creationId xmlns:a16="http://schemas.microsoft.com/office/drawing/2014/main" id="{5983DBC3-D8B6-4093-B1F5-2E60277B88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07776" y="8778458"/>
              <a:ext cx="1627" cy="19512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1" name="Straight Connector 1870">
              <a:extLst>
                <a:ext uri="{FF2B5EF4-FFF2-40B4-BE49-F238E27FC236}">
                  <a16:creationId xmlns:a16="http://schemas.microsoft.com/office/drawing/2014/main" id="{BD783ED6-7340-48EC-945D-DDA0AF3370A7}"/>
                </a:ext>
              </a:extLst>
            </p:cNvPr>
            <p:cNvCxnSpPr>
              <a:cxnSpLocks/>
            </p:cNvCxnSpPr>
            <p:nvPr/>
          </p:nvCxnSpPr>
          <p:spPr>
            <a:xfrm>
              <a:off x="2875121" y="8854939"/>
              <a:ext cx="223147" cy="1038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2" name="Straight Connector 1871">
              <a:extLst>
                <a:ext uri="{FF2B5EF4-FFF2-40B4-BE49-F238E27FC236}">
                  <a16:creationId xmlns:a16="http://schemas.microsoft.com/office/drawing/2014/main" id="{476B8B7C-FE58-44B9-9F58-320D7547C6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94205" y="8864345"/>
              <a:ext cx="0" cy="35919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3" name="Straight Connector 1872">
              <a:extLst>
                <a:ext uri="{FF2B5EF4-FFF2-40B4-BE49-F238E27FC236}">
                  <a16:creationId xmlns:a16="http://schemas.microsoft.com/office/drawing/2014/main" id="{805FA464-E2B2-4706-BD81-EE82A59CA077}"/>
                </a:ext>
              </a:extLst>
            </p:cNvPr>
            <p:cNvCxnSpPr>
              <a:cxnSpLocks/>
            </p:cNvCxnSpPr>
            <p:nvPr/>
          </p:nvCxnSpPr>
          <p:spPr>
            <a:xfrm>
              <a:off x="2886958" y="9223536"/>
              <a:ext cx="430709" cy="17192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4" name="Straight Connector 1873">
              <a:extLst>
                <a:ext uri="{FF2B5EF4-FFF2-40B4-BE49-F238E27FC236}">
                  <a16:creationId xmlns:a16="http://schemas.microsoft.com/office/drawing/2014/main" id="{DD157312-1F44-4F21-A085-6AAD37C949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19294" y="9395461"/>
              <a:ext cx="7608" cy="35385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5" name="TextBox 1874">
              <a:extLst>
                <a:ext uri="{FF2B5EF4-FFF2-40B4-BE49-F238E27FC236}">
                  <a16:creationId xmlns:a16="http://schemas.microsoft.com/office/drawing/2014/main" id="{D80782CC-DD65-4D63-B5DA-614CFD206429}"/>
                </a:ext>
              </a:extLst>
            </p:cNvPr>
            <p:cNvSpPr txBox="1"/>
            <p:nvPr/>
          </p:nvSpPr>
          <p:spPr>
            <a:xfrm>
              <a:off x="3239227" y="9631167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167</a:t>
              </a:r>
            </a:p>
          </p:txBody>
        </p:sp>
        <p:cxnSp>
          <p:nvCxnSpPr>
            <p:cNvPr id="1876" name="Straight Connector 1875">
              <a:extLst>
                <a:ext uri="{FF2B5EF4-FFF2-40B4-BE49-F238E27FC236}">
                  <a16:creationId xmlns:a16="http://schemas.microsoft.com/office/drawing/2014/main" id="{E86DD005-944B-49D3-8E3B-D3F5A36974FD}"/>
                </a:ext>
              </a:extLst>
            </p:cNvPr>
            <p:cNvCxnSpPr>
              <a:cxnSpLocks/>
            </p:cNvCxnSpPr>
            <p:nvPr/>
          </p:nvCxnSpPr>
          <p:spPr>
            <a:xfrm>
              <a:off x="3118425" y="9635836"/>
              <a:ext cx="223147" cy="1038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7" name="Straight Connector 1876">
              <a:extLst>
                <a:ext uri="{FF2B5EF4-FFF2-40B4-BE49-F238E27FC236}">
                  <a16:creationId xmlns:a16="http://schemas.microsoft.com/office/drawing/2014/main" id="{BB470C42-50DA-4B46-B44C-3FDA2AA8A2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18425" y="9483268"/>
              <a:ext cx="9416" cy="17692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8" name="Straight Connector 1877">
              <a:extLst>
                <a:ext uri="{FF2B5EF4-FFF2-40B4-BE49-F238E27FC236}">
                  <a16:creationId xmlns:a16="http://schemas.microsoft.com/office/drawing/2014/main" id="{F4D90823-DF0A-4753-8D93-B2068D5AD8F8}"/>
                </a:ext>
              </a:extLst>
            </p:cNvPr>
            <p:cNvCxnSpPr>
              <a:cxnSpLocks/>
            </p:cNvCxnSpPr>
            <p:nvPr/>
          </p:nvCxnSpPr>
          <p:spPr>
            <a:xfrm>
              <a:off x="2890043" y="9385076"/>
              <a:ext cx="223147" cy="1038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9" name="Straight Connector 1878">
              <a:extLst>
                <a:ext uri="{FF2B5EF4-FFF2-40B4-BE49-F238E27FC236}">
                  <a16:creationId xmlns:a16="http://schemas.microsoft.com/office/drawing/2014/main" id="{C800088F-5539-4951-8650-1CBB8C9385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1723" y="9391537"/>
              <a:ext cx="8456" cy="34816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0" name="Straight Connector 1879">
              <a:extLst>
                <a:ext uri="{FF2B5EF4-FFF2-40B4-BE49-F238E27FC236}">
                  <a16:creationId xmlns:a16="http://schemas.microsoft.com/office/drawing/2014/main" id="{060C7700-1BBB-43E7-8943-1945567453FB}"/>
                </a:ext>
              </a:extLst>
            </p:cNvPr>
            <p:cNvCxnSpPr>
              <a:cxnSpLocks/>
            </p:cNvCxnSpPr>
            <p:nvPr/>
          </p:nvCxnSpPr>
          <p:spPr>
            <a:xfrm>
              <a:off x="2900383" y="9721115"/>
              <a:ext cx="223147" cy="1038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1" name="Straight Connector 1880">
              <a:extLst>
                <a:ext uri="{FF2B5EF4-FFF2-40B4-BE49-F238E27FC236}">
                  <a16:creationId xmlns:a16="http://schemas.microsoft.com/office/drawing/2014/main" id="{71B5C19E-BAE6-476A-86F2-C29F52F190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59638" y="9817422"/>
              <a:ext cx="254111" cy="10425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2" name="Straight Connector 1881">
              <a:extLst>
                <a:ext uri="{FF2B5EF4-FFF2-40B4-BE49-F238E27FC236}">
                  <a16:creationId xmlns:a16="http://schemas.microsoft.com/office/drawing/2014/main" id="{E579E911-FB49-4F9E-B066-2836211B2D24}"/>
                </a:ext>
              </a:extLst>
            </p:cNvPr>
            <p:cNvCxnSpPr>
              <a:cxnSpLocks/>
            </p:cNvCxnSpPr>
            <p:nvPr/>
          </p:nvCxnSpPr>
          <p:spPr>
            <a:xfrm>
              <a:off x="2663331" y="9809304"/>
              <a:ext cx="223147" cy="1038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3" name="Straight Connector 1882">
              <a:extLst>
                <a:ext uri="{FF2B5EF4-FFF2-40B4-BE49-F238E27FC236}">
                  <a16:creationId xmlns:a16="http://schemas.microsoft.com/office/drawing/2014/main" id="{CA3B135E-BD52-4742-98C9-CF6514B160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64166" y="9134475"/>
              <a:ext cx="9421" cy="51244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4" name="Straight Connector 1883">
              <a:extLst>
                <a:ext uri="{FF2B5EF4-FFF2-40B4-BE49-F238E27FC236}">
                  <a16:creationId xmlns:a16="http://schemas.microsoft.com/office/drawing/2014/main" id="{C83B58CC-DB92-409F-ACCA-4F3C81C00F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26259" y="9812849"/>
              <a:ext cx="243916" cy="9805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5" name="Straight Connector 1884">
              <a:extLst>
                <a:ext uri="{FF2B5EF4-FFF2-40B4-BE49-F238E27FC236}">
                  <a16:creationId xmlns:a16="http://schemas.microsoft.com/office/drawing/2014/main" id="{92B45D24-DAB0-4357-B613-96FC15D755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43068" y="9739698"/>
              <a:ext cx="0" cy="18063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6" name="Straight Connector 1885">
              <a:extLst>
                <a:ext uri="{FF2B5EF4-FFF2-40B4-BE49-F238E27FC236}">
                  <a16:creationId xmlns:a16="http://schemas.microsoft.com/office/drawing/2014/main" id="{E26E2366-8D82-4D74-8F5C-79C32E7EA4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3674" y="9640262"/>
              <a:ext cx="254111" cy="10425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7" name="Straight Connector 1886">
              <a:extLst>
                <a:ext uri="{FF2B5EF4-FFF2-40B4-BE49-F238E27FC236}">
                  <a16:creationId xmlns:a16="http://schemas.microsoft.com/office/drawing/2014/main" id="{E51D3B52-707A-4396-80FE-6A928B130121}"/>
                </a:ext>
              </a:extLst>
            </p:cNvPr>
            <p:cNvCxnSpPr>
              <a:cxnSpLocks/>
            </p:cNvCxnSpPr>
            <p:nvPr/>
          </p:nvCxnSpPr>
          <p:spPr>
            <a:xfrm>
              <a:off x="2443472" y="9043609"/>
              <a:ext cx="223147" cy="1038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8" name="Straight Connector 1887">
              <a:extLst>
                <a:ext uri="{FF2B5EF4-FFF2-40B4-BE49-F238E27FC236}">
                  <a16:creationId xmlns:a16="http://schemas.microsoft.com/office/drawing/2014/main" id="{E90D6ECC-F3FA-4D02-9416-A264D27E0C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46970" y="9026218"/>
              <a:ext cx="9421" cy="51244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9" name="Straight Connector 1888">
              <a:extLst>
                <a:ext uri="{FF2B5EF4-FFF2-40B4-BE49-F238E27FC236}">
                  <a16:creationId xmlns:a16="http://schemas.microsoft.com/office/drawing/2014/main" id="{2E48472F-5BED-4B5B-AE67-5740A0DCB7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93984" y="9557846"/>
              <a:ext cx="254111" cy="10425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0" name="Straight Connector 1889">
              <a:extLst>
                <a:ext uri="{FF2B5EF4-FFF2-40B4-BE49-F238E27FC236}">
                  <a16:creationId xmlns:a16="http://schemas.microsoft.com/office/drawing/2014/main" id="{FB893E32-1A7F-475A-995D-D7F5476A1A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07351" y="9150872"/>
              <a:ext cx="9421" cy="51244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1" name="Straight Connector 1890">
              <a:extLst>
                <a:ext uri="{FF2B5EF4-FFF2-40B4-BE49-F238E27FC236}">
                  <a16:creationId xmlns:a16="http://schemas.microsoft.com/office/drawing/2014/main" id="{9F5BADD4-1B95-480F-A96A-BCF0E107E4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76227" y="9155899"/>
              <a:ext cx="254111" cy="10425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2" name="Straight Connector 1891">
              <a:extLst>
                <a:ext uri="{FF2B5EF4-FFF2-40B4-BE49-F238E27FC236}">
                  <a16:creationId xmlns:a16="http://schemas.microsoft.com/office/drawing/2014/main" id="{94743484-E582-4F3E-A016-3ACDF107B5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1203" y="9256377"/>
              <a:ext cx="12696" cy="31601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3" name="Straight Connector 1892">
              <a:extLst>
                <a:ext uri="{FF2B5EF4-FFF2-40B4-BE49-F238E27FC236}">
                  <a16:creationId xmlns:a16="http://schemas.microsoft.com/office/drawing/2014/main" id="{0858186E-077E-4BAB-8CE3-2F3CE792A327}"/>
                </a:ext>
              </a:extLst>
            </p:cNvPr>
            <p:cNvCxnSpPr>
              <a:cxnSpLocks/>
            </p:cNvCxnSpPr>
            <p:nvPr/>
          </p:nvCxnSpPr>
          <p:spPr>
            <a:xfrm>
              <a:off x="1762904" y="9483268"/>
              <a:ext cx="223147" cy="9663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4" name="Straight Connector 1893">
              <a:extLst>
                <a:ext uri="{FF2B5EF4-FFF2-40B4-BE49-F238E27FC236}">
                  <a16:creationId xmlns:a16="http://schemas.microsoft.com/office/drawing/2014/main" id="{505EE034-540D-46D7-A629-B6B856ED2E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61277" y="9322931"/>
              <a:ext cx="6356" cy="16904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5" name="Straight Connector 1894">
              <a:extLst>
                <a:ext uri="{FF2B5EF4-FFF2-40B4-BE49-F238E27FC236}">
                  <a16:creationId xmlns:a16="http://schemas.microsoft.com/office/drawing/2014/main" id="{EE103117-224C-4339-B17D-72D73FE6A51D}"/>
                </a:ext>
              </a:extLst>
            </p:cNvPr>
            <p:cNvCxnSpPr>
              <a:cxnSpLocks/>
            </p:cNvCxnSpPr>
            <p:nvPr/>
          </p:nvCxnSpPr>
          <p:spPr>
            <a:xfrm>
              <a:off x="1544375" y="9227681"/>
              <a:ext cx="223147" cy="1038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6" name="Straight Connector 1895">
              <a:extLst>
                <a:ext uri="{FF2B5EF4-FFF2-40B4-BE49-F238E27FC236}">
                  <a16:creationId xmlns:a16="http://schemas.microsoft.com/office/drawing/2014/main" id="{A6199AAF-25CD-4E45-8142-0D339D57A6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35845" y="9067245"/>
              <a:ext cx="450343" cy="15170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7" name="Straight Connector 1896">
              <a:extLst>
                <a:ext uri="{FF2B5EF4-FFF2-40B4-BE49-F238E27FC236}">
                  <a16:creationId xmlns:a16="http://schemas.microsoft.com/office/drawing/2014/main" id="{32342D4B-25DD-4A0C-8F0F-05A0F33D33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79903" y="8876018"/>
              <a:ext cx="0" cy="2196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8" name="Straight Connector 1897">
              <a:extLst>
                <a:ext uri="{FF2B5EF4-FFF2-40B4-BE49-F238E27FC236}">
                  <a16:creationId xmlns:a16="http://schemas.microsoft.com/office/drawing/2014/main" id="{56F99DC5-11C2-425C-B738-6D21842A47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8104" y="8896664"/>
              <a:ext cx="678084" cy="24643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9" name="Straight Connector 1898">
              <a:extLst>
                <a:ext uri="{FF2B5EF4-FFF2-40B4-BE49-F238E27FC236}">
                  <a16:creationId xmlns:a16="http://schemas.microsoft.com/office/drawing/2014/main" id="{924FC669-0BAA-4012-B4C7-E237F8FADDBB}"/>
                </a:ext>
              </a:extLst>
            </p:cNvPr>
            <p:cNvCxnSpPr>
              <a:cxnSpLocks/>
            </p:cNvCxnSpPr>
            <p:nvPr/>
          </p:nvCxnSpPr>
          <p:spPr>
            <a:xfrm>
              <a:off x="1072461" y="9045645"/>
              <a:ext cx="223147" cy="9663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0" name="Straight Connector 1899">
              <a:extLst>
                <a:ext uri="{FF2B5EF4-FFF2-40B4-BE49-F238E27FC236}">
                  <a16:creationId xmlns:a16="http://schemas.microsoft.com/office/drawing/2014/main" id="{64C52F85-28E6-44F8-B581-9D2286ABFD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7081" y="8892453"/>
              <a:ext cx="795" cy="15772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1" name="Straight Connector 1900">
              <a:extLst>
                <a:ext uri="{FF2B5EF4-FFF2-40B4-BE49-F238E27FC236}">
                  <a16:creationId xmlns:a16="http://schemas.microsoft.com/office/drawing/2014/main" id="{3EC0AD94-0CAE-482E-A512-5D592ED25372}"/>
                </a:ext>
              </a:extLst>
            </p:cNvPr>
            <p:cNvCxnSpPr>
              <a:cxnSpLocks/>
            </p:cNvCxnSpPr>
            <p:nvPr/>
          </p:nvCxnSpPr>
          <p:spPr>
            <a:xfrm>
              <a:off x="655871" y="8704988"/>
              <a:ext cx="449377" cy="19031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2" name="Straight Connector 1901">
              <a:extLst>
                <a:ext uri="{FF2B5EF4-FFF2-40B4-BE49-F238E27FC236}">
                  <a16:creationId xmlns:a16="http://schemas.microsoft.com/office/drawing/2014/main" id="{B1F67791-252B-4638-B196-DF61BBAE36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207" y="8357667"/>
              <a:ext cx="0" cy="37659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3" name="Straight Connector 1902">
              <a:extLst>
                <a:ext uri="{FF2B5EF4-FFF2-40B4-BE49-F238E27FC236}">
                  <a16:creationId xmlns:a16="http://schemas.microsoft.com/office/drawing/2014/main" id="{4E17C7D0-1FA9-4B5E-8708-07F128FC837D}"/>
                </a:ext>
              </a:extLst>
            </p:cNvPr>
            <p:cNvCxnSpPr>
              <a:cxnSpLocks/>
            </p:cNvCxnSpPr>
            <p:nvPr/>
          </p:nvCxnSpPr>
          <p:spPr>
            <a:xfrm>
              <a:off x="449605" y="8272163"/>
              <a:ext cx="223147" cy="9663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4" name="Straight Connector 1903">
              <a:extLst>
                <a:ext uri="{FF2B5EF4-FFF2-40B4-BE49-F238E27FC236}">
                  <a16:creationId xmlns:a16="http://schemas.microsoft.com/office/drawing/2014/main" id="{9964011B-B72A-4980-9164-66BFD27039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6785" y="8114437"/>
              <a:ext cx="795" cy="15772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5" name="Straight Connector 1904">
              <a:extLst>
                <a:ext uri="{FF2B5EF4-FFF2-40B4-BE49-F238E27FC236}">
                  <a16:creationId xmlns:a16="http://schemas.microsoft.com/office/drawing/2014/main" id="{1B3AF7AD-75EC-4E7A-91B0-2AFBD3995E3C}"/>
                </a:ext>
              </a:extLst>
            </p:cNvPr>
            <p:cNvCxnSpPr>
              <a:cxnSpLocks/>
            </p:cNvCxnSpPr>
            <p:nvPr/>
          </p:nvCxnSpPr>
          <p:spPr>
            <a:xfrm>
              <a:off x="438546" y="8096661"/>
              <a:ext cx="423468" cy="1699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6" name="Straight Connector 1905">
              <a:extLst>
                <a:ext uri="{FF2B5EF4-FFF2-40B4-BE49-F238E27FC236}">
                  <a16:creationId xmlns:a16="http://schemas.microsoft.com/office/drawing/2014/main" id="{30B571C7-27FE-4734-AE72-94F3F67076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9010" y="8266596"/>
              <a:ext cx="7771" cy="36940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7" name="Straight Connector 1906">
              <a:extLst>
                <a:ext uri="{FF2B5EF4-FFF2-40B4-BE49-F238E27FC236}">
                  <a16:creationId xmlns:a16="http://schemas.microsoft.com/office/drawing/2014/main" id="{06A1143F-5601-486A-871B-B4D517A14497}"/>
                </a:ext>
              </a:extLst>
            </p:cNvPr>
            <p:cNvCxnSpPr>
              <a:cxnSpLocks/>
            </p:cNvCxnSpPr>
            <p:nvPr/>
          </p:nvCxnSpPr>
          <p:spPr>
            <a:xfrm>
              <a:off x="866242" y="8621751"/>
              <a:ext cx="223147" cy="9663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8" name="Straight Connector 1907">
              <a:extLst>
                <a:ext uri="{FF2B5EF4-FFF2-40B4-BE49-F238E27FC236}">
                  <a16:creationId xmlns:a16="http://schemas.microsoft.com/office/drawing/2014/main" id="{DF5E9EE0-4B59-4555-BDA1-5F3526DBA8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8768" y="8350748"/>
              <a:ext cx="7771" cy="36940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9" name="Straight Connector 1908">
              <a:extLst>
                <a:ext uri="{FF2B5EF4-FFF2-40B4-BE49-F238E27FC236}">
                  <a16:creationId xmlns:a16="http://schemas.microsoft.com/office/drawing/2014/main" id="{71FF245A-4511-448D-B976-653B0007B236}"/>
                </a:ext>
              </a:extLst>
            </p:cNvPr>
            <p:cNvCxnSpPr>
              <a:cxnSpLocks/>
            </p:cNvCxnSpPr>
            <p:nvPr/>
          </p:nvCxnSpPr>
          <p:spPr>
            <a:xfrm>
              <a:off x="1090144" y="8357550"/>
              <a:ext cx="225812" cy="9190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0" name="Straight Connector 1909">
              <a:extLst>
                <a:ext uri="{FF2B5EF4-FFF2-40B4-BE49-F238E27FC236}">
                  <a16:creationId xmlns:a16="http://schemas.microsoft.com/office/drawing/2014/main" id="{6D46548F-5A86-4945-99D8-D7D5F97C65D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03221" y="8431549"/>
              <a:ext cx="14440" cy="53324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1" name="Straight Connector 1910">
              <a:extLst>
                <a:ext uri="{FF2B5EF4-FFF2-40B4-BE49-F238E27FC236}">
                  <a16:creationId xmlns:a16="http://schemas.microsoft.com/office/drawing/2014/main" id="{F03BE31F-D9BF-4937-A636-CE9C1E4527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9832" y="8883861"/>
              <a:ext cx="217362" cy="7940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2" name="Straight Connector 1911">
              <a:extLst>
                <a:ext uri="{FF2B5EF4-FFF2-40B4-BE49-F238E27FC236}">
                  <a16:creationId xmlns:a16="http://schemas.microsoft.com/office/drawing/2014/main" id="{B64D7C91-35B8-478B-BB76-AB4629EFFD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18694" y="8688835"/>
              <a:ext cx="1" cy="21758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3" name="Straight Connector 1912">
              <a:extLst>
                <a:ext uri="{FF2B5EF4-FFF2-40B4-BE49-F238E27FC236}">
                  <a16:creationId xmlns:a16="http://schemas.microsoft.com/office/drawing/2014/main" id="{D9276550-7875-4905-A88F-06AA00D30C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36344" y="8624626"/>
              <a:ext cx="217362" cy="7940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4" name="Straight Connector 1913">
              <a:extLst>
                <a:ext uri="{FF2B5EF4-FFF2-40B4-BE49-F238E27FC236}">
                  <a16:creationId xmlns:a16="http://schemas.microsoft.com/office/drawing/2014/main" id="{9D6AB29D-BBF9-4EA6-8057-F8B089189F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54950" y="8612552"/>
              <a:ext cx="1" cy="21758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5" name="Straight Connector 1914">
              <a:extLst>
                <a:ext uri="{FF2B5EF4-FFF2-40B4-BE49-F238E27FC236}">
                  <a16:creationId xmlns:a16="http://schemas.microsoft.com/office/drawing/2014/main" id="{05BE3736-4422-491C-A2CA-261353E0ED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8039" y="8704027"/>
              <a:ext cx="259973" cy="10964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6" name="Straight Connector 1915">
              <a:extLst>
                <a:ext uri="{FF2B5EF4-FFF2-40B4-BE49-F238E27FC236}">
                  <a16:creationId xmlns:a16="http://schemas.microsoft.com/office/drawing/2014/main" id="{088EF331-1D97-4FD4-A6B6-11785AE758D0}"/>
                </a:ext>
              </a:extLst>
            </p:cNvPr>
            <p:cNvCxnSpPr>
              <a:cxnSpLocks/>
            </p:cNvCxnSpPr>
            <p:nvPr/>
          </p:nvCxnSpPr>
          <p:spPr>
            <a:xfrm>
              <a:off x="1989168" y="8709185"/>
              <a:ext cx="223147" cy="1038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7" name="Straight Connector 1916">
              <a:extLst>
                <a:ext uri="{FF2B5EF4-FFF2-40B4-BE49-F238E27FC236}">
                  <a16:creationId xmlns:a16="http://schemas.microsoft.com/office/drawing/2014/main" id="{173C8786-66F6-4D05-8F2E-AC5A599E3F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1898" y="8700175"/>
              <a:ext cx="259973" cy="10964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8" name="Straight Connector 1917">
              <a:extLst>
                <a:ext uri="{FF2B5EF4-FFF2-40B4-BE49-F238E27FC236}">
                  <a16:creationId xmlns:a16="http://schemas.microsoft.com/office/drawing/2014/main" id="{62229B47-1F7A-4F73-9480-E69625051C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49337" y="8517917"/>
              <a:ext cx="1" cy="21758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9" name="Straight Connector 1918">
              <a:extLst>
                <a:ext uri="{FF2B5EF4-FFF2-40B4-BE49-F238E27FC236}">
                  <a16:creationId xmlns:a16="http://schemas.microsoft.com/office/drawing/2014/main" id="{B6874FF1-CD16-4BBF-8BC0-0BF49B4774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0562" y="8529314"/>
              <a:ext cx="259973" cy="10964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0" name="Straight Connector 1919">
              <a:extLst>
                <a:ext uri="{FF2B5EF4-FFF2-40B4-BE49-F238E27FC236}">
                  <a16:creationId xmlns:a16="http://schemas.microsoft.com/office/drawing/2014/main" id="{9C564699-4E1B-41B7-A4A1-9DBC6440C095}"/>
                </a:ext>
              </a:extLst>
            </p:cNvPr>
            <p:cNvCxnSpPr>
              <a:cxnSpLocks/>
            </p:cNvCxnSpPr>
            <p:nvPr/>
          </p:nvCxnSpPr>
          <p:spPr>
            <a:xfrm>
              <a:off x="1977665" y="8514249"/>
              <a:ext cx="223147" cy="1038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1" name="Straight Connector 1920">
              <a:extLst>
                <a:ext uri="{FF2B5EF4-FFF2-40B4-BE49-F238E27FC236}">
                  <a16:creationId xmlns:a16="http://schemas.microsoft.com/office/drawing/2014/main" id="{6DA84773-04BB-4AA0-956F-5EF17E6BC7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90639" y="8333724"/>
              <a:ext cx="1" cy="21758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2" name="Straight Connector 1921">
              <a:extLst>
                <a:ext uri="{FF2B5EF4-FFF2-40B4-BE49-F238E27FC236}">
                  <a16:creationId xmlns:a16="http://schemas.microsoft.com/office/drawing/2014/main" id="{8BF08318-1222-4737-8C3F-01B54D7C04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75883" y="8247985"/>
              <a:ext cx="259973" cy="10964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3" name="Straight Connector 1922">
              <a:extLst>
                <a:ext uri="{FF2B5EF4-FFF2-40B4-BE49-F238E27FC236}">
                  <a16:creationId xmlns:a16="http://schemas.microsoft.com/office/drawing/2014/main" id="{FC8E6F46-32CD-4991-8562-F92C4978E588}"/>
                </a:ext>
              </a:extLst>
            </p:cNvPr>
            <p:cNvCxnSpPr>
              <a:cxnSpLocks/>
            </p:cNvCxnSpPr>
            <p:nvPr/>
          </p:nvCxnSpPr>
          <p:spPr>
            <a:xfrm>
              <a:off x="2218277" y="8259440"/>
              <a:ext cx="223147" cy="1038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4" name="Straight Connector 1923">
              <a:extLst>
                <a:ext uri="{FF2B5EF4-FFF2-40B4-BE49-F238E27FC236}">
                  <a16:creationId xmlns:a16="http://schemas.microsoft.com/office/drawing/2014/main" id="{A9BD336A-1F88-4C71-B589-636B1AAA3A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7872" y="8254955"/>
              <a:ext cx="259973" cy="10964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5" name="Straight Connector 1924">
              <a:extLst>
                <a:ext uri="{FF2B5EF4-FFF2-40B4-BE49-F238E27FC236}">
                  <a16:creationId xmlns:a16="http://schemas.microsoft.com/office/drawing/2014/main" id="{0B96ED70-732E-4691-896C-E8B4D4217C7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70461" y="8076254"/>
              <a:ext cx="1" cy="21758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6" name="Straight Connector 1925">
              <a:extLst>
                <a:ext uri="{FF2B5EF4-FFF2-40B4-BE49-F238E27FC236}">
                  <a16:creationId xmlns:a16="http://schemas.microsoft.com/office/drawing/2014/main" id="{A29460A3-7328-4023-8E3A-BB683E4B13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21031" y="8083341"/>
              <a:ext cx="259973" cy="10964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7" name="Straight Connector 1926">
              <a:extLst>
                <a:ext uri="{FF2B5EF4-FFF2-40B4-BE49-F238E27FC236}">
                  <a16:creationId xmlns:a16="http://schemas.microsoft.com/office/drawing/2014/main" id="{4F7557E5-E609-43EE-A9A4-D6F3AC009B5D}"/>
                </a:ext>
              </a:extLst>
            </p:cNvPr>
            <p:cNvCxnSpPr>
              <a:cxnSpLocks/>
            </p:cNvCxnSpPr>
            <p:nvPr/>
          </p:nvCxnSpPr>
          <p:spPr>
            <a:xfrm>
              <a:off x="2182915" y="8085638"/>
              <a:ext cx="223147" cy="1038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8" name="Straight Connector 1927">
              <a:extLst>
                <a:ext uri="{FF2B5EF4-FFF2-40B4-BE49-F238E27FC236}">
                  <a16:creationId xmlns:a16="http://schemas.microsoft.com/office/drawing/2014/main" id="{F848A444-8C13-4205-A8D5-F0030A5B54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7778" y="7977722"/>
              <a:ext cx="259973" cy="10964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29" name="TextBox 1928">
              <a:extLst>
                <a:ext uri="{FF2B5EF4-FFF2-40B4-BE49-F238E27FC236}">
                  <a16:creationId xmlns:a16="http://schemas.microsoft.com/office/drawing/2014/main" id="{BFCF5BB5-BE6E-43E9-B5F9-7FA9AD4EE514}"/>
                </a:ext>
              </a:extLst>
            </p:cNvPr>
            <p:cNvSpPr txBox="1"/>
            <p:nvPr/>
          </p:nvSpPr>
          <p:spPr>
            <a:xfrm>
              <a:off x="2385128" y="7564645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238</a:t>
              </a:r>
            </a:p>
          </p:txBody>
        </p:sp>
        <p:cxnSp>
          <p:nvCxnSpPr>
            <p:cNvPr id="1930" name="Straight Connector 1929">
              <a:extLst>
                <a:ext uri="{FF2B5EF4-FFF2-40B4-BE49-F238E27FC236}">
                  <a16:creationId xmlns:a16="http://schemas.microsoft.com/office/drawing/2014/main" id="{81D98224-1B5C-4CA5-861E-731F78FE0A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48095" y="7793553"/>
              <a:ext cx="1" cy="21758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1" name="Straight Connector 1930">
              <a:extLst>
                <a:ext uri="{FF2B5EF4-FFF2-40B4-BE49-F238E27FC236}">
                  <a16:creationId xmlns:a16="http://schemas.microsoft.com/office/drawing/2014/main" id="{8B2F777B-29CE-4D06-867F-E257947BF4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9431" y="7218561"/>
              <a:ext cx="212186" cy="12224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2" name="Straight Connector 1931">
              <a:extLst>
                <a:ext uri="{FF2B5EF4-FFF2-40B4-BE49-F238E27FC236}">
                  <a16:creationId xmlns:a16="http://schemas.microsoft.com/office/drawing/2014/main" id="{6EDC5A7A-E5BA-4A45-A728-5210F32F05BF}"/>
                </a:ext>
              </a:extLst>
            </p:cNvPr>
            <p:cNvCxnSpPr>
              <a:cxnSpLocks/>
            </p:cNvCxnSpPr>
            <p:nvPr/>
          </p:nvCxnSpPr>
          <p:spPr>
            <a:xfrm>
              <a:off x="2419414" y="7126502"/>
              <a:ext cx="223147" cy="1038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3" name="Straight Connector 1932">
              <a:extLst>
                <a:ext uri="{FF2B5EF4-FFF2-40B4-BE49-F238E27FC236}">
                  <a16:creationId xmlns:a16="http://schemas.microsoft.com/office/drawing/2014/main" id="{42233C0B-C625-48A2-AF68-40955C6504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72411" y="7132645"/>
              <a:ext cx="259973" cy="10964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4" name="Straight Connector 1933">
              <a:extLst>
                <a:ext uri="{FF2B5EF4-FFF2-40B4-BE49-F238E27FC236}">
                  <a16:creationId xmlns:a16="http://schemas.microsoft.com/office/drawing/2014/main" id="{79549F22-57B9-4745-BE33-BCE12656B7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99321" y="7055045"/>
              <a:ext cx="5717" cy="18332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5" name="Straight Connector 1934">
              <a:extLst>
                <a:ext uri="{FF2B5EF4-FFF2-40B4-BE49-F238E27FC236}">
                  <a16:creationId xmlns:a16="http://schemas.microsoft.com/office/drawing/2014/main" id="{32095A67-4231-4198-A58E-BE9A38AB6904}"/>
                </a:ext>
              </a:extLst>
            </p:cNvPr>
            <p:cNvCxnSpPr>
              <a:cxnSpLocks/>
            </p:cNvCxnSpPr>
            <p:nvPr/>
          </p:nvCxnSpPr>
          <p:spPr>
            <a:xfrm>
              <a:off x="2426259" y="6964160"/>
              <a:ext cx="223147" cy="1038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6" name="Straight Connector 1935">
              <a:extLst>
                <a:ext uri="{FF2B5EF4-FFF2-40B4-BE49-F238E27FC236}">
                  <a16:creationId xmlns:a16="http://schemas.microsoft.com/office/drawing/2014/main" id="{A601AFB8-3BD3-4006-B30F-62B3915DA3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79256" y="6970303"/>
              <a:ext cx="259973" cy="10964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7" name="Straight Connector 1936">
              <a:extLst>
                <a:ext uri="{FF2B5EF4-FFF2-40B4-BE49-F238E27FC236}">
                  <a16:creationId xmlns:a16="http://schemas.microsoft.com/office/drawing/2014/main" id="{EE30908C-43C6-4782-BA0E-E0094722BE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1291" y="6872486"/>
              <a:ext cx="0" cy="1963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8" name="Straight Connector 1937">
              <a:extLst>
                <a:ext uri="{FF2B5EF4-FFF2-40B4-BE49-F238E27FC236}">
                  <a16:creationId xmlns:a16="http://schemas.microsoft.com/office/drawing/2014/main" id="{0A635B5C-BA06-4F65-9907-5526D3939FC9}"/>
                </a:ext>
              </a:extLst>
            </p:cNvPr>
            <p:cNvCxnSpPr>
              <a:cxnSpLocks/>
            </p:cNvCxnSpPr>
            <p:nvPr/>
          </p:nvCxnSpPr>
          <p:spPr>
            <a:xfrm>
              <a:off x="2426259" y="6770268"/>
              <a:ext cx="223147" cy="1038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9" name="Straight Connector 1938">
              <a:extLst>
                <a:ext uri="{FF2B5EF4-FFF2-40B4-BE49-F238E27FC236}">
                  <a16:creationId xmlns:a16="http://schemas.microsoft.com/office/drawing/2014/main" id="{59F15D6B-8321-4AAC-836B-94FCF6EB13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79903" y="6776411"/>
              <a:ext cx="459326" cy="18795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0" name="Straight Connector 1939">
              <a:extLst>
                <a:ext uri="{FF2B5EF4-FFF2-40B4-BE49-F238E27FC236}">
                  <a16:creationId xmlns:a16="http://schemas.microsoft.com/office/drawing/2014/main" id="{2DB5B539-4E65-4174-AC89-76746C7B7457}"/>
                </a:ext>
              </a:extLst>
            </p:cNvPr>
            <p:cNvCxnSpPr>
              <a:cxnSpLocks/>
            </p:cNvCxnSpPr>
            <p:nvPr/>
          </p:nvCxnSpPr>
          <p:spPr>
            <a:xfrm>
              <a:off x="1544375" y="6785144"/>
              <a:ext cx="446071" cy="16928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1" name="Straight Connector 1940">
              <a:extLst>
                <a:ext uri="{FF2B5EF4-FFF2-40B4-BE49-F238E27FC236}">
                  <a16:creationId xmlns:a16="http://schemas.microsoft.com/office/drawing/2014/main" id="{C1017C48-FC52-4F79-A3A2-21C5AE85D8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5956" y="6794203"/>
              <a:ext cx="240862" cy="9466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2" name="Straight Connector 1941">
              <a:extLst>
                <a:ext uri="{FF2B5EF4-FFF2-40B4-BE49-F238E27FC236}">
                  <a16:creationId xmlns:a16="http://schemas.microsoft.com/office/drawing/2014/main" id="{55E267BB-5B5C-480C-9C3A-23811625585C}"/>
                </a:ext>
              </a:extLst>
            </p:cNvPr>
            <p:cNvCxnSpPr>
              <a:cxnSpLocks/>
            </p:cNvCxnSpPr>
            <p:nvPr/>
          </p:nvCxnSpPr>
          <p:spPr>
            <a:xfrm>
              <a:off x="1105495" y="6783635"/>
              <a:ext cx="223147" cy="1038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3" name="Straight Connector 1942">
              <a:extLst>
                <a:ext uri="{FF2B5EF4-FFF2-40B4-BE49-F238E27FC236}">
                  <a16:creationId xmlns:a16="http://schemas.microsoft.com/office/drawing/2014/main" id="{54C44743-CB31-4C74-AB06-D31A6F69D0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8646" y="6775122"/>
              <a:ext cx="495825" cy="19552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4" name="Straight Connector 1943">
              <a:extLst>
                <a:ext uri="{FF2B5EF4-FFF2-40B4-BE49-F238E27FC236}">
                  <a16:creationId xmlns:a16="http://schemas.microsoft.com/office/drawing/2014/main" id="{CD568835-5917-4765-8FD3-1B61F730E282}"/>
                </a:ext>
              </a:extLst>
            </p:cNvPr>
            <p:cNvCxnSpPr>
              <a:cxnSpLocks/>
            </p:cNvCxnSpPr>
            <p:nvPr/>
          </p:nvCxnSpPr>
          <p:spPr>
            <a:xfrm>
              <a:off x="1097710" y="6785773"/>
              <a:ext cx="223147" cy="1038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5" name="Straight Connector 1944">
              <a:extLst>
                <a:ext uri="{FF2B5EF4-FFF2-40B4-BE49-F238E27FC236}">
                  <a16:creationId xmlns:a16="http://schemas.microsoft.com/office/drawing/2014/main" id="{BD7F427D-56FD-4F76-BBAF-D01B9375DFD1}"/>
                </a:ext>
              </a:extLst>
            </p:cNvPr>
            <p:cNvCxnSpPr>
              <a:cxnSpLocks/>
            </p:cNvCxnSpPr>
            <p:nvPr/>
          </p:nvCxnSpPr>
          <p:spPr>
            <a:xfrm>
              <a:off x="412012" y="6856191"/>
              <a:ext cx="223147" cy="1038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6" name="Straight Connector 1945">
              <a:extLst>
                <a:ext uri="{FF2B5EF4-FFF2-40B4-BE49-F238E27FC236}">
                  <a16:creationId xmlns:a16="http://schemas.microsoft.com/office/drawing/2014/main" id="{7B4BC1E9-64BF-4EC8-B20B-F8665F99EE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3284" y="6537124"/>
              <a:ext cx="889937" cy="33704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7" name="Straight Connector 1946">
              <a:extLst>
                <a:ext uri="{FF2B5EF4-FFF2-40B4-BE49-F238E27FC236}">
                  <a16:creationId xmlns:a16="http://schemas.microsoft.com/office/drawing/2014/main" id="{CEAA4595-1741-4BAE-8B53-6C693E8299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2912" y="6529386"/>
              <a:ext cx="0" cy="1963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8" name="Straight Connector 1947">
              <a:extLst>
                <a:ext uri="{FF2B5EF4-FFF2-40B4-BE49-F238E27FC236}">
                  <a16:creationId xmlns:a16="http://schemas.microsoft.com/office/drawing/2014/main" id="{186E0886-6124-4DA9-A8A0-DE80EA1C21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98003" y="6627543"/>
              <a:ext cx="240862" cy="9466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9" name="Straight Connector 1948">
              <a:extLst>
                <a:ext uri="{FF2B5EF4-FFF2-40B4-BE49-F238E27FC236}">
                  <a16:creationId xmlns:a16="http://schemas.microsoft.com/office/drawing/2014/main" id="{8DC1A598-C894-48F4-B72E-D9FDF3D0C8ED}"/>
                </a:ext>
              </a:extLst>
            </p:cNvPr>
            <p:cNvCxnSpPr>
              <a:cxnSpLocks/>
            </p:cNvCxnSpPr>
            <p:nvPr/>
          </p:nvCxnSpPr>
          <p:spPr>
            <a:xfrm>
              <a:off x="1523103" y="6617782"/>
              <a:ext cx="456800" cy="17095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0" name="Straight Connector 1949">
              <a:extLst>
                <a:ext uri="{FF2B5EF4-FFF2-40B4-BE49-F238E27FC236}">
                  <a16:creationId xmlns:a16="http://schemas.microsoft.com/office/drawing/2014/main" id="{5FB17E60-158C-422E-A3D7-DF6F38B0AB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67265" y="6601309"/>
              <a:ext cx="442560" cy="19208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1" name="Straight Connector 1950">
              <a:extLst>
                <a:ext uri="{FF2B5EF4-FFF2-40B4-BE49-F238E27FC236}">
                  <a16:creationId xmlns:a16="http://schemas.microsoft.com/office/drawing/2014/main" id="{06F4B588-A906-4CAA-B9F1-2669D10228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20665" y="6420909"/>
              <a:ext cx="0" cy="1963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2" name="Straight Connector 1951">
              <a:extLst>
                <a:ext uri="{FF2B5EF4-FFF2-40B4-BE49-F238E27FC236}">
                  <a16:creationId xmlns:a16="http://schemas.microsoft.com/office/drawing/2014/main" id="{89C34CE2-0A89-4FE1-B481-BCF4788A9F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9984" y="6433143"/>
              <a:ext cx="459326" cy="18795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3" name="Straight Connector 1952">
              <a:extLst>
                <a:ext uri="{FF2B5EF4-FFF2-40B4-BE49-F238E27FC236}">
                  <a16:creationId xmlns:a16="http://schemas.microsoft.com/office/drawing/2014/main" id="{188C40C1-72E4-4462-9F01-5274F1DBAB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9168" y="6410519"/>
              <a:ext cx="0" cy="1963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4" name="Straight Connector 1953">
              <a:extLst>
                <a:ext uri="{FF2B5EF4-FFF2-40B4-BE49-F238E27FC236}">
                  <a16:creationId xmlns:a16="http://schemas.microsoft.com/office/drawing/2014/main" id="{E0205FDC-9F2B-4504-9B65-9C06028C86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74854" y="6266944"/>
              <a:ext cx="466570" cy="16761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5" name="Straight Connector 1954">
              <a:extLst>
                <a:ext uri="{FF2B5EF4-FFF2-40B4-BE49-F238E27FC236}">
                  <a16:creationId xmlns:a16="http://schemas.microsoft.com/office/drawing/2014/main" id="{9A8AA6CA-A78B-4306-9E13-A333B170A0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8494" y="6266847"/>
              <a:ext cx="256857" cy="9019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6" name="Straight Connector 1955">
              <a:extLst>
                <a:ext uri="{FF2B5EF4-FFF2-40B4-BE49-F238E27FC236}">
                  <a16:creationId xmlns:a16="http://schemas.microsoft.com/office/drawing/2014/main" id="{1CF0C8E0-9FE8-489A-89B1-5C114C6F5CE7}"/>
                </a:ext>
              </a:extLst>
            </p:cNvPr>
            <p:cNvCxnSpPr>
              <a:cxnSpLocks/>
            </p:cNvCxnSpPr>
            <p:nvPr/>
          </p:nvCxnSpPr>
          <p:spPr>
            <a:xfrm>
              <a:off x="2426259" y="6257796"/>
              <a:ext cx="223147" cy="1038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7" name="Straight Connector 1956">
              <a:extLst>
                <a:ext uri="{FF2B5EF4-FFF2-40B4-BE49-F238E27FC236}">
                  <a16:creationId xmlns:a16="http://schemas.microsoft.com/office/drawing/2014/main" id="{2FEC8BDD-59AD-406A-B6D2-620648A35F66}"/>
                </a:ext>
              </a:extLst>
            </p:cNvPr>
            <p:cNvCxnSpPr>
              <a:cxnSpLocks/>
            </p:cNvCxnSpPr>
            <p:nvPr/>
          </p:nvCxnSpPr>
          <p:spPr>
            <a:xfrm>
              <a:off x="2885351" y="6264334"/>
              <a:ext cx="223147" cy="1038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8" name="Straight Connector 1957">
              <a:extLst>
                <a:ext uri="{FF2B5EF4-FFF2-40B4-BE49-F238E27FC236}">
                  <a16:creationId xmlns:a16="http://schemas.microsoft.com/office/drawing/2014/main" id="{5C244831-7F64-4B19-B6B3-98C26C13BB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99817" y="6334986"/>
              <a:ext cx="0" cy="1963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9" name="Straight Connector 1958">
              <a:extLst>
                <a:ext uri="{FF2B5EF4-FFF2-40B4-BE49-F238E27FC236}">
                  <a16:creationId xmlns:a16="http://schemas.microsoft.com/office/drawing/2014/main" id="{3C0EA18F-7B25-4861-AC82-313A8B3F319C}"/>
                </a:ext>
              </a:extLst>
            </p:cNvPr>
            <p:cNvCxnSpPr>
              <a:cxnSpLocks/>
            </p:cNvCxnSpPr>
            <p:nvPr/>
          </p:nvCxnSpPr>
          <p:spPr>
            <a:xfrm>
              <a:off x="3099815" y="6508676"/>
              <a:ext cx="223147" cy="1038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0" name="Straight Connector 1959">
              <a:extLst>
                <a:ext uri="{FF2B5EF4-FFF2-40B4-BE49-F238E27FC236}">
                  <a16:creationId xmlns:a16="http://schemas.microsoft.com/office/drawing/2014/main" id="{76F0DBAC-E5C3-4AF6-B023-F26F8C632C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26902" y="6601309"/>
              <a:ext cx="0" cy="1963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1" name="Straight Connector 1960">
              <a:extLst>
                <a:ext uri="{FF2B5EF4-FFF2-40B4-BE49-F238E27FC236}">
                  <a16:creationId xmlns:a16="http://schemas.microsoft.com/office/drawing/2014/main" id="{C2F68738-03BA-468D-8049-2C771F0E94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7849" y="6783934"/>
              <a:ext cx="256857" cy="9019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2" name="Straight Connector 1961">
              <a:extLst>
                <a:ext uri="{FF2B5EF4-FFF2-40B4-BE49-F238E27FC236}">
                  <a16:creationId xmlns:a16="http://schemas.microsoft.com/office/drawing/2014/main" id="{4F11F006-BCAC-42AF-AAE1-B23A1C47CD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09403" y="6869786"/>
              <a:ext cx="0" cy="1963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3" name="Straight Connector 1962">
              <a:extLst>
                <a:ext uri="{FF2B5EF4-FFF2-40B4-BE49-F238E27FC236}">
                  <a16:creationId xmlns:a16="http://schemas.microsoft.com/office/drawing/2014/main" id="{227FC351-2048-4C1C-A135-4E161708D9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81705" y="6708458"/>
              <a:ext cx="919799" cy="35476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4" name="Straight Connector 1963">
              <a:extLst>
                <a:ext uri="{FF2B5EF4-FFF2-40B4-BE49-F238E27FC236}">
                  <a16:creationId xmlns:a16="http://schemas.microsoft.com/office/drawing/2014/main" id="{190AC469-FBE3-414C-9E8F-E5B86E151EF2}"/>
                </a:ext>
              </a:extLst>
            </p:cNvPr>
            <p:cNvCxnSpPr>
              <a:cxnSpLocks/>
            </p:cNvCxnSpPr>
            <p:nvPr/>
          </p:nvCxnSpPr>
          <p:spPr>
            <a:xfrm>
              <a:off x="3979483" y="6702484"/>
              <a:ext cx="223147" cy="1038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5" name="Straight Connector 1964">
              <a:extLst>
                <a:ext uri="{FF2B5EF4-FFF2-40B4-BE49-F238E27FC236}">
                  <a16:creationId xmlns:a16="http://schemas.microsoft.com/office/drawing/2014/main" id="{1898F823-340C-46FD-9736-2118A97269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92792" y="6693418"/>
              <a:ext cx="259973" cy="10964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6" name="Straight Connector 1965">
              <a:extLst>
                <a:ext uri="{FF2B5EF4-FFF2-40B4-BE49-F238E27FC236}">
                  <a16:creationId xmlns:a16="http://schemas.microsoft.com/office/drawing/2014/main" id="{CE2A6400-59E8-4F2E-BA99-9E2BE7DCC3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48396" y="6503152"/>
              <a:ext cx="0" cy="1963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7" name="Straight Connector 1966">
              <a:extLst>
                <a:ext uri="{FF2B5EF4-FFF2-40B4-BE49-F238E27FC236}">
                  <a16:creationId xmlns:a16="http://schemas.microsoft.com/office/drawing/2014/main" id="{58E2E01D-C119-4D2B-A3D8-C974DE917F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6098" y="6507583"/>
              <a:ext cx="259973" cy="10964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8" name="Straight Connector 1967">
              <a:extLst>
                <a:ext uri="{FF2B5EF4-FFF2-40B4-BE49-F238E27FC236}">
                  <a16:creationId xmlns:a16="http://schemas.microsoft.com/office/drawing/2014/main" id="{12C5D42C-3CE3-41BC-9399-F639426E8A59}"/>
                </a:ext>
              </a:extLst>
            </p:cNvPr>
            <p:cNvCxnSpPr>
              <a:cxnSpLocks/>
            </p:cNvCxnSpPr>
            <p:nvPr/>
          </p:nvCxnSpPr>
          <p:spPr>
            <a:xfrm>
              <a:off x="3998135" y="6514356"/>
              <a:ext cx="223147" cy="1038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9" name="Straight Connector 1968">
              <a:extLst>
                <a:ext uri="{FF2B5EF4-FFF2-40B4-BE49-F238E27FC236}">
                  <a16:creationId xmlns:a16="http://schemas.microsoft.com/office/drawing/2014/main" id="{06BFEE0C-95CD-4EBB-BF2E-8BD4B2FDA9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56599" y="6515655"/>
              <a:ext cx="467957" cy="18682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0" name="Straight Connector 1969">
              <a:extLst>
                <a:ext uri="{FF2B5EF4-FFF2-40B4-BE49-F238E27FC236}">
                  <a16:creationId xmlns:a16="http://schemas.microsoft.com/office/drawing/2014/main" id="{15045B02-DCC0-4C47-AF1F-ADDC2A2600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3249" y="6514356"/>
              <a:ext cx="0" cy="1963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1" name="Straight Connector 1970">
              <a:extLst>
                <a:ext uri="{FF2B5EF4-FFF2-40B4-BE49-F238E27FC236}">
                  <a16:creationId xmlns:a16="http://schemas.microsoft.com/office/drawing/2014/main" id="{253E2608-AD35-4BD3-A37D-DFE56E6E9725}"/>
                </a:ext>
              </a:extLst>
            </p:cNvPr>
            <p:cNvCxnSpPr>
              <a:cxnSpLocks/>
            </p:cNvCxnSpPr>
            <p:nvPr/>
          </p:nvCxnSpPr>
          <p:spPr>
            <a:xfrm>
              <a:off x="3337282" y="6420909"/>
              <a:ext cx="223147" cy="1038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2" name="Straight Connector 1971">
              <a:extLst>
                <a:ext uri="{FF2B5EF4-FFF2-40B4-BE49-F238E27FC236}">
                  <a16:creationId xmlns:a16="http://schemas.microsoft.com/office/drawing/2014/main" id="{A2B78F7E-E827-46FD-9F38-9750850C26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34706" y="6257796"/>
              <a:ext cx="0" cy="19539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3" name="Straight Connector 1972">
              <a:extLst>
                <a:ext uri="{FF2B5EF4-FFF2-40B4-BE49-F238E27FC236}">
                  <a16:creationId xmlns:a16="http://schemas.microsoft.com/office/drawing/2014/main" id="{9ADAD7BE-5245-45D8-AF2B-1A1EC32D8D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82051" y="5916528"/>
              <a:ext cx="259973" cy="10964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4" name="Straight Connector 1973">
              <a:extLst>
                <a:ext uri="{FF2B5EF4-FFF2-40B4-BE49-F238E27FC236}">
                  <a16:creationId xmlns:a16="http://schemas.microsoft.com/office/drawing/2014/main" id="{35268438-5EAD-431D-912D-3B7C7FA11F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7922" y="5983555"/>
              <a:ext cx="0" cy="1963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5" name="Straight Connector 1974">
              <a:extLst>
                <a:ext uri="{FF2B5EF4-FFF2-40B4-BE49-F238E27FC236}">
                  <a16:creationId xmlns:a16="http://schemas.microsoft.com/office/drawing/2014/main" id="{03CC3E1A-9DA2-4A42-9F86-091DA7AB07C7}"/>
                </a:ext>
              </a:extLst>
            </p:cNvPr>
            <p:cNvCxnSpPr>
              <a:cxnSpLocks/>
            </p:cNvCxnSpPr>
            <p:nvPr/>
          </p:nvCxnSpPr>
          <p:spPr>
            <a:xfrm>
              <a:off x="2434218" y="5901041"/>
              <a:ext cx="223147" cy="1038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6" name="Straight Connector 1975">
              <a:extLst>
                <a:ext uri="{FF2B5EF4-FFF2-40B4-BE49-F238E27FC236}">
                  <a16:creationId xmlns:a16="http://schemas.microsoft.com/office/drawing/2014/main" id="{A4134A9F-A662-4F7F-B6AC-D5CDD12306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574" y="5815043"/>
              <a:ext cx="259973" cy="10964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7" name="Straight Connector 1976">
              <a:extLst>
                <a:ext uri="{FF2B5EF4-FFF2-40B4-BE49-F238E27FC236}">
                  <a16:creationId xmlns:a16="http://schemas.microsoft.com/office/drawing/2014/main" id="{F73C4B99-9E45-4200-B090-B1BEE17337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8248" y="5912117"/>
              <a:ext cx="0" cy="1963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8" name="Straight Connector 1977">
              <a:extLst>
                <a:ext uri="{FF2B5EF4-FFF2-40B4-BE49-F238E27FC236}">
                  <a16:creationId xmlns:a16="http://schemas.microsoft.com/office/drawing/2014/main" id="{04F63E1D-4517-483C-B761-00E8EB92AE5D}"/>
                </a:ext>
              </a:extLst>
            </p:cNvPr>
            <p:cNvCxnSpPr>
              <a:cxnSpLocks/>
            </p:cNvCxnSpPr>
            <p:nvPr/>
          </p:nvCxnSpPr>
          <p:spPr>
            <a:xfrm>
              <a:off x="2877623" y="5916214"/>
              <a:ext cx="223147" cy="1038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9" name="Straight Connector 1978">
              <a:extLst>
                <a:ext uri="{FF2B5EF4-FFF2-40B4-BE49-F238E27FC236}">
                  <a16:creationId xmlns:a16="http://schemas.microsoft.com/office/drawing/2014/main" id="{FB3BDA55-D7C0-473A-B6CD-1E706584DF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2561" y="6076809"/>
              <a:ext cx="259973" cy="10964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0" name="Straight Connector 1979">
              <a:extLst>
                <a:ext uri="{FF2B5EF4-FFF2-40B4-BE49-F238E27FC236}">
                  <a16:creationId xmlns:a16="http://schemas.microsoft.com/office/drawing/2014/main" id="{90D12A01-6D56-4523-BD1E-D5183FDB0AA3}"/>
                </a:ext>
              </a:extLst>
            </p:cNvPr>
            <p:cNvCxnSpPr>
              <a:cxnSpLocks/>
            </p:cNvCxnSpPr>
            <p:nvPr/>
          </p:nvCxnSpPr>
          <p:spPr>
            <a:xfrm>
              <a:off x="3106898" y="6175095"/>
              <a:ext cx="223147" cy="1038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1" name="Straight Connector 1980">
              <a:extLst>
                <a:ext uri="{FF2B5EF4-FFF2-40B4-BE49-F238E27FC236}">
                  <a16:creationId xmlns:a16="http://schemas.microsoft.com/office/drawing/2014/main" id="{CEE080B7-FA94-49E7-83EE-79BE927596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2828" y="6080231"/>
              <a:ext cx="259973" cy="10964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2" name="Straight Connector 1981">
              <a:extLst>
                <a:ext uri="{FF2B5EF4-FFF2-40B4-BE49-F238E27FC236}">
                  <a16:creationId xmlns:a16="http://schemas.microsoft.com/office/drawing/2014/main" id="{2E0CE0F7-79DC-4CAE-8F12-A061A25B2B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4470" y="5906746"/>
              <a:ext cx="0" cy="1963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3" name="Straight Connector 1982">
              <a:extLst>
                <a:ext uri="{FF2B5EF4-FFF2-40B4-BE49-F238E27FC236}">
                  <a16:creationId xmlns:a16="http://schemas.microsoft.com/office/drawing/2014/main" id="{C26CD52F-DD44-4EEE-BCFA-BF892762DF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7365" y="5638542"/>
              <a:ext cx="0" cy="1963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4" name="Straight Connector 1983">
              <a:extLst>
                <a:ext uri="{FF2B5EF4-FFF2-40B4-BE49-F238E27FC236}">
                  <a16:creationId xmlns:a16="http://schemas.microsoft.com/office/drawing/2014/main" id="{9DB3A0E9-998B-4D1C-8965-6A62719819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6935" y="5548573"/>
              <a:ext cx="259973" cy="10964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5" name="Straight Connector 1984">
              <a:extLst>
                <a:ext uri="{FF2B5EF4-FFF2-40B4-BE49-F238E27FC236}">
                  <a16:creationId xmlns:a16="http://schemas.microsoft.com/office/drawing/2014/main" id="{0AEB8863-A9C3-4B53-BD65-005AB157BD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68922" y="5242917"/>
              <a:ext cx="0" cy="31968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6" name="Straight Connector 1985">
              <a:extLst>
                <a:ext uri="{FF2B5EF4-FFF2-40B4-BE49-F238E27FC236}">
                  <a16:creationId xmlns:a16="http://schemas.microsoft.com/office/drawing/2014/main" id="{10849FAD-1C90-4CC9-BBE3-3E4C8640FE37}"/>
                </a:ext>
              </a:extLst>
            </p:cNvPr>
            <p:cNvCxnSpPr>
              <a:cxnSpLocks/>
            </p:cNvCxnSpPr>
            <p:nvPr/>
          </p:nvCxnSpPr>
          <p:spPr>
            <a:xfrm>
              <a:off x="2657365" y="5134253"/>
              <a:ext cx="223147" cy="1038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7" name="Straight Connector 1986">
              <a:extLst>
                <a:ext uri="{FF2B5EF4-FFF2-40B4-BE49-F238E27FC236}">
                  <a16:creationId xmlns:a16="http://schemas.microsoft.com/office/drawing/2014/main" id="{C942CFF4-9085-4692-B1DE-C8BAD1AB67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34232" y="5035269"/>
              <a:ext cx="259973" cy="10964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8" name="Straight Connector 1987">
              <a:extLst>
                <a:ext uri="{FF2B5EF4-FFF2-40B4-BE49-F238E27FC236}">
                  <a16:creationId xmlns:a16="http://schemas.microsoft.com/office/drawing/2014/main" id="{16CA56DA-8613-497F-95D7-1E81BEBD693F}"/>
                </a:ext>
              </a:extLst>
            </p:cNvPr>
            <p:cNvCxnSpPr>
              <a:cxnSpLocks/>
            </p:cNvCxnSpPr>
            <p:nvPr/>
          </p:nvCxnSpPr>
          <p:spPr>
            <a:xfrm>
              <a:off x="2883761" y="5045652"/>
              <a:ext cx="223147" cy="1038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9" name="Straight Connector 1988">
              <a:extLst>
                <a:ext uri="{FF2B5EF4-FFF2-40B4-BE49-F238E27FC236}">
                  <a16:creationId xmlns:a16="http://schemas.microsoft.com/office/drawing/2014/main" id="{C96251DF-A228-4C72-9513-DB64B3D6DA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02308" y="5139958"/>
              <a:ext cx="0" cy="1963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0" name="Straight Connector 1989">
              <a:extLst>
                <a:ext uri="{FF2B5EF4-FFF2-40B4-BE49-F238E27FC236}">
                  <a16:creationId xmlns:a16="http://schemas.microsoft.com/office/drawing/2014/main" id="{AF2C0ECA-0646-40CD-8F00-22633CAD827B}"/>
                </a:ext>
              </a:extLst>
            </p:cNvPr>
            <p:cNvCxnSpPr>
              <a:cxnSpLocks/>
            </p:cNvCxnSpPr>
            <p:nvPr/>
          </p:nvCxnSpPr>
          <p:spPr>
            <a:xfrm>
              <a:off x="3118424" y="5312256"/>
              <a:ext cx="415085" cy="16481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1" name="Straight Connector 1990">
              <a:extLst>
                <a:ext uri="{FF2B5EF4-FFF2-40B4-BE49-F238E27FC236}">
                  <a16:creationId xmlns:a16="http://schemas.microsoft.com/office/drawing/2014/main" id="{4F070A85-D4EA-4386-96ED-6B23388B36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27009" y="5462457"/>
              <a:ext cx="6500" cy="88829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2" name="Straight Connector 1991">
              <a:extLst>
                <a:ext uri="{FF2B5EF4-FFF2-40B4-BE49-F238E27FC236}">
                  <a16:creationId xmlns:a16="http://schemas.microsoft.com/office/drawing/2014/main" id="{D9478764-AF87-46C3-895C-171194420346}"/>
                </a:ext>
              </a:extLst>
            </p:cNvPr>
            <p:cNvCxnSpPr>
              <a:cxnSpLocks/>
            </p:cNvCxnSpPr>
            <p:nvPr/>
          </p:nvCxnSpPr>
          <p:spPr>
            <a:xfrm>
              <a:off x="3507472" y="6340336"/>
              <a:ext cx="254526" cy="1155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3" name="Straight Connector 1992">
              <a:extLst>
                <a:ext uri="{FF2B5EF4-FFF2-40B4-BE49-F238E27FC236}">
                  <a16:creationId xmlns:a16="http://schemas.microsoft.com/office/drawing/2014/main" id="{C961E79A-D4E0-4C55-8434-4009AC8342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54190" y="6355073"/>
              <a:ext cx="247213" cy="9557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4" name="Straight Connector 1993">
              <a:extLst>
                <a:ext uri="{FF2B5EF4-FFF2-40B4-BE49-F238E27FC236}">
                  <a16:creationId xmlns:a16="http://schemas.microsoft.com/office/drawing/2014/main" id="{1659BB0D-173D-4A2E-8812-0ABD9FBE725A}"/>
                </a:ext>
              </a:extLst>
            </p:cNvPr>
            <p:cNvCxnSpPr>
              <a:cxnSpLocks/>
            </p:cNvCxnSpPr>
            <p:nvPr/>
          </p:nvCxnSpPr>
          <p:spPr>
            <a:xfrm>
              <a:off x="3979912" y="6357539"/>
              <a:ext cx="223147" cy="1038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5" name="Straight Connector 1994">
              <a:extLst>
                <a:ext uri="{FF2B5EF4-FFF2-40B4-BE49-F238E27FC236}">
                  <a16:creationId xmlns:a16="http://schemas.microsoft.com/office/drawing/2014/main" id="{BF50BD6B-7003-48DE-BC21-1E2FAFBE26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1481" y="6271740"/>
              <a:ext cx="484961" cy="19149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6" name="Straight Connector 1995">
              <a:extLst>
                <a:ext uri="{FF2B5EF4-FFF2-40B4-BE49-F238E27FC236}">
                  <a16:creationId xmlns:a16="http://schemas.microsoft.com/office/drawing/2014/main" id="{69D08FF3-AB16-4CDF-AFBC-650343B5DBB4}"/>
                </a:ext>
              </a:extLst>
            </p:cNvPr>
            <p:cNvCxnSpPr>
              <a:cxnSpLocks/>
            </p:cNvCxnSpPr>
            <p:nvPr/>
          </p:nvCxnSpPr>
          <p:spPr>
            <a:xfrm>
              <a:off x="4437155" y="6176899"/>
              <a:ext cx="223147" cy="1038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7" name="Straight Connector 1996">
              <a:extLst>
                <a:ext uri="{FF2B5EF4-FFF2-40B4-BE49-F238E27FC236}">
                  <a16:creationId xmlns:a16="http://schemas.microsoft.com/office/drawing/2014/main" id="{DC3CED7E-F0A6-4EAE-9358-9BD5AD4573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1101" y="6181549"/>
              <a:ext cx="292362" cy="9095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8" name="Straight Connector 1997">
              <a:extLst>
                <a:ext uri="{FF2B5EF4-FFF2-40B4-BE49-F238E27FC236}">
                  <a16:creationId xmlns:a16="http://schemas.microsoft.com/office/drawing/2014/main" id="{F24E3D07-4C32-4CA5-BD81-5D23B3B40F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39358" y="6166845"/>
              <a:ext cx="247213" cy="9557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9" name="Straight Connector 1998">
              <a:extLst>
                <a:ext uri="{FF2B5EF4-FFF2-40B4-BE49-F238E27FC236}">
                  <a16:creationId xmlns:a16="http://schemas.microsoft.com/office/drawing/2014/main" id="{ADD6F490-0B2E-4265-BCCC-A3C1B3623725}"/>
                </a:ext>
              </a:extLst>
            </p:cNvPr>
            <p:cNvCxnSpPr>
              <a:cxnSpLocks/>
            </p:cNvCxnSpPr>
            <p:nvPr/>
          </p:nvCxnSpPr>
          <p:spPr>
            <a:xfrm>
              <a:off x="3965080" y="6169311"/>
              <a:ext cx="223147" cy="1038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0" name="Straight Connector 1999">
              <a:extLst>
                <a:ext uri="{FF2B5EF4-FFF2-40B4-BE49-F238E27FC236}">
                  <a16:creationId xmlns:a16="http://schemas.microsoft.com/office/drawing/2014/main" id="{90B5DCBD-5E00-409E-A5C3-2FFA790C8C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61998" y="5910261"/>
              <a:ext cx="0" cy="35428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1" name="Straight Connector 2000">
              <a:extLst>
                <a:ext uri="{FF2B5EF4-FFF2-40B4-BE49-F238E27FC236}">
                  <a16:creationId xmlns:a16="http://schemas.microsoft.com/office/drawing/2014/main" id="{96D60002-2AF3-4409-8823-2CB6BBDBEA61}"/>
                </a:ext>
              </a:extLst>
            </p:cNvPr>
            <p:cNvCxnSpPr>
              <a:cxnSpLocks/>
            </p:cNvCxnSpPr>
            <p:nvPr/>
          </p:nvCxnSpPr>
          <p:spPr>
            <a:xfrm>
              <a:off x="3767220" y="5924671"/>
              <a:ext cx="449302" cy="17561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2" name="Straight Connector 2001">
              <a:extLst>
                <a:ext uri="{FF2B5EF4-FFF2-40B4-BE49-F238E27FC236}">
                  <a16:creationId xmlns:a16="http://schemas.microsoft.com/office/drawing/2014/main" id="{9463AF16-B3A2-42E7-B9FF-B055B971FF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97555" y="5999080"/>
              <a:ext cx="247213" cy="9557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3" name="Straight Connector 2002">
              <a:extLst>
                <a:ext uri="{FF2B5EF4-FFF2-40B4-BE49-F238E27FC236}">
                  <a16:creationId xmlns:a16="http://schemas.microsoft.com/office/drawing/2014/main" id="{080480A5-DC0B-44F8-B3C0-F07C78D5BA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38253" y="5801457"/>
              <a:ext cx="0" cy="1963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4" name="Straight Connector 2003">
              <a:extLst>
                <a:ext uri="{FF2B5EF4-FFF2-40B4-BE49-F238E27FC236}">
                  <a16:creationId xmlns:a16="http://schemas.microsoft.com/office/drawing/2014/main" id="{F637115A-65CE-4691-B172-68CA4A5626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2630" y="5821489"/>
              <a:ext cx="247213" cy="9557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5" name="Straight Connector 2004">
              <a:extLst>
                <a:ext uri="{FF2B5EF4-FFF2-40B4-BE49-F238E27FC236}">
                  <a16:creationId xmlns:a16="http://schemas.microsoft.com/office/drawing/2014/main" id="{52DA15F6-4629-4E7C-B6BD-7120B1066C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24592" y="5734981"/>
              <a:ext cx="0" cy="1963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6" name="Straight Connector 2005">
              <a:extLst>
                <a:ext uri="{FF2B5EF4-FFF2-40B4-BE49-F238E27FC236}">
                  <a16:creationId xmlns:a16="http://schemas.microsoft.com/office/drawing/2014/main" id="{E8D0821D-37DB-47A2-ADAB-1C4878F55F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21604" y="5562600"/>
              <a:ext cx="444838" cy="18991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7" name="Straight Connector 2006">
              <a:extLst>
                <a:ext uri="{FF2B5EF4-FFF2-40B4-BE49-F238E27FC236}">
                  <a16:creationId xmlns:a16="http://schemas.microsoft.com/office/drawing/2014/main" id="{0BE4E344-0B98-4CC0-BAEC-18B7B51E70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4474" y="5354135"/>
              <a:ext cx="0" cy="1963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8" name="Straight Connector 2007">
              <a:extLst>
                <a:ext uri="{FF2B5EF4-FFF2-40B4-BE49-F238E27FC236}">
                  <a16:creationId xmlns:a16="http://schemas.microsoft.com/office/drawing/2014/main" id="{5A2C064F-31BE-4C92-8BE7-85593E107E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52446" y="5290279"/>
              <a:ext cx="247213" cy="9557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9" name="Straight Connector 2008">
              <a:extLst>
                <a:ext uri="{FF2B5EF4-FFF2-40B4-BE49-F238E27FC236}">
                  <a16:creationId xmlns:a16="http://schemas.microsoft.com/office/drawing/2014/main" id="{790D4BBD-7A62-436F-BA16-7159D7B022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91324" y="5131534"/>
              <a:ext cx="2415" cy="16931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0" name="Straight Connector 2009">
              <a:extLst>
                <a:ext uri="{FF2B5EF4-FFF2-40B4-BE49-F238E27FC236}">
                  <a16:creationId xmlns:a16="http://schemas.microsoft.com/office/drawing/2014/main" id="{425A800C-ADD3-4C1D-8DA4-D233296D71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95510" y="5048671"/>
              <a:ext cx="247213" cy="9557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1" name="Straight Connector 2010">
              <a:extLst>
                <a:ext uri="{FF2B5EF4-FFF2-40B4-BE49-F238E27FC236}">
                  <a16:creationId xmlns:a16="http://schemas.microsoft.com/office/drawing/2014/main" id="{21AB9C8C-0244-4C64-A17B-5E94130491A2}"/>
                </a:ext>
              </a:extLst>
            </p:cNvPr>
            <p:cNvCxnSpPr>
              <a:cxnSpLocks/>
            </p:cNvCxnSpPr>
            <p:nvPr/>
          </p:nvCxnSpPr>
          <p:spPr>
            <a:xfrm>
              <a:off x="4896391" y="4939997"/>
              <a:ext cx="223147" cy="1038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2" name="Straight Connector 2011">
              <a:extLst>
                <a:ext uri="{FF2B5EF4-FFF2-40B4-BE49-F238E27FC236}">
                  <a16:creationId xmlns:a16="http://schemas.microsoft.com/office/drawing/2014/main" id="{6DC0EE2B-208C-45B4-81B9-3D74D90CC9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6860" y="4765870"/>
              <a:ext cx="2415" cy="16931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3" name="Straight Connector 2012">
              <a:extLst>
                <a:ext uri="{FF2B5EF4-FFF2-40B4-BE49-F238E27FC236}">
                  <a16:creationId xmlns:a16="http://schemas.microsoft.com/office/drawing/2014/main" id="{CB609D5F-17C8-4934-8BC6-3CE2C57FCA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6943" y="4777160"/>
              <a:ext cx="247213" cy="9557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4" name="Straight Connector 2013">
              <a:extLst>
                <a:ext uri="{FF2B5EF4-FFF2-40B4-BE49-F238E27FC236}">
                  <a16:creationId xmlns:a16="http://schemas.microsoft.com/office/drawing/2014/main" id="{8F88147F-D295-4951-AD9B-738DC08009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9638" y="4859705"/>
              <a:ext cx="8905" cy="37841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5" name="Straight Connector 2014">
              <a:extLst>
                <a:ext uri="{FF2B5EF4-FFF2-40B4-BE49-F238E27FC236}">
                  <a16:creationId xmlns:a16="http://schemas.microsoft.com/office/drawing/2014/main" id="{037AE942-97DB-4EFF-BE75-69143668F4EA}"/>
                </a:ext>
              </a:extLst>
            </p:cNvPr>
            <p:cNvCxnSpPr>
              <a:cxnSpLocks/>
            </p:cNvCxnSpPr>
            <p:nvPr/>
          </p:nvCxnSpPr>
          <p:spPr>
            <a:xfrm>
              <a:off x="4444768" y="5117522"/>
              <a:ext cx="235712" cy="11202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6" name="Straight Connector 2015">
              <a:extLst>
                <a:ext uri="{FF2B5EF4-FFF2-40B4-BE49-F238E27FC236}">
                  <a16:creationId xmlns:a16="http://schemas.microsoft.com/office/drawing/2014/main" id="{6FCB20BF-A9E0-4305-82BB-3E11BD584B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6480" y="5108636"/>
              <a:ext cx="8905" cy="37841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7" name="Straight Connector 2016">
              <a:extLst>
                <a:ext uri="{FF2B5EF4-FFF2-40B4-BE49-F238E27FC236}">
                  <a16:creationId xmlns:a16="http://schemas.microsoft.com/office/drawing/2014/main" id="{C30C65FF-99DE-4642-87FC-DE7473A013FF}"/>
                </a:ext>
              </a:extLst>
            </p:cNvPr>
            <p:cNvCxnSpPr>
              <a:cxnSpLocks/>
            </p:cNvCxnSpPr>
            <p:nvPr/>
          </p:nvCxnSpPr>
          <p:spPr>
            <a:xfrm>
              <a:off x="4224591" y="5358925"/>
              <a:ext cx="235712" cy="11202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8" name="Straight Connector 2017">
              <a:extLst>
                <a:ext uri="{FF2B5EF4-FFF2-40B4-BE49-F238E27FC236}">
                  <a16:creationId xmlns:a16="http://schemas.microsoft.com/office/drawing/2014/main" id="{A409BC0E-8486-4ABF-8EB7-EA9710BC51E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33694" y="5381135"/>
              <a:ext cx="4731" cy="19776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9" name="Straight Connector 2018">
              <a:extLst>
                <a:ext uri="{FF2B5EF4-FFF2-40B4-BE49-F238E27FC236}">
                  <a16:creationId xmlns:a16="http://schemas.microsoft.com/office/drawing/2014/main" id="{776C98F8-5CFF-4FEF-913F-E3372DD3FA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59995" y="5559512"/>
              <a:ext cx="466088" cy="20515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0" name="Straight Connector 2019">
              <a:extLst>
                <a:ext uri="{FF2B5EF4-FFF2-40B4-BE49-F238E27FC236}">
                  <a16:creationId xmlns:a16="http://schemas.microsoft.com/office/drawing/2014/main" id="{93ACC306-99CC-4977-A925-23FDBE536D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64420" y="5566903"/>
              <a:ext cx="4731" cy="19776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1" name="Straight Connector 2020">
              <a:extLst>
                <a:ext uri="{FF2B5EF4-FFF2-40B4-BE49-F238E27FC236}">
                  <a16:creationId xmlns:a16="http://schemas.microsoft.com/office/drawing/2014/main" id="{BAFA4C83-AE79-4857-A19A-61240EE122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50858" y="5495490"/>
              <a:ext cx="247213" cy="9557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2" name="Straight Connector 2021">
              <a:extLst>
                <a:ext uri="{FF2B5EF4-FFF2-40B4-BE49-F238E27FC236}">
                  <a16:creationId xmlns:a16="http://schemas.microsoft.com/office/drawing/2014/main" id="{16E18D0A-E7FE-45E9-9EB5-1426BBF91AE3}"/>
                </a:ext>
              </a:extLst>
            </p:cNvPr>
            <p:cNvCxnSpPr>
              <a:cxnSpLocks/>
            </p:cNvCxnSpPr>
            <p:nvPr/>
          </p:nvCxnSpPr>
          <p:spPr>
            <a:xfrm>
              <a:off x="3316661" y="5215610"/>
              <a:ext cx="679708" cy="28079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3" name="Straight Connector 2022">
              <a:extLst>
                <a:ext uri="{FF2B5EF4-FFF2-40B4-BE49-F238E27FC236}">
                  <a16:creationId xmlns:a16="http://schemas.microsoft.com/office/drawing/2014/main" id="{3E3558E8-8A8C-4537-9146-D1F23B734A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09739" y="5032336"/>
              <a:ext cx="4731" cy="19776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4" name="Straight Connector 2023">
              <a:extLst>
                <a:ext uri="{FF2B5EF4-FFF2-40B4-BE49-F238E27FC236}">
                  <a16:creationId xmlns:a16="http://schemas.microsoft.com/office/drawing/2014/main" id="{2949DB58-30B2-4EC9-9392-17AA71E88C81}"/>
                </a:ext>
              </a:extLst>
            </p:cNvPr>
            <p:cNvCxnSpPr>
              <a:cxnSpLocks/>
            </p:cNvCxnSpPr>
            <p:nvPr/>
          </p:nvCxnSpPr>
          <p:spPr>
            <a:xfrm>
              <a:off x="3095977" y="4768409"/>
              <a:ext cx="431032" cy="19943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5" name="Straight Connector 2024">
              <a:extLst>
                <a:ext uri="{FF2B5EF4-FFF2-40B4-BE49-F238E27FC236}">
                  <a16:creationId xmlns:a16="http://schemas.microsoft.com/office/drawing/2014/main" id="{A09D9479-50B3-402A-A4D5-6692F6D59AD8}"/>
                </a:ext>
              </a:extLst>
            </p:cNvPr>
            <p:cNvCxnSpPr>
              <a:cxnSpLocks/>
            </p:cNvCxnSpPr>
            <p:nvPr/>
          </p:nvCxnSpPr>
          <p:spPr>
            <a:xfrm>
              <a:off x="3091240" y="4948555"/>
              <a:ext cx="223147" cy="1038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6" name="Straight Connector 2025">
              <a:extLst>
                <a:ext uri="{FF2B5EF4-FFF2-40B4-BE49-F238E27FC236}">
                  <a16:creationId xmlns:a16="http://schemas.microsoft.com/office/drawing/2014/main" id="{6035B73D-6674-407A-91AB-57A748E8F3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93023" y="4772976"/>
              <a:ext cx="2605" cy="1979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7" name="Straight Connector 2026">
              <a:extLst>
                <a:ext uri="{FF2B5EF4-FFF2-40B4-BE49-F238E27FC236}">
                  <a16:creationId xmlns:a16="http://schemas.microsoft.com/office/drawing/2014/main" id="{45802BB6-BF09-4A5E-9F3A-6E117CE568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8814" y="4949877"/>
              <a:ext cx="2605" cy="1979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8" name="Straight Connector 2027">
              <a:extLst>
                <a:ext uri="{FF2B5EF4-FFF2-40B4-BE49-F238E27FC236}">
                  <a16:creationId xmlns:a16="http://schemas.microsoft.com/office/drawing/2014/main" id="{D0BDB4C1-9DB9-40B3-BFF6-B4928942252F}"/>
                </a:ext>
              </a:extLst>
            </p:cNvPr>
            <p:cNvCxnSpPr>
              <a:cxnSpLocks/>
            </p:cNvCxnSpPr>
            <p:nvPr/>
          </p:nvCxnSpPr>
          <p:spPr>
            <a:xfrm>
              <a:off x="3520593" y="5121441"/>
              <a:ext cx="253988" cy="1112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9" name="Straight Connector 2028">
              <a:extLst>
                <a:ext uri="{FF2B5EF4-FFF2-40B4-BE49-F238E27FC236}">
                  <a16:creationId xmlns:a16="http://schemas.microsoft.com/office/drawing/2014/main" id="{91411086-AF4C-492F-991D-CF477A5634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62607" y="5140694"/>
              <a:ext cx="247213" cy="9557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0" name="Straight Connector 2029">
              <a:extLst>
                <a:ext uri="{FF2B5EF4-FFF2-40B4-BE49-F238E27FC236}">
                  <a16:creationId xmlns:a16="http://schemas.microsoft.com/office/drawing/2014/main" id="{CEEA41F5-5506-4C76-927D-11B0CE82CD61}"/>
                </a:ext>
              </a:extLst>
            </p:cNvPr>
            <p:cNvCxnSpPr>
              <a:cxnSpLocks/>
            </p:cNvCxnSpPr>
            <p:nvPr/>
          </p:nvCxnSpPr>
          <p:spPr>
            <a:xfrm>
              <a:off x="3733562" y="5047516"/>
              <a:ext cx="253988" cy="1112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1" name="Straight Connector 2030">
              <a:extLst>
                <a:ext uri="{FF2B5EF4-FFF2-40B4-BE49-F238E27FC236}">
                  <a16:creationId xmlns:a16="http://schemas.microsoft.com/office/drawing/2014/main" id="{03BD6AB0-212E-4A01-9155-AD4E315918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66416" y="4863357"/>
              <a:ext cx="2605" cy="1979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2" name="Straight Connector 2031">
              <a:extLst>
                <a:ext uri="{FF2B5EF4-FFF2-40B4-BE49-F238E27FC236}">
                  <a16:creationId xmlns:a16="http://schemas.microsoft.com/office/drawing/2014/main" id="{6C4B236B-ECC4-4794-8D83-7093990E6BE1}"/>
                </a:ext>
              </a:extLst>
            </p:cNvPr>
            <p:cNvCxnSpPr>
              <a:cxnSpLocks/>
            </p:cNvCxnSpPr>
            <p:nvPr/>
          </p:nvCxnSpPr>
          <p:spPr>
            <a:xfrm>
              <a:off x="3343419" y="4693573"/>
              <a:ext cx="442117" cy="19706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3" name="Straight Connector 2032">
              <a:extLst>
                <a:ext uri="{FF2B5EF4-FFF2-40B4-BE49-F238E27FC236}">
                  <a16:creationId xmlns:a16="http://schemas.microsoft.com/office/drawing/2014/main" id="{ECD7A73C-652D-429A-9E87-A5DAD5417A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96322" y="4591995"/>
              <a:ext cx="259973" cy="10964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4" name="Straight Connector 2033">
              <a:extLst>
                <a:ext uri="{FF2B5EF4-FFF2-40B4-BE49-F238E27FC236}">
                  <a16:creationId xmlns:a16="http://schemas.microsoft.com/office/drawing/2014/main" id="{815C4CDC-4661-467E-9074-BF8BDE8CFEDD}"/>
                </a:ext>
              </a:extLst>
            </p:cNvPr>
            <p:cNvCxnSpPr>
              <a:cxnSpLocks/>
            </p:cNvCxnSpPr>
            <p:nvPr/>
          </p:nvCxnSpPr>
          <p:spPr>
            <a:xfrm>
              <a:off x="3542737" y="4604445"/>
              <a:ext cx="442117" cy="19706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5" name="Straight Connector 2034">
              <a:extLst>
                <a:ext uri="{FF2B5EF4-FFF2-40B4-BE49-F238E27FC236}">
                  <a16:creationId xmlns:a16="http://schemas.microsoft.com/office/drawing/2014/main" id="{6188EC30-0510-4F1C-89FF-36B23F3146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76433" y="4798898"/>
              <a:ext cx="2605" cy="1979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6" name="Straight Connector 2035">
              <a:extLst>
                <a:ext uri="{FF2B5EF4-FFF2-40B4-BE49-F238E27FC236}">
                  <a16:creationId xmlns:a16="http://schemas.microsoft.com/office/drawing/2014/main" id="{EF7C9B73-BF79-4773-BB19-6954029B4D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73274" y="4868544"/>
              <a:ext cx="259973" cy="10964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7" name="Straight Connector 2036">
              <a:extLst>
                <a:ext uri="{FF2B5EF4-FFF2-40B4-BE49-F238E27FC236}">
                  <a16:creationId xmlns:a16="http://schemas.microsoft.com/office/drawing/2014/main" id="{4B382BE7-DDDB-4E3C-A115-709496C704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5134" y="4689570"/>
              <a:ext cx="2605" cy="1979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8" name="Straight Connector 2037">
              <a:extLst>
                <a:ext uri="{FF2B5EF4-FFF2-40B4-BE49-F238E27FC236}">
                  <a16:creationId xmlns:a16="http://schemas.microsoft.com/office/drawing/2014/main" id="{4EBFE5B7-82A7-4EDB-ACE3-D96E531A5CA9}"/>
                </a:ext>
              </a:extLst>
            </p:cNvPr>
            <p:cNvCxnSpPr>
              <a:cxnSpLocks/>
            </p:cNvCxnSpPr>
            <p:nvPr/>
          </p:nvCxnSpPr>
          <p:spPr>
            <a:xfrm>
              <a:off x="3785619" y="4514895"/>
              <a:ext cx="442117" cy="19706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9" name="Straight Connector 2038">
              <a:extLst>
                <a:ext uri="{FF2B5EF4-FFF2-40B4-BE49-F238E27FC236}">
                  <a16:creationId xmlns:a16="http://schemas.microsoft.com/office/drawing/2014/main" id="{704773B6-2751-4B98-B583-2E9C7930AA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77709" y="4444747"/>
              <a:ext cx="248680" cy="7693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0" name="Straight Connector 2039">
              <a:extLst>
                <a:ext uri="{FF2B5EF4-FFF2-40B4-BE49-F238E27FC236}">
                  <a16:creationId xmlns:a16="http://schemas.microsoft.com/office/drawing/2014/main" id="{E357FC50-FEFA-4EE3-B75A-619CDDF43FD2}"/>
                </a:ext>
              </a:extLst>
            </p:cNvPr>
            <p:cNvCxnSpPr>
              <a:cxnSpLocks/>
            </p:cNvCxnSpPr>
            <p:nvPr/>
          </p:nvCxnSpPr>
          <p:spPr>
            <a:xfrm>
              <a:off x="4017366" y="4433001"/>
              <a:ext cx="442117" cy="19706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1" name="Straight Connector 2040">
              <a:extLst>
                <a:ext uri="{FF2B5EF4-FFF2-40B4-BE49-F238E27FC236}">
                  <a16:creationId xmlns:a16="http://schemas.microsoft.com/office/drawing/2014/main" id="{93D080C7-4531-420A-9D85-091BA1455A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24599" y="4538306"/>
              <a:ext cx="245365" cy="7775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2" name="Straight Connector 2041">
              <a:extLst>
                <a:ext uri="{FF2B5EF4-FFF2-40B4-BE49-F238E27FC236}">
                  <a16:creationId xmlns:a16="http://schemas.microsoft.com/office/drawing/2014/main" id="{C74C9CBF-85E1-45F7-A239-97EF096DF88E}"/>
                </a:ext>
              </a:extLst>
            </p:cNvPr>
            <p:cNvCxnSpPr>
              <a:cxnSpLocks/>
            </p:cNvCxnSpPr>
            <p:nvPr/>
          </p:nvCxnSpPr>
          <p:spPr>
            <a:xfrm>
              <a:off x="4221604" y="4351963"/>
              <a:ext cx="442870" cy="17488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3" name="Straight Connector 2042">
              <a:extLst>
                <a:ext uri="{FF2B5EF4-FFF2-40B4-BE49-F238E27FC236}">
                  <a16:creationId xmlns:a16="http://schemas.microsoft.com/office/drawing/2014/main" id="{9FC406BE-8E42-4700-91AF-7AE30452E2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1486" y="4272603"/>
              <a:ext cx="245365" cy="7775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4" name="Straight Connector 2043">
              <a:extLst>
                <a:ext uri="{FF2B5EF4-FFF2-40B4-BE49-F238E27FC236}">
                  <a16:creationId xmlns:a16="http://schemas.microsoft.com/office/drawing/2014/main" id="{C39DD1C4-AC6F-43B7-A258-E166C076A49C}"/>
                </a:ext>
              </a:extLst>
            </p:cNvPr>
            <p:cNvCxnSpPr>
              <a:cxnSpLocks/>
            </p:cNvCxnSpPr>
            <p:nvPr/>
          </p:nvCxnSpPr>
          <p:spPr>
            <a:xfrm>
              <a:off x="4452595" y="4259290"/>
              <a:ext cx="442870" cy="17488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5" name="Straight Connector 2044">
              <a:extLst>
                <a:ext uri="{FF2B5EF4-FFF2-40B4-BE49-F238E27FC236}">
                  <a16:creationId xmlns:a16="http://schemas.microsoft.com/office/drawing/2014/main" id="{0584CB18-2E2C-45F1-949B-5E01453C31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91987" y="4253331"/>
              <a:ext cx="2605" cy="1979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6" name="Straight Connector 2045">
              <a:extLst>
                <a:ext uri="{FF2B5EF4-FFF2-40B4-BE49-F238E27FC236}">
                  <a16:creationId xmlns:a16="http://schemas.microsoft.com/office/drawing/2014/main" id="{FEDD6023-7F6F-4B83-8BFE-F0869AC6A2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74807" y="4184526"/>
              <a:ext cx="245365" cy="7775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7" name="Straight Connector 2046">
              <a:extLst>
                <a:ext uri="{FF2B5EF4-FFF2-40B4-BE49-F238E27FC236}">
                  <a16:creationId xmlns:a16="http://schemas.microsoft.com/office/drawing/2014/main" id="{9F050D7B-C2F6-4D8B-B868-421BEC4A05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1695" y="3984080"/>
              <a:ext cx="2605" cy="1979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8" name="Straight Connector 2047">
              <a:extLst>
                <a:ext uri="{FF2B5EF4-FFF2-40B4-BE49-F238E27FC236}">
                  <a16:creationId xmlns:a16="http://schemas.microsoft.com/office/drawing/2014/main" id="{D43B3153-3A3A-4418-8AD3-DCDD2BAAE8A6}"/>
                </a:ext>
              </a:extLst>
            </p:cNvPr>
            <p:cNvCxnSpPr>
              <a:cxnSpLocks/>
            </p:cNvCxnSpPr>
            <p:nvPr/>
          </p:nvCxnSpPr>
          <p:spPr>
            <a:xfrm>
              <a:off x="4899659" y="3913768"/>
              <a:ext cx="214595" cy="7922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9" name="Straight Connector 2048">
              <a:extLst>
                <a:ext uri="{FF2B5EF4-FFF2-40B4-BE49-F238E27FC236}">
                  <a16:creationId xmlns:a16="http://schemas.microsoft.com/office/drawing/2014/main" id="{FC509892-B119-4437-9FCD-C715C403A1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4777" y="3904159"/>
              <a:ext cx="2605" cy="1979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0" name="Straight Connector 2049">
              <a:extLst>
                <a:ext uri="{FF2B5EF4-FFF2-40B4-BE49-F238E27FC236}">
                  <a16:creationId xmlns:a16="http://schemas.microsoft.com/office/drawing/2014/main" id="{49827DE2-28C9-489A-9B43-BFA6A7B072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8791" y="4095011"/>
              <a:ext cx="245365" cy="7775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1" name="Straight Connector 2050">
              <a:extLst>
                <a:ext uri="{FF2B5EF4-FFF2-40B4-BE49-F238E27FC236}">
                  <a16:creationId xmlns:a16="http://schemas.microsoft.com/office/drawing/2014/main" id="{2C2EBF76-F3D1-4AF2-97D3-0712D1CAFE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5938" y="3833097"/>
              <a:ext cx="2605" cy="33589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2" name="Straight Connector 2051">
              <a:extLst>
                <a:ext uri="{FF2B5EF4-FFF2-40B4-BE49-F238E27FC236}">
                  <a16:creationId xmlns:a16="http://schemas.microsoft.com/office/drawing/2014/main" id="{FD157762-60B7-47CA-8E79-D2FC444F37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4234" y="3837862"/>
              <a:ext cx="245365" cy="7775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3" name="Straight Connector 2052">
              <a:extLst>
                <a:ext uri="{FF2B5EF4-FFF2-40B4-BE49-F238E27FC236}">
                  <a16:creationId xmlns:a16="http://schemas.microsoft.com/office/drawing/2014/main" id="{71329B24-9FA7-44E6-AE49-D7197C1AE5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7665" y="3376470"/>
              <a:ext cx="1818" cy="5308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4" name="Straight Connector 2053">
              <a:extLst>
                <a:ext uri="{FF2B5EF4-FFF2-40B4-BE49-F238E27FC236}">
                  <a16:creationId xmlns:a16="http://schemas.microsoft.com/office/drawing/2014/main" id="{F3641114-21A8-46FC-9DDE-EE5940B445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0584" y="3384481"/>
              <a:ext cx="245365" cy="7775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5" name="Straight Connector 2054">
              <a:extLst>
                <a:ext uri="{FF2B5EF4-FFF2-40B4-BE49-F238E27FC236}">
                  <a16:creationId xmlns:a16="http://schemas.microsoft.com/office/drawing/2014/main" id="{F409F2AE-8A62-4843-B3A6-C39F91C7EB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31143" y="3461986"/>
              <a:ext cx="1818" cy="5308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6" name="Straight Connector 2055">
              <a:extLst>
                <a:ext uri="{FF2B5EF4-FFF2-40B4-BE49-F238E27FC236}">
                  <a16:creationId xmlns:a16="http://schemas.microsoft.com/office/drawing/2014/main" id="{DC830431-31E1-4D50-8416-81A811FC0B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3241" y="4009374"/>
              <a:ext cx="245365" cy="7775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7" name="Straight Connector 2056">
              <a:extLst>
                <a:ext uri="{FF2B5EF4-FFF2-40B4-BE49-F238E27FC236}">
                  <a16:creationId xmlns:a16="http://schemas.microsoft.com/office/drawing/2014/main" id="{50EFD81E-6761-46E1-B87F-1D840925AF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12263" y="3903489"/>
              <a:ext cx="2605" cy="1979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Straight Connector 2057">
              <a:extLst>
                <a:ext uri="{FF2B5EF4-FFF2-40B4-BE49-F238E27FC236}">
                  <a16:creationId xmlns:a16="http://schemas.microsoft.com/office/drawing/2014/main" id="{2F1991D3-8EA7-483F-AA7C-31B7E91FEC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09974" y="4070082"/>
              <a:ext cx="2605" cy="1979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9" name="Straight Connector 2058">
              <a:extLst>
                <a:ext uri="{FF2B5EF4-FFF2-40B4-BE49-F238E27FC236}">
                  <a16:creationId xmlns:a16="http://schemas.microsoft.com/office/drawing/2014/main" id="{A9ACDF7E-1855-4F18-B904-2105381A9D9F}"/>
                </a:ext>
              </a:extLst>
            </p:cNvPr>
            <p:cNvCxnSpPr>
              <a:cxnSpLocks/>
            </p:cNvCxnSpPr>
            <p:nvPr/>
          </p:nvCxnSpPr>
          <p:spPr>
            <a:xfrm>
              <a:off x="3781536" y="4180439"/>
              <a:ext cx="214595" cy="7922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0" name="Straight Connector 2059">
              <a:extLst>
                <a:ext uri="{FF2B5EF4-FFF2-40B4-BE49-F238E27FC236}">
                  <a16:creationId xmlns:a16="http://schemas.microsoft.com/office/drawing/2014/main" id="{80B9CE30-D56C-4126-8E05-B1B7D367FF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87972" y="3991099"/>
              <a:ext cx="2605" cy="1979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1" name="Straight Connector 2060">
              <a:extLst>
                <a:ext uri="{FF2B5EF4-FFF2-40B4-BE49-F238E27FC236}">
                  <a16:creationId xmlns:a16="http://schemas.microsoft.com/office/drawing/2014/main" id="{7C690E35-27D8-43CF-A42F-4521AC4C52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68435" y="3896432"/>
              <a:ext cx="238988" cy="10461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2" name="Straight Connector 2061">
              <a:extLst>
                <a:ext uri="{FF2B5EF4-FFF2-40B4-BE49-F238E27FC236}">
                  <a16:creationId xmlns:a16="http://schemas.microsoft.com/office/drawing/2014/main" id="{43F0A3CA-6B22-4ACB-8A55-9AD190AEAD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93039" y="3376470"/>
              <a:ext cx="6833" cy="52938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3" name="Straight Connector 2062">
              <a:extLst>
                <a:ext uri="{FF2B5EF4-FFF2-40B4-BE49-F238E27FC236}">
                  <a16:creationId xmlns:a16="http://schemas.microsoft.com/office/drawing/2014/main" id="{B3374807-9186-4CFB-A887-B0FE1776AB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60600" y="3394375"/>
              <a:ext cx="245365" cy="7775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4" name="Straight Connector 2063">
              <a:extLst>
                <a:ext uri="{FF2B5EF4-FFF2-40B4-BE49-F238E27FC236}">
                  <a16:creationId xmlns:a16="http://schemas.microsoft.com/office/drawing/2014/main" id="{22BB97E0-6071-4035-9BB0-C31B0E1E8D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64044" y="3449768"/>
              <a:ext cx="2605" cy="1979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5" name="Straight Connector 2064">
              <a:extLst>
                <a:ext uri="{FF2B5EF4-FFF2-40B4-BE49-F238E27FC236}">
                  <a16:creationId xmlns:a16="http://schemas.microsoft.com/office/drawing/2014/main" id="{87BBAF89-C138-4D7A-9D4A-13030A8D810A}"/>
                </a:ext>
              </a:extLst>
            </p:cNvPr>
            <p:cNvCxnSpPr>
              <a:cxnSpLocks/>
            </p:cNvCxnSpPr>
            <p:nvPr/>
          </p:nvCxnSpPr>
          <p:spPr>
            <a:xfrm>
              <a:off x="3548252" y="3561881"/>
              <a:ext cx="214595" cy="7922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6" name="Straight Connector 2065">
              <a:extLst>
                <a:ext uri="{FF2B5EF4-FFF2-40B4-BE49-F238E27FC236}">
                  <a16:creationId xmlns:a16="http://schemas.microsoft.com/office/drawing/2014/main" id="{1AD96481-0294-478D-81B6-2B528EC427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51750" y="3390289"/>
              <a:ext cx="2605" cy="1979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7" name="Straight Connector 2066">
              <a:extLst>
                <a:ext uri="{FF2B5EF4-FFF2-40B4-BE49-F238E27FC236}">
                  <a16:creationId xmlns:a16="http://schemas.microsoft.com/office/drawing/2014/main" id="{D13BECBF-D290-45C7-A796-7BFA82B88CEC}"/>
                </a:ext>
              </a:extLst>
            </p:cNvPr>
            <p:cNvCxnSpPr>
              <a:cxnSpLocks/>
            </p:cNvCxnSpPr>
            <p:nvPr/>
          </p:nvCxnSpPr>
          <p:spPr>
            <a:xfrm>
              <a:off x="3329731" y="3298161"/>
              <a:ext cx="214595" cy="7922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8" name="Straight Connector 2067">
              <a:extLst>
                <a:ext uri="{FF2B5EF4-FFF2-40B4-BE49-F238E27FC236}">
                  <a16:creationId xmlns:a16="http://schemas.microsoft.com/office/drawing/2014/main" id="{81F5B1B2-E235-4F3B-A2CD-2D992EDB4D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6661" y="3277613"/>
              <a:ext cx="9042" cy="54352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9" name="Straight Connector 2068">
              <a:extLst>
                <a:ext uri="{FF2B5EF4-FFF2-40B4-BE49-F238E27FC236}">
                  <a16:creationId xmlns:a16="http://schemas.microsoft.com/office/drawing/2014/main" id="{3D1A008A-F945-4115-9594-EE1F6FDABAB8}"/>
                </a:ext>
              </a:extLst>
            </p:cNvPr>
            <p:cNvCxnSpPr>
              <a:cxnSpLocks/>
            </p:cNvCxnSpPr>
            <p:nvPr/>
          </p:nvCxnSpPr>
          <p:spPr>
            <a:xfrm>
              <a:off x="3334498" y="3817151"/>
              <a:ext cx="214595" cy="7922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0" name="Straight Connector 2069">
              <a:extLst>
                <a:ext uri="{FF2B5EF4-FFF2-40B4-BE49-F238E27FC236}">
                  <a16:creationId xmlns:a16="http://schemas.microsoft.com/office/drawing/2014/main" id="{42A86C75-4AEE-49B3-88B8-ECBFCCAD0E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51369" y="3888476"/>
              <a:ext cx="2605" cy="1979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1" name="Straight Connector 2070">
              <a:extLst>
                <a:ext uri="{FF2B5EF4-FFF2-40B4-BE49-F238E27FC236}">
                  <a16:creationId xmlns:a16="http://schemas.microsoft.com/office/drawing/2014/main" id="{09736470-BC77-40AD-B410-92651E968126}"/>
                </a:ext>
              </a:extLst>
            </p:cNvPr>
            <p:cNvCxnSpPr>
              <a:cxnSpLocks/>
            </p:cNvCxnSpPr>
            <p:nvPr/>
          </p:nvCxnSpPr>
          <p:spPr>
            <a:xfrm>
              <a:off x="3326147" y="3994098"/>
              <a:ext cx="214595" cy="7922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2" name="Straight Connector 2071">
              <a:extLst>
                <a:ext uri="{FF2B5EF4-FFF2-40B4-BE49-F238E27FC236}">
                  <a16:creationId xmlns:a16="http://schemas.microsoft.com/office/drawing/2014/main" id="{DA01C171-B1C2-4C41-B699-79F04ED789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91240" y="3992828"/>
              <a:ext cx="247845" cy="10860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3" name="Straight Connector 2072">
              <a:extLst>
                <a:ext uri="{FF2B5EF4-FFF2-40B4-BE49-F238E27FC236}">
                  <a16:creationId xmlns:a16="http://schemas.microsoft.com/office/drawing/2014/main" id="{CD715329-F625-4664-B06A-AF0E81904B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07776" y="4094890"/>
              <a:ext cx="2605" cy="1979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4" name="Straight Connector 2073">
              <a:extLst>
                <a:ext uri="{FF2B5EF4-FFF2-40B4-BE49-F238E27FC236}">
                  <a16:creationId xmlns:a16="http://schemas.microsoft.com/office/drawing/2014/main" id="{B503093F-FBF6-45AF-9C2F-02428D3406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60243" y="4257458"/>
              <a:ext cx="247845" cy="10860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5" name="Straight Connector 2074">
              <a:extLst>
                <a:ext uri="{FF2B5EF4-FFF2-40B4-BE49-F238E27FC236}">
                  <a16:creationId xmlns:a16="http://schemas.microsoft.com/office/drawing/2014/main" id="{1E4AA55F-7FBD-4AC1-A840-95AA136917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67619" y="4354840"/>
              <a:ext cx="2605" cy="1979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6" name="Straight Connector 2075">
              <a:extLst>
                <a:ext uri="{FF2B5EF4-FFF2-40B4-BE49-F238E27FC236}">
                  <a16:creationId xmlns:a16="http://schemas.microsoft.com/office/drawing/2014/main" id="{FAFF5338-512B-4F22-8828-B14DE1714545}"/>
                </a:ext>
              </a:extLst>
            </p:cNvPr>
            <p:cNvCxnSpPr>
              <a:cxnSpLocks/>
            </p:cNvCxnSpPr>
            <p:nvPr/>
          </p:nvCxnSpPr>
          <p:spPr>
            <a:xfrm>
              <a:off x="2625703" y="4458397"/>
              <a:ext cx="214595" cy="7922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7" name="Straight Connector 2076">
              <a:extLst>
                <a:ext uri="{FF2B5EF4-FFF2-40B4-BE49-F238E27FC236}">
                  <a16:creationId xmlns:a16="http://schemas.microsoft.com/office/drawing/2014/main" id="{44711249-6C28-4DFB-A5F7-7DC927F025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9038" y="4262281"/>
              <a:ext cx="2605" cy="1979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8" name="Straight Connector 2077">
              <a:extLst>
                <a:ext uri="{FF2B5EF4-FFF2-40B4-BE49-F238E27FC236}">
                  <a16:creationId xmlns:a16="http://schemas.microsoft.com/office/drawing/2014/main" id="{5CDE409F-2545-4C08-B2E3-510DA18788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36523" y="4166643"/>
              <a:ext cx="247845" cy="10860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9" name="Straight Connector 2078">
              <a:extLst>
                <a:ext uri="{FF2B5EF4-FFF2-40B4-BE49-F238E27FC236}">
                  <a16:creationId xmlns:a16="http://schemas.microsoft.com/office/drawing/2014/main" id="{B5AF56E9-46CB-4454-B209-365CA0DF15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2790" y="3985547"/>
              <a:ext cx="2605" cy="1979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0" name="Straight Connector 2079">
              <a:extLst>
                <a:ext uri="{FF2B5EF4-FFF2-40B4-BE49-F238E27FC236}">
                  <a16:creationId xmlns:a16="http://schemas.microsoft.com/office/drawing/2014/main" id="{E5834D20-1D4F-4F18-9A29-94F7E3902A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4092" y="3904439"/>
              <a:ext cx="247845" cy="10860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1" name="Straight Connector 2080">
              <a:extLst>
                <a:ext uri="{FF2B5EF4-FFF2-40B4-BE49-F238E27FC236}">
                  <a16:creationId xmlns:a16="http://schemas.microsoft.com/office/drawing/2014/main" id="{10E7BE7F-DDEF-4C63-B78D-F3E63021C1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91240" y="3222149"/>
              <a:ext cx="14263" cy="71187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2" name="Straight Connector 2081">
              <a:extLst>
                <a:ext uri="{FF2B5EF4-FFF2-40B4-BE49-F238E27FC236}">
                  <a16:creationId xmlns:a16="http://schemas.microsoft.com/office/drawing/2014/main" id="{C0FD642A-9B96-46CF-A5CD-EF54C609FFC3}"/>
                </a:ext>
              </a:extLst>
            </p:cNvPr>
            <p:cNvCxnSpPr>
              <a:cxnSpLocks/>
            </p:cNvCxnSpPr>
            <p:nvPr/>
          </p:nvCxnSpPr>
          <p:spPr>
            <a:xfrm>
              <a:off x="2874384" y="3126229"/>
              <a:ext cx="214595" cy="7922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3" name="Straight Connector 2082">
              <a:extLst>
                <a:ext uri="{FF2B5EF4-FFF2-40B4-BE49-F238E27FC236}">
                  <a16:creationId xmlns:a16="http://schemas.microsoft.com/office/drawing/2014/main" id="{F59C2021-6DDA-4E17-8F81-B089F5C1249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84995" y="3105545"/>
              <a:ext cx="14263" cy="71187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4" name="Straight Connector 2083">
              <a:extLst>
                <a:ext uri="{FF2B5EF4-FFF2-40B4-BE49-F238E27FC236}">
                  <a16:creationId xmlns:a16="http://schemas.microsoft.com/office/drawing/2014/main" id="{FF9983EC-3967-42E7-B7D2-57A4D256F8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1428" y="3814284"/>
              <a:ext cx="247845" cy="10860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5" name="Straight Connector 2084">
              <a:extLst>
                <a:ext uri="{FF2B5EF4-FFF2-40B4-BE49-F238E27FC236}">
                  <a16:creationId xmlns:a16="http://schemas.microsoft.com/office/drawing/2014/main" id="{070F7FB9-7337-44AE-A3B7-7BEA30FEBD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0126" y="3920034"/>
              <a:ext cx="2605" cy="1979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6" name="Straight Connector 2085">
              <a:extLst>
                <a:ext uri="{FF2B5EF4-FFF2-40B4-BE49-F238E27FC236}">
                  <a16:creationId xmlns:a16="http://schemas.microsoft.com/office/drawing/2014/main" id="{E70F7BC0-EE1F-4026-A71A-62145BC67218}"/>
                </a:ext>
              </a:extLst>
            </p:cNvPr>
            <p:cNvCxnSpPr>
              <a:cxnSpLocks/>
            </p:cNvCxnSpPr>
            <p:nvPr/>
          </p:nvCxnSpPr>
          <p:spPr>
            <a:xfrm>
              <a:off x="2426235" y="3994098"/>
              <a:ext cx="254033" cy="9100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7" name="Straight Connector 2086">
              <a:extLst>
                <a:ext uri="{FF2B5EF4-FFF2-40B4-BE49-F238E27FC236}">
                  <a16:creationId xmlns:a16="http://schemas.microsoft.com/office/drawing/2014/main" id="{E06D2CFA-5796-4DB3-943E-A661A6985E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5103" y="3824145"/>
              <a:ext cx="2605" cy="1979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8" name="Straight Connector 2087">
              <a:extLst>
                <a:ext uri="{FF2B5EF4-FFF2-40B4-BE49-F238E27FC236}">
                  <a16:creationId xmlns:a16="http://schemas.microsoft.com/office/drawing/2014/main" id="{B056B39B-205B-40D4-AA20-E25ECF1172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45194" y="3740140"/>
              <a:ext cx="247845" cy="10860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9" name="Straight Connector 2088">
              <a:extLst>
                <a:ext uri="{FF2B5EF4-FFF2-40B4-BE49-F238E27FC236}">
                  <a16:creationId xmlns:a16="http://schemas.microsoft.com/office/drawing/2014/main" id="{7C61F051-7D58-4656-89B1-A5E07B727C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9636" y="3570527"/>
              <a:ext cx="2605" cy="1979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Straight Connector 2089">
              <a:extLst>
                <a:ext uri="{FF2B5EF4-FFF2-40B4-BE49-F238E27FC236}">
                  <a16:creationId xmlns:a16="http://schemas.microsoft.com/office/drawing/2014/main" id="{B7C84C9E-4A26-4F7E-8C73-CED627606C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99321" y="3547822"/>
              <a:ext cx="475511" cy="19365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Straight Connector 2090">
              <a:extLst>
                <a:ext uri="{FF2B5EF4-FFF2-40B4-BE49-F238E27FC236}">
                  <a16:creationId xmlns:a16="http://schemas.microsoft.com/office/drawing/2014/main" id="{9257F1E9-B193-4071-8BC9-9D524F6461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71656" y="3647709"/>
              <a:ext cx="227853" cy="10516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Straight Connector 2091">
              <a:extLst>
                <a:ext uri="{FF2B5EF4-FFF2-40B4-BE49-F238E27FC236}">
                  <a16:creationId xmlns:a16="http://schemas.microsoft.com/office/drawing/2014/main" id="{28026CA9-0BEC-4E87-8948-D92BF583F5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70663" y="3561881"/>
              <a:ext cx="232004" cy="8244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3" name="Straight Connector 2092">
              <a:extLst>
                <a:ext uri="{FF2B5EF4-FFF2-40B4-BE49-F238E27FC236}">
                  <a16:creationId xmlns:a16="http://schemas.microsoft.com/office/drawing/2014/main" id="{69AB77EF-01AB-4632-9E2B-F25FEA853F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71050" y="3471242"/>
              <a:ext cx="227852" cy="10516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4" name="Straight Connector 2093">
              <a:extLst>
                <a:ext uri="{FF2B5EF4-FFF2-40B4-BE49-F238E27FC236}">
                  <a16:creationId xmlns:a16="http://schemas.microsoft.com/office/drawing/2014/main" id="{1DBE8850-4A75-4769-9529-80AE43B50F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73089" y="3359252"/>
              <a:ext cx="244812" cy="13183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5" name="Straight Connector 2094">
              <a:extLst>
                <a:ext uri="{FF2B5EF4-FFF2-40B4-BE49-F238E27FC236}">
                  <a16:creationId xmlns:a16="http://schemas.microsoft.com/office/drawing/2014/main" id="{9A081612-3958-490B-9DD6-2D07AD2073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96294" y="3201738"/>
              <a:ext cx="2605" cy="1979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6" name="Straight Connector 2095">
              <a:extLst>
                <a:ext uri="{FF2B5EF4-FFF2-40B4-BE49-F238E27FC236}">
                  <a16:creationId xmlns:a16="http://schemas.microsoft.com/office/drawing/2014/main" id="{0236BE39-9673-45F0-BE29-95F68B577F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91962" y="3045024"/>
              <a:ext cx="455960" cy="18917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7" name="Straight Connector 2096">
              <a:extLst>
                <a:ext uri="{FF2B5EF4-FFF2-40B4-BE49-F238E27FC236}">
                  <a16:creationId xmlns:a16="http://schemas.microsoft.com/office/drawing/2014/main" id="{BA241367-BD8B-4464-BA35-77F5E81744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9255" y="2861077"/>
              <a:ext cx="2605" cy="1979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8" name="Straight Connector 2097">
              <a:extLst>
                <a:ext uri="{FF2B5EF4-FFF2-40B4-BE49-F238E27FC236}">
                  <a16:creationId xmlns:a16="http://schemas.microsoft.com/office/drawing/2014/main" id="{F4F6A961-C5C0-492D-9C4F-669204D87A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23569" y="2775137"/>
              <a:ext cx="227852" cy="10516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9" name="Straight Connector 2098">
              <a:extLst>
                <a:ext uri="{FF2B5EF4-FFF2-40B4-BE49-F238E27FC236}">
                  <a16:creationId xmlns:a16="http://schemas.microsoft.com/office/drawing/2014/main" id="{2C08F11D-9358-4AD6-A3E1-C0822625C0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1953" y="2764416"/>
              <a:ext cx="2605" cy="1979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0" name="Straight Connector 2099">
              <a:extLst>
                <a:ext uri="{FF2B5EF4-FFF2-40B4-BE49-F238E27FC236}">
                  <a16:creationId xmlns:a16="http://schemas.microsoft.com/office/drawing/2014/main" id="{3916CA47-2CBB-41EE-B99B-1FDD76D95F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93587" y="2937641"/>
              <a:ext cx="244812" cy="13183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1" name="Straight Connector 2100">
              <a:extLst>
                <a:ext uri="{FF2B5EF4-FFF2-40B4-BE49-F238E27FC236}">
                  <a16:creationId xmlns:a16="http://schemas.microsoft.com/office/drawing/2014/main" id="{601E857C-049A-4888-BE52-CF46069B8B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8112" y="2696374"/>
              <a:ext cx="0" cy="37228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2" name="Straight Connector 2101">
              <a:extLst>
                <a:ext uri="{FF2B5EF4-FFF2-40B4-BE49-F238E27FC236}">
                  <a16:creationId xmlns:a16="http://schemas.microsoft.com/office/drawing/2014/main" id="{1B353A5F-CE11-46B4-914A-F6072884E1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78557" y="2658076"/>
              <a:ext cx="244812" cy="13183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3" name="Straight Connector 2102">
              <a:extLst>
                <a:ext uri="{FF2B5EF4-FFF2-40B4-BE49-F238E27FC236}">
                  <a16:creationId xmlns:a16="http://schemas.microsoft.com/office/drawing/2014/main" id="{04719149-710E-485A-9B3C-6C6FA49E3C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74854" y="2767324"/>
              <a:ext cx="14314" cy="530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4" name="Straight Connector 2103">
              <a:extLst>
                <a:ext uri="{FF2B5EF4-FFF2-40B4-BE49-F238E27FC236}">
                  <a16:creationId xmlns:a16="http://schemas.microsoft.com/office/drawing/2014/main" id="{52148441-120A-4CB6-9BEF-A42C803A25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53768" y="3195415"/>
              <a:ext cx="227852" cy="10516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5" name="Straight Connector 2104">
              <a:extLst>
                <a:ext uri="{FF2B5EF4-FFF2-40B4-BE49-F238E27FC236}">
                  <a16:creationId xmlns:a16="http://schemas.microsoft.com/office/drawing/2014/main" id="{76F40685-A6F2-4EB0-B9A5-97EB7587FD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28003" y="3217393"/>
              <a:ext cx="232004" cy="8244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6" name="Straight Connector 2105">
              <a:extLst>
                <a:ext uri="{FF2B5EF4-FFF2-40B4-BE49-F238E27FC236}">
                  <a16:creationId xmlns:a16="http://schemas.microsoft.com/office/drawing/2014/main" id="{5958A027-762C-4EED-9953-BDA4385661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41370" y="3099240"/>
              <a:ext cx="2605" cy="1979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7" name="Straight Connector 2106">
              <a:extLst>
                <a:ext uri="{FF2B5EF4-FFF2-40B4-BE49-F238E27FC236}">
                  <a16:creationId xmlns:a16="http://schemas.microsoft.com/office/drawing/2014/main" id="{0AABE4B6-1660-4393-AAD2-83C5465CC6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37194" y="3049784"/>
              <a:ext cx="232004" cy="8244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8" name="Straight Connector 2107">
              <a:extLst>
                <a:ext uri="{FF2B5EF4-FFF2-40B4-BE49-F238E27FC236}">
                  <a16:creationId xmlns:a16="http://schemas.microsoft.com/office/drawing/2014/main" id="{B35BF316-5FD9-44C4-B6F8-362B9226BB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55386" y="2854102"/>
              <a:ext cx="2605" cy="1979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9" name="Straight Connector 2108">
              <a:extLst>
                <a:ext uri="{FF2B5EF4-FFF2-40B4-BE49-F238E27FC236}">
                  <a16:creationId xmlns:a16="http://schemas.microsoft.com/office/drawing/2014/main" id="{DD7212B3-CD02-4568-A02F-82016C306F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36603" y="2764690"/>
              <a:ext cx="227852" cy="10516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0" name="Straight Connector 2109">
              <a:extLst>
                <a:ext uri="{FF2B5EF4-FFF2-40B4-BE49-F238E27FC236}">
                  <a16:creationId xmlns:a16="http://schemas.microsoft.com/office/drawing/2014/main" id="{EBD37367-9072-4F1F-B120-2D77CF78B1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42382" y="2750687"/>
              <a:ext cx="2605" cy="1979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1" name="Straight Connector 2110">
              <a:extLst>
                <a:ext uri="{FF2B5EF4-FFF2-40B4-BE49-F238E27FC236}">
                  <a16:creationId xmlns:a16="http://schemas.microsoft.com/office/drawing/2014/main" id="{E1EDF9DD-B7CC-426C-914B-D4E766E875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9913" y="2946613"/>
              <a:ext cx="232004" cy="8244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2" name="Straight Connector 2111">
              <a:extLst>
                <a:ext uri="{FF2B5EF4-FFF2-40B4-BE49-F238E27FC236}">
                  <a16:creationId xmlns:a16="http://schemas.microsoft.com/office/drawing/2014/main" id="{61A7C762-BC40-4C09-B58D-E084850F43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0108" y="2928290"/>
              <a:ext cx="227852" cy="10516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3" name="Straight Connector 2112">
              <a:extLst>
                <a:ext uri="{FF2B5EF4-FFF2-40B4-BE49-F238E27FC236}">
                  <a16:creationId xmlns:a16="http://schemas.microsoft.com/office/drawing/2014/main" id="{D54256DC-A6FB-4041-A96F-86ABC42D11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39370" y="1997073"/>
              <a:ext cx="245458" cy="86220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4" name="Straight Connector 2113">
              <a:extLst>
                <a:ext uri="{FF2B5EF4-FFF2-40B4-BE49-F238E27FC236}">
                  <a16:creationId xmlns:a16="http://schemas.microsoft.com/office/drawing/2014/main" id="{5667AA2A-7751-4E22-811C-6F4D562B1B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83627" y="1986198"/>
              <a:ext cx="245458" cy="92401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5" name="Straight Connector 2114">
              <a:extLst>
                <a:ext uri="{FF2B5EF4-FFF2-40B4-BE49-F238E27FC236}">
                  <a16:creationId xmlns:a16="http://schemas.microsoft.com/office/drawing/2014/main" id="{2B255A09-7DA2-4567-885B-B1CA9073BD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03265" y="1991916"/>
              <a:ext cx="656270" cy="279384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6" name="Straight Connector 2115">
              <a:extLst>
                <a:ext uri="{FF2B5EF4-FFF2-40B4-BE49-F238E27FC236}">
                  <a16:creationId xmlns:a16="http://schemas.microsoft.com/office/drawing/2014/main" id="{21212F8D-4CDC-4544-99FC-862944E0BE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60928" y="2255294"/>
              <a:ext cx="1210" cy="187713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7" name="Straight Connector 2116">
              <a:extLst>
                <a:ext uri="{FF2B5EF4-FFF2-40B4-BE49-F238E27FC236}">
                  <a16:creationId xmlns:a16="http://schemas.microsoft.com/office/drawing/2014/main" id="{F7A89192-6F16-4A83-BFFE-1EC83ED5517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03265" y="2167626"/>
              <a:ext cx="656270" cy="279384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8" name="Straight Connector 2117">
              <a:extLst>
                <a:ext uri="{FF2B5EF4-FFF2-40B4-BE49-F238E27FC236}">
                  <a16:creationId xmlns:a16="http://schemas.microsoft.com/office/drawing/2014/main" id="{6B98F4B4-F8B9-4417-BD16-857A629E27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08344" y="2173544"/>
              <a:ext cx="1210" cy="187713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9" name="Straight Connector 2118">
              <a:extLst>
                <a:ext uri="{FF2B5EF4-FFF2-40B4-BE49-F238E27FC236}">
                  <a16:creationId xmlns:a16="http://schemas.microsoft.com/office/drawing/2014/main" id="{2F98A80D-29D8-4AEC-B98E-86B5926E72BF}"/>
                </a:ext>
              </a:extLst>
            </p:cNvPr>
            <p:cNvCxnSpPr>
              <a:cxnSpLocks/>
            </p:cNvCxnSpPr>
            <p:nvPr/>
          </p:nvCxnSpPr>
          <p:spPr>
            <a:xfrm>
              <a:off x="4884398" y="949839"/>
              <a:ext cx="0" cy="185384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0" name="Straight Connector 2119">
              <a:extLst>
                <a:ext uri="{FF2B5EF4-FFF2-40B4-BE49-F238E27FC236}">
                  <a16:creationId xmlns:a16="http://schemas.microsoft.com/office/drawing/2014/main" id="{4E2A018E-59B4-40C0-B316-07592AB88C4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21116" y="4433001"/>
              <a:ext cx="223838" cy="116682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Straight Connector 2120">
              <a:extLst>
                <a:ext uri="{FF2B5EF4-FFF2-40B4-BE49-F238E27FC236}">
                  <a16:creationId xmlns:a16="http://schemas.microsoft.com/office/drawing/2014/main" id="{517BE8E7-8D10-4AAE-95B8-080EC1C801A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66342" y="4361251"/>
              <a:ext cx="668738" cy="265202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2" name="Straight Connector 2121">
              <a:extLst>
                <a:ext uri="{FF2B5EF4-FFF2-40B4-BE49-F238E27FC236}">
                  <a16:creationId xmlns:a16="http://schemas.microsoft.com/office/drawing/2014/main" id="{FBE7FDE5-4F52-4ABA-A4B3-86636FB781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99437" y="5315427"/>
              <a:ext cx="250188" cy="81758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Straight Connector 2122">
              <a:extLst>
                <a:ext uri="{FF2B5EF4-FFF2-40B4-BE49-F238E27FC236}">
                  <a16:creationId xmlns:a16="http://schemas.microsoft.com/office/drawing/2014/main" id="{28B1BC6A-5CCA-48BE-9389-13F7D239F6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98092" y="5219386"/>
              <a:ext cx="262142" cy="100211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Straight Connector 2123">
              <a:extLst>
                <a:ext uri="{FF2B5EF4-FFF2-40B4-BE49-F238E27FC236}">
                  <a16:creationId xmlns:a16="http://schemas.microsoft.com/office/drawing/2014/main" id="{9B21A669-E3A9-4215-AC3F-9F55F5D1DB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5159" y="4328891"/>
              <a:ext cx="469746" cy="19278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5" name="Straight Connector 2124">
              <a:extLst>
                <a:ext uri="{FF2B5EF4-FFF2-40B4-BE49-F238E27FC236}">
                  <a16:creationId xmlns:a16="http://schemas.microsoft.com/office/drawing/2014/main" id="{387B8490-831C-4CA3-A8A6-77E225F12723}"/>
                </a:ext>
              </a:extLst>
            </p:cNvPr>
            <p:cNvCxnSpPr>
              <a:cxnSpLocks/>
            </p:cNvCxnSpPr>
            <p:nvPr/>
          </p:nvCxnSpPr>
          <p:spPr>
            <a:xfrm>
              <a:off x="635159" y="4521678"/>
              <a:ext cx="6588" cy="17995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6" name="Straight Connector 2125">
              <a:extLst>
                <a:ext uri="{FF2B5EF4-FFF2-40B4-BE49-F238E27FC236}">
                  <a16:creationId xmlns:a16="http://schemas.microsoft.com/office/drawing/2014/main" id="{BCA03490-AAA5-477C-8D80-F9A5722376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774" y="4682463"/>
              <a:ext cx="259973" cy="10964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7" name="Straight Connector 2126">
              <a:extLst>
                <a:ext uri="{FF2B5EF4-FFF2-40B4-BE49-F238E27FC236}">
                  <a16:creationId xmlns:a16="http://schemas.microsoft.com/office/drawing/2014/main" id="{27741AC4-EC23-4EE3-989A-B2E8F515E369}"/>
                </a:ext>
              </a:extLst>
            </p:cNvPr>
            <p:cNvCxnSpPr>
              <a:cxnSpLocks/>
            </p:cNvCxnSpPr>
            <p:nvPr/>
          </p:nvCxnSpPr>
          <p:spPr>
            <a:xfrm>
              <a:off x="408718" y="4788540"/>
              <a:ext cx="6588" cy="17995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8" name="Straight Connector 2127">
              <a:extLst>
                <a:ext uri="{FF2B5EF4-FFF2-40B4-BE49-F238E27FC236}">
                  <a16:creationId xmlns:a16="http://schemas.microsoft.com/office/drawing/2014/main" id="{E36E56A8-9C09-49A5-A0E9-376AF26932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9234" y="4875558"/>
              <a:ext cx="259973" cy="10964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9" name="Straight Connector 2128">
              <a:extLst>
                <a:ext uri="{FF2B5EF4-FFF2-40B4-BE49-F238E27FC236}">
                  <a16:creationId xmlns:a16="http://schemas.microsoft.com/office/drawing/2014/main" id="{8EBEC962-3BAA-4825-822C-018F34A0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46986" y="4867559"/>
              <a:ext cx="0" cy="53519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0" name="Straight Connector 2129">
              <a:extLst>
                <a:ext uri="{FF2B5EF4-FFF2-40B4-BE49-F238E27FC236}">
                  <a16:creationId xmlns:a16="http://schemas.microsoft.com/office/drawing/2014/main" id="{7E752855-03F0-45BA-A39E-A249E7524589}"/>
                </a:ext>
              </a:extLst>
            </p:cNvPr>
            <p:cNvCxnSpPr>
              <a:cxnSpLocks/>
            </p:cNvCxnSpPr>
            <p:nvPr/>
          </p:nvCxnSpPr>
          <p:spPr>
            <a:xfrm>
              <a:off x="629633" y="5409421"/>
              <a:ext cx="245082" cy="7657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1" name="Straight Connector 2130">
              <a:extLst>
                <a:ext uri="{FF2B5EF4-FFF2-40B4-BE49-F238E27FC236}">
                  <a16:creationId xmlns:a16="http://schemas.microsoft.com/office/drawing/2014/main" id="{116B19F9-820F-4A02-A8F8-F2015F12B7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5193" y="4611656"/>
              <a:ext cx="9522" cy="88383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2" name="Straight Connector 2131">
              <a:extLst>
                <a:ext uri="{FF2B5EF4-FFF2-40B4-BE49-F238E27FC236}">
                  <a16:creationId xmlns:a16="http://schemas.microsoft.com/office/drawing/2014/main" id="{B62A0EE6-3907-4511-88D6-0FB4907F15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2253" y="4514895"/>
              <a:ext cx="221187" cy="9676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3" name="Straight Connector 2132">
              <a:extLst>
                <a:ext uri="{FF2B5EF4-FFF2-40B4-BE49-F238E27FC236}">
                  <a16:creationId xmlns:a16="http://schemas.microsoft.com/office/drawing/2014/main" id="{E7C20140-F4F9-41C6-851A-EF4D2E83ACB4}"/>
                </a:ext>
              </a:extLst>
            </p:cNvPr>
            <p:cNvCxnSpPr>
              <a:cxnSpLocks/>
            </p:cNvCxnSpPr>
            <p:nvPr/>
          </p:nvCxnSpPr>
          <p:spPr>
            <a:xfrm>
              <a:off x="1087800" y="4504733"/>
              <a:ext cx="231" cy="37082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4" name="Straight Connector 2133">
              <a:extLst>
                <a:ext uri="{FF2B5EF4-FFF2-40B4-BE49-F238E27FC236}">
                  <a16:creationId xmlns:a16="http://schemas.microsoft.com/office/drawing/2014/main" id="{B21B76A9-D311-4D91-9D01-4783458099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1756" y="4777418"/>
              <a:ext cx="221187" cy="9676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5" name="Straight Connector 2134">
              <a:extLst>
                <a:ext uri="{FF2B5EF4-FFF2-40B4-BE49-F238E27FC236}">
                  <a16:creationId xmlns:a16="http://schemas.microsoft.com/office/drawing/2014/main" id="{749F28FC-B5CB-4502-9202-B71D343EFCEB}"/>
                </a:ext>
              </a:extLst>
            </p:cNvPr>
            <p:cNvCxnSpPr>
              <a:cxnSpLocks/>
            </p:cNvCxnSpPr>
            <p:nvPr/>
          </p:nvCxnSpPr>
          <p:spPr>
            <a:xfrm>
              <a:off x="1295532" y="4409023"/>
              <a:ext cx="231" cy="37082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6" name="Straight Connector 2135">
              <a:extLst>
                <a:ext uri="{FF2B5EF4-FFF2-40B4-BE49-F238E27FC236}">
                  <a16:creationId xmlns:a16="http://schemas.microsoft.com/office/drawing/2014/main" id="{C0563AF5-1246-4869-A31B-CAFC9E0D6509}"/>
                </a:ext>
              </a:extLst>
            </p:cNvPr>
            <p:cNvCxnSpPr>
              <a:cxnSpLocks/>
            </p:cNvCxnSpPr>
            <p:nvPr/>
          </p:nvCxnSpPr>
          <p:spPr>
            <a:xfrm>
              <a:off x="1295286" y="4430393"/>
              <a:ext cx="237486" cy="9119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7" name="Straight Connector 2136">
              <a:extLst>
                <a:ext uri="{FF2B5EF4-FFF2-40B4-BE49-F238E27FC236}">
                  <a16:creationId xmlns:a16="http://schemas.microsoft.com/office/drawing/2014/main" id="{2012613F-7C4D-4D9C-8BCF-F2D28526C44F}"/>
                </a:ext>
              </a:extLst>
            </p:cNvPr>
            <p:cNvCxnSpPr>
              <a:cxnSpLocks/>
            </p:cNvCxnSpPr>
            <p:nvPr/>
          </p:nvCxnSpPr>
          <p:spPr>
            <a:xfrm>
              <a:off x="1526514" y="4521590"/>
              <a:ext cx="231" cy="37082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8" name="Straight Connector 2137">
              <a:extLst>
                <a:ext uri="{FF2B5EF4-FFF2-40B4-BE49-F238E27FC236}">
                  <a16:creationId xmlns:a16="http://schemas.microsoft.com/office/drawing/2014/main" id="{111829C1-BE0D-4D4D-B90F-247E6E474A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29714" y="4786407"/>
              <a:ext cx="221187" cy="9676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9" name="Straight Connector 2138">
              <a:extLst>
                <a:ext uri="{FF2B5EF4-FFF2-40B4-BE49-F238E27FC236}">
                  <a16:creationId xmlns:a16="http://schemas.microsoft.com/office/drawing/2014/main" id="{909BB27C-57CA-4C04-ABC2-D2C441ACFB57}"/>
                </a:ext>
              </a:extLst>
            </p:cNvPr>
            <p:cNvCxnSpPr>
              <a:cxnSpLocks/>
            </p:cNvCxnSpPr>
            <p:nvPr/>
          </p:nvCxnSpPr>
          <p:spPr>
            <a:xfrm>
              <a:off x="1750349" y="4432910"/>
              <a:ext cx="231" cy="37082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0" name="Straight Connector 2139">
              <a:extLst>
                <a:ext uri="{FF2B5EF4-FFF2-40B4-BE49-F238E27FC236}">
                  <a16:creationId xmlns:a16="http://schemas.microsoft.com/office/drawing/2014/main" id="{C5EEBBF8-C6C7-449A-B7EF-5C22087F5922}"/>
                </a:ext>
              </a:extLst>
            </p:cNvPr>
            <p:cNvCxnSpPr>
              <a:cxnSpLocks/>
            </p:cNvCxnSpPr>
            <p:nvPr/>
          </p:nvCxnSpPr>
          <p:spPr>
            <a:xfrm>
              <a:off x="1750065" y="4437589"/>
              <a:ext cx="237486" cy="9119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1" name="Straight Connector 2140">
              <a:extLst>
                <a:ext uri="{FF2B5EF4-FFF2-40B4-BE49-F238E27FC236}">
                  <a16:creationId xmlns:a16="http://schemas.microsoft.com/office/drawing/2014/main" id="{20498D62-1048-45C3-8954-D55588594D1E}"/>
                </a:ext>
              </a:extLst>
            </p:cNvPr>
            <p:cNvCxnSpPr>
              <a:cxnSpLocks/>
            </p:cNvCxnSpPr>
            <p:nvPr/>
          </p:nvCxnSpPr>
          <p:spPr>
            <a:xfrm>
              <a:off x="1979903" y="4514598"/>
              <a:ext cx="231" cy="37082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2" name="Straight Connector 2141">
              <a:extLst>
                <a:ext uri="{FF2B5EF4-FFF2-40B4-BE49-F238E27FC236}">
                  <a16:creationId xmlns:a16="http://schemas.microsoft.com/office/drawing/2014/main" id="{217F3302-B8FF-41A5-8E69-7575E0675B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8260" y="4772976"/>
              <a:ext cx="221187" cy="9676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3" name="Straight Connector 2142">
              <a:extLst>
                <a:ext uri="{FF2B5EF4-FFF2-40B4-BE49-F238E27FC236}">
                  <a16:creationId xmlns:a16="http://schemas.microsoft.com/office/drawing/2014/main" id="{56ED3709-A1C0-4C6C-B98C-8F26A447416B}"/>
                </a:ext>
              </a:extLst>
            </p:cNvPr>
            <p:cNvCxnSpPr>
              <a:cxnSpLocks/>
            </p:cNvCxnSpPr>
            <p:nvPr/>
          </p:nvCxnSpPr>
          <p:spPr>
            <a:xfrm>
              <a:off x="2209986" y="4765870"/>
              <a:ext cx="231" cy="37082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4" name="Straight Connector 2143">
              <a:extLst>
                <a:ext uri="{FF2B5EF4-FFF2-40B4-BE49-F238E27FC236}">
                  <a16:creationId xmlns:a16="http://schemas.microsoft.com/office/drawing/2014/main" id="{534E41D0-3F7A-4C71-AEA6-FF97EE5469FB}"/>
                </a:ext>
              </a:extLst>
            </p:cNvPr>
            <p:cNvCxnSpPr>
              <a:cxnSpLocks/>
            </p:cNvCxnSpPr>
            <p:nvPr/>
          </p:nvCxnSpPr>
          <p:spPr>
            <a:xfrm>
              <a:off x="1990780" y="5046640"/>
              <a:ext cx="237486" cy="9119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5" name="Straight Connector 2144">
              <a:extLst>
                <a:ext uri="{FF2B5EF4-FFF2-40B4-BE49-F238E27FC236}">
                  <a16:creationId xmlns:a16="http://schemas.microsoft.com/office/drawing/2014/main" id="{2849AEB0-0FFD-4B02-95A3-C9677A702E56}"/>
                </a:ext>
              </a:extLst>
            </p:cNvPr>
            <p:cNvCxnSpPr>
              <a:cxnSpLocks/>
            </p:cNvCxnSpPr>
            <p:nvPr/>
          </p:nvCxnSpPr>
          <p:spPr>
            <a:xfrm>
              <a:off x="1994956" y="5041237"/>
              <a:ext cx="0" cy="18798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6" name="Straight Connector 2145">
              <a:extLst>
                <a:ext uri="{FF2B5EF4-FFF2-40B4-BE49-F238E27FC236}">
                  <a16:creationId xmlns:a16="http://schemas.microsoft.com/office/drawing/2014/main" id="{2028D7A1-A7F6-4E59-AFAE-1B041CBF6AC1}"/>
                </a:ext>
              </a:extLst>
            </p:cNvPr>
            <p:cNvCxnSpPr>
              <a:cxnSpLocks/>
            </p:cNvCxnSpPr>
            <p:nvPr/>
          </p:nvCxnSpPr>
          <p:spPr>
            <a:xfrm>
              <a:off x="1768492" y="5131216"/>
              <a:ext cx="237486" cy="9119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7" name="Straight Connector 2146">
              <a:extLst>
                <a:ext uri="{FF2B5EF4-FFF2-40B4-BE49-F238E27FC236}">
                  <a16:creationId xmlns:a16="http://schemas.microsoft.com/office/drawing/2014/main" id="{53E0EC90-0C82-41E5-B8DF-E6CB75D6E831}"/>
                </a:ext>
              </a:extLst>
            </p:cNvPr>
            <p:cNvCxnSpPr>
              <a:cxnSpLocks/>
            </p:cNvCxnSpPr>
            <p:nvPr/>
          </p:nvCxnSpPr>
          <p:spPr>
            <a:xfrm>
              <a:off x="1774022" y="4964266"/>
              <a:ext cx="0" cy="18798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8" name="Straight Connector 2147">
              <a:extLst>
                <a:ext uri="{FF2B5EF4-FFF2-40B4-BE49-F238E27FC236}">
                  <a16:creationId xmlns:a16="http://schemas.microsoft.com/office/drawing/2014/main" id="{679DD892-8C09-482A-91FE-D700B90E41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9594" y="4975413"/>
              <a:ext cx="441990" cy="16528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9" name="Straight Connector 2148">
              <a:extLst>
                <a:ext uri="{FF2B5EF4-FFF2-40B4-BE49-F238E27FC236}">
                  <a16:creationId xmlns:a16="http://schemas.microsoft.com/office/drawing/2014/main" id="{49994E1B-6F23-47C9-99BC-AD4A4A961532}"/>
                </a:ext>
              </a:extLst>
            </p:cNvPr>
            <p:cNvCxnSpPr>
              <a:cxnSpLocks/>
            </p:cNvCxnSpPr>
            <p:nvPr/>
          </p:nvCxnSpPr>
          <p:spPr>
            <a:xfrm>
              <a:off x="1072461" y="5039896"/>
              <a:ext cx="237486" cy="9119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0" name="Straight Connector 2149">
              <a:extLst>
                <a:ext uri="{FF2B5EF4-FFF2-40B4-BE49-F238E27FC236}">
                  <a16:creationId xmlns:a16="http://schemas.microsoft.com/office/drawing/2014/main" id="{EEE8801A-7C3A-40ED-8303-DA1E04F72B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3470" y="5037099"/>
              <a:ext cx="8297" cy="56629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1" name="Straight Connector 2150">
              <a:extLst>
                <a:ext uri="{FF2B5EF4-FFF2-40B4-BE49-F238E27FC236}">
                  <a16:creationId xmlns:a16="http://schemas.microsoft.com/office/drawing/2014/main" id="{CAC5E7A0-11CD-4CB3-900D-DAAAF221D2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0622" y="5501525"/>
              <a:ext cx="255825" cy="995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2" name="Straight Connector 2151">
              <a:extLst>
                <a:ext uri="{FF2B5EF4-FFF2-40B4-BE49-F238E27FC236}">
                  <a16:creationId xmlns:a16="http://schemas.microsoft.com/office/drawing/2014/main" id="{553BD46B-4352-4CE9-8871-CC6038C90630}"/>
                </a:ext>
              </a:extLst>
            </p:cNvPr>
            <p:cNvCxnSpPr>
              <a:cxnSpLocks/>
            </p:cNvCxnSpPr>
            <p:nvPr/>
          </p:nvCxnSpPr>
          <p:spPr>
            <a:xfrm>
              <a:off x="1317644" y="5493380"/>
              <a:ext cx="237486" cy="9119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3" name="Straight Connector 2152">
              <a:extLst>
                <a:ext uri="{FF2B5EF4-FFF2-40B4-BE49-F238E27FC236}">
                  <a16:creationId xmlns:a16="http://schemas.microsoft.com/office/drawing/2014/main" id="{BEA5E463-801A-4A8F-A6A1-BC52A87616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21083" y="5499081"/>
              <a:ext cx="255825" cy="995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4" name="Straight Connector 2153">
              <a:extLst>
                <a:ext uri="{FF2B5EF4-FFF2-40B4-BE49-F238E27FC236}">
                  <a16:creationId xmlns:a16="http://schemas.microsoft.com/office/drawing/2014/main" id="{80733E0F-29A8-4F7B-9A3C-DE8DBF7E7607}"/>
                </a:ext>
              </a:extLst>
            </p:cNvPr>
            <p:cNvCxnSpPr>
              <a:cxnSpLocks/>
            </p:cNvCxnSpPr>
            <p:nvPr/>
          </p:nvCxnSpPr>
          <p:spPr>
            <a:xfrm>
              <a:off x="1763388" y="5312256"/>
              <a:ext cx="0" cy="18798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5" name="Straight Connector 2154">
              <a:extLst>
                <a:ext uri="{FF2B5EF4-FFF2-40B4-BE49-F238E27FC236}">
                  <a16:creationId xmlns:a16="http://schemas.microsoft.com/office/drawing/2014/main" id="{B56EFC7E-92DF-4FA6-B371-079D938C8CCD}"/>
                </a:ext>
              </a:extLst>
            </p:cNvPr>
            <p:cNvCxnSpPr>
              <a:cxnSpLocks/>
            </p:cNvCxnSpPr>
            <p:nvPr/>
          </p:nvCxnSpPr>
          <p:spPr>
            <a:xfrm>
              <a:off x="1522030" y="5215892"/>
              <a:ext cx="237486" cy="9119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6" name="Straight Connector 2155">
              <a:extLst>
                <a:ext uri="{FF2B5EF4-FFF2-40B4-BE49-F238E27FC236}">
                  <a16:creationId xmlns:a16="http://schemas.microsoft.com/office/drawing/2014/main" id="{C0BFE473-DC7B-4786-92C3-34BAA2E4059E}"/>
                </a:ext>
              </a:extLst>
            </p:cNvPr>
            <p:cNvCxnSpPr>
              <a:cxnSpLocks/>
            </p:cNvCxnSpPr>
            <p:nvPr/>
          </p:nvCxnSpPr>
          <p:spPr>
            <a:xfrm>
              <a:off x="1542382" y="5205438"/>
              <a:ext cx="0" cy="18798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7" name="Straight Connector 2156">
              <a:extLst>
                <a:ext uri="{FF2B5EF4-FFF2-40B4-BE49-F238E27FC236}">
                  <a16:creationId xmlns:a16="http://schemas.microsoft.com/office/drawing/2014/main" id="{2C2659C6-5319-42C3-A35A-D1131731A4BE}"/>
                </a:ext>
              </a:extLst>
            </p:cNvPr>
            <p:cNvCxnSpPr>
              <a:cxnSpLocks/>
            </p:cNvCxnSpPr>
            <p:nvPr/>
          </p:nvCxnSpPr>
          <p:spPr>
            <a:xfrm>
              <a:off x="1299117" y="5310927"/>
              <a:ext cx="237486" cy="9119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8" name="Straight Connector 2157">
              <a:extLst>
                <a:ext uri="{FF2B5EF4-FFF2-40B4-BE49-F238E27FC236}">
                  <a16:creationId xmlns:a16="http://schemas.microsoft.com/office/drawing/2014/main" id="{402BC3C2-D177-4F75-B8AA-A69430178D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72903" y="4271487"/>
              <a:ext cx="1" cy="179785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9" name="Straight Connector 2158">
              <a:extLst>
                <a:ext uri="{FF2B5EF4-FFF2-40B4-BE49-F238E27FC236}">
                  <a16:creationId xmlns:a16="http://schemas.microsoft.com/office/drawing/2014/main" id="{94D62DAC-A0D2-46DE-8FA3-30FC579E5C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10859" y="4006795"/>
              <a:ext cx="677547" cy="267867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0" name="Straight Connector 2159">
              <a:extLst>
                <a:ext uri="{FF2B5EF4-FFF2-40B4-BE49-F238E27FC236}">
                  <a16:creationId xmlns:a16="http://schemas.microsoft.com/office/drawing/2014/main" id="{060C6467-1DB3-4FDF-B58D-6085101430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24237" y="3833412"/>
              <a:ext cx="1" cy="179785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1" name="Straight Connector 2160">
              <a:extLst>
                <a:ext uri="{FF2B5EF4-FFF2-40B4-BE49-F238E27FC236}">
                  <a16:creationId xmlns:a16="http://schemas.microsoft.com/office/drawing/2014/main" id="{B74A5545-DE8E-4257-A70F-377825F1C2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0859" y="3739115"/>
              <a:ext cx="243841" cy="90488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2" name="Straight Connector 2161">
              <a:extLst>
                <a:ext uri="{FF2B5EF4-FFF2-40B4-BE49-F238E27FC236}">
                  <a16:creationId xmlns:a16="http://schemas.microsoft.com/office/drawing/2014/main" id="{F51167BC-6DE5-4ABC-A156-29CBE969106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36121" y="3738414"/>
              <a:ext cx="1" cy="179785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3" name="Straight Connector 2162">
              <a:extLst>
                <a:ext uri="{FF2B5EF4-FFF2-40B4-BE49-F238E27FC236}">
                  <a16:creationId xmlns:a16="http://schemas.microsoft.com/office/drawing/2014/main" id="{003F1F0C-B946-4285-8CC8-1065AEC03C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27711" y="3821141"/>
              <a:ext cx="231458" cy="70032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4" name="Straight Connector 2163">
              <a:extLst>
                <a:ext uri="{FF2B5EF4-FFF2-40B4-BE49-F238E27FC236}">
                  <a16:creationId xmlns:a16="http://schemas.microsoft.com/office/drawing/2014/main" id="{A0E8CC85-B307-40F6-B9C1-764BB8AC55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49683" y="3806480"/>
              <a:ext cx="1" cy="179785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5" name="Straight Connector 2164">
              <a:extLst>
                <a:ext uri="{FF2B5EF4-FFF2-40B4-BE49-F238E27FC236}">
                  <a16:creationId xmlns:a16="http://schemas.microsoft.com/office/drawing/2014/main" id="{082ACE4E-3B2E-4965-A395-7DFA9B0918F1}"/>
                </a:ext>
              </a:extLst>
            </p:cNvPr>
            <p:cNvCxnSpPr>
              <a:cxnSpLocks/>
            </p:cNvCxnSpPr>
            <p:nvPr/>
          </p:nvCxnSpPr>
          <p:spPr>
            <a:xfrm>
              <a:off x="7334399" y="3987742"/>
              <a:ext cx="237540" cy="113147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6" name="Straight Connector 2165">
              <a:extLst>
                <a:ext uri="{FF2B5EF4-FFF2-40B4-BE49-F238E27FC236}">
                  <a16:creationId xmlns:a16="http://schemas.microsoft.com/office/drawing/2014/main" id="{3A8E2D45-6C12-4837-9A3B-13248EAD06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54315" y="3991099"/>
              <a:ext cx="247614" cy="98970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7" name="Straight Connector 2166">
              <a:extLst>
                <a:ext uri="{FF2B5EF4-FFF2-40B4-BE49-F238E27FC236}">
                  <a16:creationId xmlns:a16="http://schemas.microsoft.com/office/drawing/2014/main" id="{EC4EA18A-3F36-4CE4-A378-BD79F20D0E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1855" y="3987447"/>
              <a:ext cx="693" cy="355954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8" name="Straight Connector 2167">
              <a:extLst>
                <a:ext uri="{FF2B5EF4-FFF2-40B4-BE49-F238E27FC236}">
                  <a16:creationId xmlns:a16="http://schemas.microsoft.com/office/drawing/2014/main" id="{915EE781-BEB3-4428-80DD-D6BBFB53388D}"/>
                </a:ext>
              </a:extLst>
            </p:cNvPr>
            <p:cNvCxnSpPr>
              <a:cxnSpLocks/>
            </p:cNvCxnSpPr>
            <p:nvPr/>
          </p:nvCxnSpPr>
          <p:spPr>
            <a:xfrm>
              <a:off x="7792548" y="4323413"/>
              <a:ext cx="237540" cy="113147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9" name="Straight Connector 2168">
              <a:extLst>
                <a:ext uri="{FF2B5EF4-FFF2-40B4-BE49-F238E27FC236}">
                  <a16:creationId xmlns:a16="http://schemas.microsoft.com/office/drawing/2014/main" id="{3822EF32-B889-4E4C-83A7-6D5CCDE083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13516" y="4083050"/>
              <a:ext cx="1" cy="354194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0" name="Straight Connector 2169">
              <a:extLst>
                <a:ext uri="{FF2B5EF4-FFF2-40B4-BE49-F238E27FC236}">
                  <a16:creationId xmlns:a16="http://schemas.microsoft.com/office/drawing/2014/main" id="{222B4E16-DD81-4AC4-86DB-976D37736EB3}"/>
                </a:ext>
              </a:extLst>
            </p:cNvPr>
            <p:cNvCxnSpPr>
              <a:cxnSpLocks/>
            </p:cNvCxnSpPr>
            <p:nvPr/>
          </p:nvCxnSpPr>
          <p:spPr>
            <a:xfrm>
              <a:off x="8008379" y="4088130"/>
              <a:ext cx="679339" cy="255271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1" name="Straight Connector 2170">
              <a:extLst>
                <a:ext uri="{FF2B5EF4-FFF2-40B4-BE49-F238E27FC236}">
                  <a16:creationId xmlns:a16="http://schemas.microsoft.com/office/drawing/2014/main" id="{A4A0362E-FA76-44CB-9B01-21EE0B9EBC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90336" y="4178130"/>
              <a:ext cx="1" cy="179785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2" name="Straight Connector 2171">
              <a:extLst>
                <a:ext uri="{FF2B5EF4-FFF2-40B4-BE49-F238E27FC236}">
                  <a16:creationId xmlns:a16="http://schemas.microsoft.com/office/drawing/2014/main" id="{A103577A-BDF4-4489-ABF2-2B04803E46E3}"/>
                </a:ext>
              </a:extLst>
            </p:cNvPr>
            <p:cNvCxnSpPr>
              <a:cxnSpLocks/>
            </p:cNvCxnSpPr>
            <p:nvPr/>
          </p:nvCxnSpPr>
          <p:spPr>
            <a:xfrm>
              <a:off x="8466528" y="4082253"/>
              <a:ext cx="237540" cy="113147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3" name="Straight Connector 2172">
              <a:extLst>
                <a:ext uri="{FF2B5EF4-FFF2-40B4-BE49-F238E27FC236}">
                  <a16:creationId xmlns:a16="http://schemas.microsoft.com/office/drawing/2014/main" id="{35324BEC-50AD-4775-BB20-F6EEF13EE6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56454" y="3828306"/>
              <a:ext cx="688500" cy="261771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4" name="Straight Connector 2173">
              <a:extLst>
                <a:ext uri="{FF2B5EF4-FFF2-40B4-BE49-F238E27FC236}">
                  <a16:creationId xmlns:a16="http://schemas.microsoft.com/office/drawing/2014/main" id="{B15CFFC3-DD88-4F45-89F1-963DA2BA55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34474" y="3828307"/>
              <a:ext cx="1" cy="522051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5" name="Straight Connector 2174">
              <a:extLst>
                <a:ext uri="{FF2B5EF4-FFF2-40B4-BE49-F238E27FC236}">
                  <a16:creationId xmlns:a16="http://schemas.microsoft.com/office/drawing/2014/main" id="{A0E65AC3-0880-436E-999E-6FD74FCE20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64000" y="2888903"/>
              <a:ext cx="238578" cy="86502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6" name="Straight Connector 2175">
              <a:extLst>
                <a:ext uri="{FF2B5EF4-FFF2-40B4-BE49-F238E27FC236}">
                  <a16:creationId xmlns:a16="http://schemas.microsoft.com/office/drawing/2014/main" id="{00D061A3-07C5-453A-BD49-1D12DC7D90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95947" y="2629561"/>
              <a:ext cx="3490" cy="345095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7" name="Straight Connector 2176">
              <a:extLst>
                <a:ext uri="{FF2B5EF4-FFF2-40B4-BE49-F238E27FC236}">
                  <a16:creationId xmlns:a16="http://schemas.microsoft.com/office/drawing/2014/main" id="{9FA7DF03-29F6-403C-9B6C-D4184FFE53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89437" y="2532736"/>
              <a:ext cx="245458" cy="92401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8" name="Straight Connector 2177">
              <a:extLst>
                <a:ext uri="{FF2B5EF4-FFF2-40B4-BE49-F238E27FC236}">
                  <a16:creationId xmlns:a16="http://schemas.microsoft.com/office/drawing/2014/main" id="{CE6C9B1C-FE59-4D34-A475-7F01DF9F44EA}"/>
                </a:ext>
              </a:extLst>
            </p:cNvPr>
            <p:cNvCxnSpPr>
              <a:cxnSpLocks/>
            </p:cNvCxnSpPr>
            <p:nvPr/>
          </p:nvCxnSpPr>
          <p:spPr>
            <a:xfrm>
              <a:off x="6228526" y="2515045"/>
              <a:ext cx="0" cy="373858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9" name="Straight Connector 2178">
              <a:extLst>
                <a:ext uri="{FF2B5EF4-FFF2-40B4-BE49-F238E27FC236}">
                  <a16:creationId xmlns:a16="http://schemas.microsoft.com/office/drawing/2014/main" id="{E33B9860-DD0E-4A6E-A4C4-7A347C2762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7316" y="2781823"/>
              <a:ext cx="245459" cy="95086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0" name="Straight Connector 2179">
              <a:extLst>
                <a:ext uri="{FF2B5EF4-FFF2-40B4-BE49-F238E27FC236}">
                  <a16:creationId xmlns:a16="http://schemas.microsoft.com/office/drawing/2014/main" id="{5DF48B5C-914B-4B38-A257-D9456EBCFB12}"/>
                </a:ext>
              </a:extLst>
            </p:cNvPr>
            <p:cNvCxnSpPr>
              <a:cxnSpLocks/>
            </p:cNvCxnSpPr>
            <p:nvPr/>
          </p:nvCxnSpPr>
          <p:spPr>
            <a:xfrm>
              <a:off x="6457154" y="2759684"/>
              <a:ext cx="0" cy="373858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1" name="Straight Connector 2180">
              <a:extLst>
                <a:ext uri="{FF2B5EF4-FFF2-40B4-BE49-F238E27FC236}">
                  <a16:creationId xmlns:a16="http://schemas.microsoft.com/office/drawing/2014/main" id="{9856F59B-38DF-4315-89A9-526F4CFC38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99437" y="3121404"/>
              <a:ext cx="473339" cy="197327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2" name="Straight Connector 2181">
              <a:extLst>
                <a:ext uri="{FF2B5EF4-FFF2-40B4-BE49-F238E27FC236}">
                  <a16:creationId xmlns:a16="http://schemas.microsoft.com/office/drawing/2014/main" id="{A18641A9-7CDE-44EA-8C06-F493B50157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80664" y="3225196"/>
              <a:ext cx="238578" cy="86502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3" name="Straight Connector 2182">
              <a:extLst>
                <a:ext uri="{FF2B5EF4-FFF2-40B4-BE49-F238E27FC236}">
                  <a16:creationId xmlns:a16="http://schemas.microsoft.com/office/drawing/2014/main" id="{08F50FE3-62B1-4CAC-9026-F76D36D92A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89458" y="3229968"/>
              <a:ext cx="1210" cy="187713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4" name="Straight Connector 2183">
              <a:extLst>
                <a:ext uri="{FF2B5EF4-FFF2-40B4-BE49-F238E27FC236}">
                  <a16:creationId xmlns:a16="http://schemas.microsoft.com/office/drawing/2014/main" id="{8ECF04DC-A854-45C9-A941-EC1781706F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67696" y="3398063"/>
              <a:ext cx="238578" cy="86502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5" name="Straight Connector 2184">
              <a:extLst>
                <a:ext uri="{FF2B5EF4-FFF2-40B4-BE49-F238E27FC236}">
                  <a16:creationId xmlns:a16="http://schemas.microsoft.com/office/drawing/2014/main" id="{8290AA6E-2438-425C-8BAE-E2DA561F7E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06295" y="3465524"/>
              <a:ext cx="1210" cy="187713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6" name="Straight Connector 2185">
              <a:extLst>
                <a:ext uri="{FF2B5EF4-FFF2-40B4-BE49-F238E27FC236}">
                  <a16:creationId xmlns:a16="http://schemas.microsoft.com/office/drawing/2014/main" id="{348638E3-6964-416A-8F24-B1B67F529F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09874" y="3645320"/>
              <a:ext cx="238578" cy="86502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7" name="Straight Connector 2186">
              <a:extLst>
                <a:ext uri="{FF2B5EF4-FFF2-40B4-BE49-F238E27FC236}">
                  <a16:creationId xmlns:a16="http://schemas.microsoft.com/office/drawing/2014/main" id="{FE097580-3BF9-4F14-8FB4-FA5A349543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41022" y="3407295"/>
              <a:ext cx="605" cy="342753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8" name="Straight Connector 2187">
              <a:extLst>
                <a:ext uri="{FF2B5EF4-FFF2-40B4-BE49-F238E27FC236}">
                  <a16:creationId xmlns:a16="http://schemas.microsoft.com/office/drawing/2014/main" id="{4B1A8AAA-65D4-41DF-A139-BE1B15EEC0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17193" y="3305089"/>
              <a:ext cx="245459" cy="95086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9" name="Straight Connector 2188">
              <a:extLst>
                <a:ext uri="{FF2B5EF4-FFF2-40B4-BE49-F238E27FC236}">
                  <a16:creationId xmlns:a16="http://schemas.microsoft.com/office/drawing/2014/main" id="{49B9E7B2-0C83-4746-B24D-F1FDAC068F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50396" y="3300045"/>
              <a:ext cx="605" cy="342753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0" name="Straight Connector 2189">
              <a:extLst>
                <a:ext uri="{FF2B5EF4-FFF2-40B4-BE49-F238E27FC236}">
                  <a16:creationId xmlns:a16="http://schemas.microsoft.com/office/drawing/2014/main" id="{6EB43232-B772-4BD3-8ED5-E2599AF108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49740" y="3648220"/>
              <a:ext cx="238578" cy="86502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1" name="Straight Connector 2190">
              <a:extLst>
                <a:ext uri="{FF2B5EF4-FFF2-40B4-BE49-F238E27FC236}">
                  <a16:creationId xmlns:a16="http://schemas.microsoft.com/office/drawing/2014/main" id="{9E44DE5A-514F-45C9-9861-60C0C31756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4792" y="3647709"/>
              <a:ext cx="216067" cy="102339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2" name="Straight Connector 2191">
              <a:extLst>
                <a:ext uri="{FF2B5EF4-FFF2-40B4-BE49-F238E27FC236}">
                  <a16:creationId xmlns:a16="http://schemas.microsoft.com/office/drawing/2014/main" id="{DA8467B0-4133-4F6E-B990-8ADAF427FE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49274" y="4346732"/>
              <a:ext cx="207267" cy="83617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3" name="Straight Connector 2192">
              <a:extLst>
                <a:ext uri="{FF2B5EF4-FFF2-40B4-BE49-F238E27FC236}">
                  <a16:creationId xmlns:a16="http://schemas.microsoft.com/office/drawing/2014/main" id="{2C0C7251-AE45-48E4-B05C-34846B83FA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56997" y="4409023"/>
              <a:ext cx="1" cy="522051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4" name="Straight Connector 2193">
              <a:extLst>
                <a:ext uri="{FF2B5EF4-FFF2-40B4-BE49-F238E27FC236}">
                  <a16:creationId xmlns:a16="http://schemas.microsoft.com/office/drawing/2014/main" id="{A86FE15D-7B25-49FA-8651-274118BFB2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87718" y="4930378"/>
              <a:ext cx="681600" cy="275060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5" name="Straight Connector 2194">
              <a:extLst>
                <a:ext uri="{FF2B5EF4-FFF2-40B4-BE49-F238E27FC236}">
                  <a16:creationId xmlns:a16="http://schemas.microsoft.com/office/drawing/2014/main" id="{D28DC5D5-465E-417D-AD87-793543DD6305}"/>
                </a:ext>
              </a:extLst>
            </p:cNvPr>
            <p:cNvCxnSpPr>
              <a:cxnSpLocks/>
            </p:cNvCxnSpPr>
            <p:nvPr/>
          </p:nvCxnSpPr>
          <p:spPr>
            <a:xfrm>
              <a:off x="8692957" y="5205438"/>
              <a:ext cx="0" cy="180975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6" name="Straight Connector 2195">
              <a:extLst>
                <a:ext uri="{FF2B5EF4-FFF2-40B4-BE49-F238E27FC236}">
                  <a16:creationId xmlns:a16="http://schemas.microsoft.com/office/drawing/2014/main" id="{C69EA879-2B5D-4390-AC22-DA6C9E9D81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62962" y="5391125"/>
              <a:ext cx="234314" cy="85725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7" name="Straight Connector 2196">
              <a:extLst>
                <a:ext uri="{FF2B5EF4-FFF2-40B4-BE49-F238E27FC236}">
                  <a16:creationId xmlns:a16="http://schemas.microsoft.com/office/drawing/2014/main" id="{5B90A8C2-4B89-44B9-8921-6EC4C41384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13516" y="5310927"/>
              <a:ext cx="446451" cy="156835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8" name="Straight Connector 2197">
              <a:extLst>
                <a:ext uri="{FF2B5EF4-FFF2-40B4-BE49-F238E27FC236}">
                  <a16:creationId xmlns:a16="http://schemas.microsoft.com/office/drawing/2014/main" id="{89F6B85E-5A65-43F5-85BA-EC717BC543C2}"/>
                </a:ext>
              </a:extLst>
            </p:cNvPr>
            <p:cNvCxnSpPr>
              <a:cxnSpLocks/>
            </p:cNvCxnSpPr>
            <p:nvPr/>
          </p:nvCxnSpPr>
          <p:spPr>
            <a:xfrm>
              <a:off x="8027472" y="5131093"/>
              <a:ext cx="0" cy="180975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99" name="TextBox 2198">
              <a:extLst>
                <a:ext uri="{FF2B5EF4-FFF2-40B4-BE49-F238E27FC236}">
                  <a16:creationId xmlns:a16="http://schemas.microsoft.com/office/drawing/2014/main" id="{5CE4FE86-6DAB-455A-8D1A-564D39744B30}"/>
                </a:ext>
              </a:extLst>
            </p:cNvPr>
            <p:cNvSpPr txBox="1"/>
            <p:nvPr/>
          </p:nvSpPr>
          <p:spPr>
            <a:xfrm>
              <a:off x="607605" y="2740865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471</a:t>
              </a:r>
              <a:endParaRPr lang="en-US" dirty="0"/>
            </a:p>
          </p:txBody>
        </p:sp>
        <p:sp>
          <p:nvSpPr>
            <p:cNvPr id="2200" name="TextBox 2199">
              <a:extLst>
                <a:ext uri="{FF2B5EF4-FFF2-40B4-BE49-F238E27FC236}">
                  <a16:creationId xmlns:a16="http://schemas.microsoft.com/office/drawing/2014/main" id="{FB8D2322-FF06-41ED-9B95-1201E8AC50BC}"/>
                </a:ext>
              </a:extLst>
            </p:cNvPr>
            <p:cNvSpPr txBox="1"/>
            <p:nvPr/>
          </p:nvSpPr>
          <p:spPr>
            <a:xfrm>
              <a:off x="937586" y="5065425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FF00"/>
                  </a:solidFill>
                </a:rPr>
                <a:t>520</a:t>
              </a:r>
              <a:endParaRPr lang="en-US" dirty="0">
                <a:solidFill>
                  <a:srgbClr val="FFFF00"/>
                </a:solidFill>
              </a:endParaRPr>
            </a:p>
          </p:txBody>
        </p:sp>
        <p:sp>
          <p:nvSpPr>
            <p:cNvPr id="2201" name="TextBox 2200">
              <a:extLst>
                <a:ext uri="{FF2B5EF4-FFF2-40B4-BE49-F238E27FC236}">
                  <a16:creationId xmlns:a16="http://schemas.microsoft.com/office/drawing/2014/main" id="{4A56AF5C-BF8D-457A-8987-C417B677E847}"/>
                </a:ext>
              </a:extLst>
            </p:cNvPr>
            <p:cNvSpPr txBox="1"/>
            <p:nvPr/>
          </p:nvSpPr>
          <p:spPr>
            <a:xfrm>
              <a:off x="7579196" y="4954729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FF00"/>
                  </a:solidFill>
                </a:rPr>
                <a:t>159</a:t>
              </a:r>
              <a:endParaRPr lang="en-US" dirty="0">
                <a:solidFill>
                  <a:srgbClr val="FFFF00"/>
                </a:solidFill>
              </a:endParaRPr>
            </a:p>
          </p:txBody>
        </p:sp>
        <p:sp>
          <p:nvSpPr>
            <p:cNvPr id="2202" name="TextBox 2201">
              <a:extLst>
                <a:ext uri="{FF2B5EF4-FFF2-40B4-BE49-F238E27FC236}">
                  <a16:creationId xmlns:a16="http://schemas.microsoft.com/office/drawing/2014/main" id="{05ED38D4-F9D0-4252-A833-4D19792F31DD}"/>
                </a:ext>
              </a:extLst>
            </p:cNvPr>
            <p:cNvSpPr txBox="1"/>
            <p:nvPr/>
          </p:nvSpPr>
          <p:spPr>
            <a:xfrm>
              <a:off x="3586293" y="4855724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365</a:t>
              </a:r>
            </a:p>
          </p:txBody>
        </p:sp>
        <p:sp>
          <p:nvSpPr>
            <p:cNvPr id="2203" name="TextBox 2202">
              <a:extLst>
                <a:ext uri="{FF2B5EF4-FFF2-40B4-BE49-F238E27FC236}">
                  <a16:creationId xmlns:a16="http://schemas.microsoft.com/office/drawing/2014/main" id="{AE07C883-A2FF-41D4-B775-45BDED2EB1D1}"/>
                </a:ext>
              </a:extLst>
            </p:cNvPr>
            <p:cNvSpPr txBox="1"/>
            <p:nvPr/>
          </p:nvSpPr>
          <p:spPr>
            <a:xfrm>
              <a:off x="6596192" y="3431050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00"/>
                  </a:solidFill>
                </a:rPr>
                <a:t>222</a:t>
              </a:r>
            </a:p>
          </p:txBody>
        </p:sp>
        <p:cxnSp>
          <p:nvCxnSpPr>
            <p:cNvPr id="2204" name="Straight Connector 2203">
              <a:extLst>
                <a:ext uri="{FF2B5EF4-FFF2-40B4-BE49-F238E27FC236}">
                  <a16:creationId xmlns:a16="http://schemas.microsoft.com/office/drawing/2014/main" id="{EC0F9045-7B0E-4FF7-B643-5E7D724B336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92219" y="8778460"/>
              <a:ext cx="453731" cy="1863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5" name="Straight Connector 2204">
              <a:extLst>
                <a:ext uri="{FF2B5EF4-FFF2-40B4-BE49-F238E27FC236}">
                  <a16:creationId xmlns:a16="http://schemas.microsoft.com/office/drawing/2014/main" id="{70E56809-2DCB-4F82-8DD9-2453CACC2C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1768" y="9041169"/>
              <a:ext cx="0" cy="17777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6" name="Straight Connector 2205">
              <a:extLst>
                <a:ext uri="{FF2B5EF4-FFF2-40B4-BE49-F238E27FC236}">
                  <a16:creationId xmlns:a16="http://schemas.microsoft.com/office/drawing/2014/main" id="{22AD2DA7-CF5D-44DD-899D-7A70AB7361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6527" y="9198281"/>
              <a:ext cx="263525" cy="10947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7" name="Straight Connector 2206">
              <a:extLst>
                <a:ext uri="{FF2B5EF4-FFF2-40B4-BE49-F238E27FC236}">
                  <a16:creationId xmlns:a16="http://schemas.microsoft.com/office/drawing/2014/main" id="{66545352-B6F0-40E2-ADF6-7A7DF28E8D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92219" y="8964795"/>
              <a:ext cx="0" cy="34304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8" name="Straight Connector 2207">
              <a:extLst>
                <a:ext uri="{FF2B5EF4-FFF2-40B4-BE49-F238E27FC236}">
                  <a16:creationId xmlns:a16="http://schemas.microsoft.com/office/drawing/2014/main" id="{333263DF-7856-4355-B234-17B8C349BE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45495" y="8870982"/>
              <a:ext cx="260391" cy="10382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9" name="Straight Connector 2208">
              <a:extLst>
                <a:ext uri="{FF2B5EF4-FFF2-40B4-BE49-F238E27FC236}">
                  <a16:creationId xmlns:a16="http://schemas.microsoft.com/office/drawing/2014/main" id="{9EEC0267-3B65-48CD-A395-D61BF16990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61738" y="8357550"/>
              <a:ext cx="0" cy="53680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0" name="Straight Connector 2209">
              <a:extLst>
                <a:ext uri="{FF2B5EF4-FFF2-40B4-BE49-F238E27FC236}">
                  <a16:creationId xmlns:a16="http://schemas.microsoft.com/office/drawing/2014/main" id="{EE06E793-E161-452C-96B1-226932784F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22818" y="8350748"/>
              <a:ext cx="263525" cy="10947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1" name="Straight Connector 2210">
              <a:extLst>
                <a:ext uri="{FF2B5EF4-FFF2-40B4-BE49-F238E27FC236}">
                  <a16:creationId xmlns:a16="http://schemas.microsoft.com/office/drawing/2014/main" id="{882E1107-4291-4BBE-9F32-3C30F53A78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50893" y="8440424"/>
              <a:ext cx="0" cy="17777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2" name="Straight Connector 2211">
              <a:extLst>
                <a:ext uri="{FF2B5EF4-FFF2-40B4-BE49-F238E27FC236}">
                  <a16:creationId xmlns:a16="http://schemas.microsoft.com/office/drawing/2014/main" id="{26D6368D-CECF-4F10-A1FD-2732263E8F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09275" y="8440424"/>
              <a:ext cx="466767" cy="17809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3" name="Straight Connector 2212">
              <a:extLst>
                <a:ext uri="{FF2B5EF4-FFF2-40B4-BE49-F238E27FC236}">
                  <a16:creationId xmlns:a16="http://schemas.microsoft.com/office/drawing/2014/main" id="{13D37510-459F-4F15-99B1-A27563062B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60831" y="8433039"/>
              <a:ext cx="242092" cy="10751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4" name="Straight Connector 2213">
              <a:extLst>
                <a:ext uri="{FF2B5EF4-FFF2-40B4-BE49-F238E27FC236}">
                  <a16:creationId xmlns:a16="http://schemas.microsoft.com/office/drawing/2014/main" id="{0E2B9139-805D-4FE1-832F-0FF470CE23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87318" y="8529313"/>
              <a:ext cx="0" cy="17777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5" name="Straight Connector 2214">
              <a:extLst>
                <a:ext uri="{FF2B5EF4-FFF2-40B4-BE49-F238E27FC236}">
                  <a16:creationId xmlns:a16="http://schemas.microsoft.com/office/drawing/2014/main" id="{A3AA6C15-6387-4CAB-AD3D-905B02025D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66894" y="8604529"/>
              <a:ext cx="242092" cy="10751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6" name="Straight Connector 2215">
              <a:extLst>
                <a:ext uri="{FF2B5EF4-FFF2-40B4-BE49-F238E27FC236}">
                  <a16:creationId xmlns:a16="http://schemas.microsoft.com/office/drawing/2014/main" id="{81CE8BF7-E330-4CB6-AA28-AB31C33D09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94031" y="8613504"/>
              <a:ext cx="260391" cy="10382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7" name="Straight Connector 2216">
              <a:extLst>
                <a:ext uri="{FF2B5EF4-FFF2-40B4-BE49-F238E27FC236}">
                  <a16:creationId xmlns:a16="http://schemas.microsoft.com/office/drawing/2014/main" id="{793E0941-D66A-400E-981B-28B5845BBF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28643" y="8696050"/>
              <a:ext cx="0" cy="17777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8" name="Straight Connector 2217">
              <a:extLst>
                <a:ext uri="{FF2B5EF4-FFF2-40B4-BE49-F238E27FC236}">
                  <a16:creationId xmlns:a16="http://schemas.microsoft.com/office/drawing/2014/main" id="{A7D25D47-5542-4219-AEDF-4C15C6D026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66894" y="8782625"/>
              <a:ext cx="242092" cy="10751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9" name="Straight Connector 2218">
              <a:extLst>
                <a:ext uri="{FF2B5EF4-FFF2-40B4-BE49-F238E27FC236}">
                  <a16:creationId xmlns:a16="http://schemas.microsoft.com/office/drawing/2014/main" id="{0CBFA477-FE87-4A25-B4D1-8CB313C23E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94032" y="8791600"/>
              <a:ext cx="245434" cy="9004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0" name="Straight Connector 2219">
              <a:extLst>
                <a:ext uri="{FF2B5EF4-FFF2-40B4-BE49-F238E27FC236}">
                  <a16:creationId xmlns:a16="http://schemas.microsoft.com/office/drawing/2014/main" id="{0CE3B5CD-A85F-4BB7-BF38-6C57B7098E7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67946" y="8880485"/>
              <a:ext cx="245434" cy="9004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1" name="Straight Connector 2220">
              <a:extLst>
                <a:ext uri="{FF2B5EF4-FFF2-40B4-BE49-F238E27FC236}">
                  <a16:creationId xmlns:a16="http://schemas.microsoft.com/office/drawing/2014/main" id="{7F33DB22-F4E4-4619-A459-27D5DD8BE3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09275" y="8961289"/>
              <a:ext cx="0" cy="17777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2" name="Straight Connector 2221">
              <a:extLst>
                <a:ext uri="{FF2B5EF4-FFF2-40B4-BE49-F238E27FC236}">
                  <a16:creationId xmlns:a16="http://schemas.microsoft.com/office/drawing/2014/main" id="{D4B86FEC-325D-4B0F-8ED5-CB39EF12A3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69236" y="9130058"/>
              <a:ext cx="242092" cy="10751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3" name="Straight Connector 2222">
              <a:extLst>
                <a:ext uri="{FF2B5EF4-FFF2-40B4-BE49-F238E27FC236}">
                  <a16:creationId xmlns:a16="http://schemas.microsoft.com/office/drawing/2014/main" id="{88FCCC56-D17A-4776-AA06-CA49BC9ED2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67946" y="9229315"/>
              <a:ext cx="0" cy="17777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4" name="Straight Connector 2223">
              <a:extLst>
                <a:ext uri="{FF2B5EF4-FFF2-40B4-BE49-F238E27FC236}">
                  <a16:creationId xmlns:a16="http://schemas.microsoft.com/office/drawing/2014/main" id="{C62571E0-293A-49E2-8231-5C25E0BF9F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59160" y="9407094"/>
              <a:ext cx="245434" cy="9004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5" name="Straight Connector 2224">
              <a:extLst>
                <a:ext uri="{FF2B5EF4-FFF2-40B4-BE49-F238E27FC236}">
                  <a16:creationId xmlns:a16="http://schemas.microsoft.com/office/drawing/2014/main" id="{A0113919-3093-42C2-979B-AFA5EDAE55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88240" y="9331543"/>
              <a:ext cx="0" cy="17777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6" name="Straight Connector 2225">
              <a:extLst>
                <a:ext uri="{FF2B5EF4-FFF2-40B4-BE49-F238E27FC236}">
                  <a16:creationId xmlns:a16="http://schemas.microsoft.com/office/drawing/2014/main" id="{324E0EB9-7A49-4ECE-AF00-C768E8B2AA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72423" y="9315088"/>
              <a:ext cx="243227" cy="9200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7" name="Straight Connector 2226">
              <a:extLst>
                <a:ext uri="{FF2B5EF4-FFF2-40B4-BE49-F238E27FC236}">
                  <a16:creationId xmlns:a16="http://schemas.microsoft.com/office/drawing/2014/main" id="{962A1F9A-6B68-4347-BB6E-5CD588B91E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15650" y="9041169"/>
              <a:ext cx="0" cy="38356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8" name="Straight Connector 2227">
              <a:extLst>
                <a:ext uri="{FF2B5EF4-FFF2-40B4-BE49-F238E27FC236}">
                  <a16:creationId xmlns:a16="http://schemas.microsoft.com/office/drawing/2014/main" id="{82EAB9D2-970B-4D8A-9C10-6D1E71FEBC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11434" y="8952997"/>
              <a:ext cx="242092" cy="10751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9" name="Straight Connector 2228">
              <a:extLst>
                <a:ext uri="{FF2B5EF4-FFF2-40B4-BE49-F238E27FC236}">
                  <a16:creationId xmlns:a16="http://schemas.microsoft.com/office/drawing/2014/main" id="{65CA986E-AEF3-4EA4-8FCB-54C3539D1D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32623" y="8958121"/>
              <a:ext cx="245434" cy="9004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0" name="Straight Connector 2229">
              <a:extLst>
                <a:ext uri="{FF2B5EF4-FFF2-40B4-BE49-F238E27FC236}">
                  <a16:creationId xmlns:a16="http://schemas.microsoft.com/office/drawing/2014/main" id="{EC47CAC8-0DFE-4E55-B05B-080FB8FB4F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58563" y="9028765"/>
              <a:ext cx="0" cy="19018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1" name="Straight Connector 2230">
              <a:extLst>
                <a:ext uri="{FF2B5EF4-FFF2-40B4-BE49-F238E27FC236}">
                  <a16:creationId xmlns:a16="http://schemas.microsoft.com/office/drawing/2014/main" id="{E5DCB646-7AE7-4AEE-BE80-1AE5012090F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32623" y="9126029"/>
              <a:ext cx="245434" cy="9004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2" name="Straight Connector 2231">
              <a:extLst>
                <a:ext uri="{FF2B5EF4-FFF2-40B4-BE49-F238E27FC236}">
                  <a16:creationId xmlns:a16="http://schemas.microsoft.com/office/drawing/2014/main" id="{D2218E94-C608-4795-AA7C-F8B03C60E5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33534" y="9117573"/>
              <a:ext cx="3852" cy="36569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3" name="Straight Connector 2232">
              <a:extLst>
                <a:ext uri="{FF2B5EF4-FFF2-40B4-BE49-F238E27FC236}">
                  <a16:creationId xmlns:a16="http://schemas.microsoft.com/office/drawing/2014/main" id="{4B79394E-8DC3-4F71-8398-E398F3B2A5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25993" y="9483268"/>
              <a:ext cx="243227" cy="9200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4" name="Straight Connector 2233">
              <a:extLst>
                <a:ext uri="{FF2B5EF4-FFF2-40B4-BE49-F238E27FC236}">
                  <a16:creationId xmlns:a16="http://schemas.microsoft.com/office/drawing/2014/main" id="{F443F4B6-30FF-4A59-B90B-B45663D61E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58563" y="9391537"/>
              <a:ext cx="0" cy="17777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5" name="Straight Connector 2234">
              <a:extLst>
                <a:ext uri="{FF2B5EF4-FFF2-40B4-BE49-F238E27FC236}">
                  <a16:creationId xmlns:a16="http://schemas.microsoft.com/office/drawing/2014/main" id="{D93C09C1-6CE5-4628-A485-E2522083D0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52167" y="9391537"/>
              <a:ext cx="243227" cy="9200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6" name="Straight Connector 2235">
              <a:extLst>
                <a:ext uri="{FF2B5EF4-FFF2-40B4-BE49-F238E27FC236}">
                  <a16:creationId xmlns:a16="http://schemas.microsoft.com/office/drawing/2014/main" id="{B258A29F-543A-4488-A7FF-F9CBF9044F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81104" y="9476727"/>
              <a:ext cx="0" cy="17777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7" name="Straight Connector 2236">
              <a:extLst>
                <a:ext uri="{FF2B5EF4-FFF2-40B4-BE49-F238E27FC236}">
                  <a16:creationId xmlns:a16="http://schemas.microsoft.com/office/drawing/2014/main" id="{F55C9934-5E1C-43AA-918D-7BCEF53C6E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85297" y="9654506"/>
              <a:ext cx="243227" cy="9200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38" name="TextBox 2237">
              <a:extLst>
                <a:ext uri="{FF2B5EF4-FFF2-40B4-BE49-F238E27FC236}">
                  <a16:creationId xmlns:a16="http://schemas.microsoft.com/office/drawing/2014/main" id="{1750040E-7A77-4397-AF0E-44B5B59F86B8}"/>
                </a:ext>
              </a:extLst>
            </p:cNvPr>
            <p:cNvSpPr txBox="1"/>
            <p:nvPr/>
          </p:nvSpPr>
          <p:spPr>
            <a:xfrm>
              <a:off x="11533906" y="9687767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81</a:t>
              </a:r>
            </a:p>
          </p:txBody>
        </p:sp>
        <p:cxnSp>
          <p:nvCxnSpPr>
            <p:cNvPr id="2239" name="Straight Connector 2238">
              <a:extLst>
                <a:ext uri="{FF2B5EF4-FFF2-40B4-BE49-F238E27FC236}">
                  <a16:creationId xmlns:a16="http://schemas.microsoft.com/office/drawing/2014/main" id="{BA8B5A83-315F-4ACC-9485-1995F0A30FA4}"/>
                </a:ext>
              </a:extLst>
            </p:cNvPr>
            <p:cNvCxnSpPr>
              <a:cxnSpLocks/>
            </p:cNvCxnSpPr>
            <p:nvPr/>
          </p:nvCxnSpPr>
          <p:spPr>
            <a:xfrm>
              <a:off x="10913222" y="5221226"/>
              <a:ext cx="445341" cy="19015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0" name="Straight Connector 2239">
              <a:extLst>
                <a:ext uri="{FF2B5EF4-FFF2-40B4-BE49-F238E27FC236}">
                  <a16:creationId xmlns:a16="http://schemas.microsoft.com/office/drawing/2014/main" id="{91E7C0D4-2D97-4D3F-8548-E03B27AAEE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58563" y="5214681"/>
              <a:ext cx="454819" cy="19049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1" name="Straight Connector 2240">
              <a:extLst>
                <a:ext uri="{FF2B5EF4-FFF2-40B4-BE49-F238E27FC236}">
                  <a16:creationId xmlns:a16="http://schemas.microsoft.com/office/drawing/2014/main" id="{2774DF7E-1116-4925-B432-9B15B4F10B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13382" y="4540877"/>
              <a:ext cx="0" cy="67380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84021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3C611D3-A3E9-4A3B-B081-136A4A668E01}"/>
              </a:ext>
            </a:extLst>
          </p:cNvPr>
          <p:cNvSpPr/>
          <p:nvPr/>
        </p:nvSpPr>
        <p:spPr>
          <a:xfrm>
            <a:off x="10188574" y="3937000"/>
            <a:ext cx="158750" cy="190500"/>
          </a:xfrm>
          <a:prstGeom prst="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AC900BAC-09C6-4826-A6B0-6A87027D570B}"/>
              </a:ext>
            </a:extLst>
          </p:cNvPr>
          <p:cNvSpPr/>
          <p:nvPr/>
        </p:nvSpPr>
        <p:spPr>
          <a:xfrm>
            <a:off x="11563352" y="3927475"/>
            <a:ext cx="158750" cy="190500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333B8D88-AC45-4DF5-B72F-7FB9FD090269}"/>
              </a:ext>
            </a:extLst>
          </p:cNvPr>
          <p:cNvSpPr/>
          <p:nvPr/>
        </p:nvSpPr>
        <p:spPr>
          <a:xfrm>
            <a:off x="11749149" y="4307508"/>
            <a:ext cx="158750" cy="190500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5E310D6-7863-4785-9F52-84ECA92921E2}"/>
              </a:ext>
            </a:extLst>
          </p:cNvPr>
          <p:cNvCxnSpPr>
            <a:cxnSpLocks/>
          </p:cNvCxnSpPr>
          <p:nvPr/>
        </p:nvCxnSpPr>
        <p:spPr>
          <a:xfrm flipH="1" flipV="1">
            <a:off x="10915650" y="3825875"/>
            <a:ext cx="647702" cy="257176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C8B514-D54E-4A43-AFF1-BBC2EECB6270}"/>
              </a:ext>
            </a:extLst>
          </p:cNvPr>
          <p:cNvCxnSpPr>
            <a:cxnSpLocks/>
          </p:cNvCxnSpPr>
          <p:nvPr/>
        </p:nvCxnSpPr>
        <p:spPr>
          <a:xfrm flipH="1">
            <a:off x="9563580" y="3825875"/>
            <a:ext cx="1352071" cy="531169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87A85F5-671B-4EED-BC82-8644E47B8C99}"/>
              </a:ext>
            </a:extLst>
          </p:cNvPr>
          <p:cNvCxnSpPr>
            <a:cxnSpLocks/>
          </p:cNvCxnSpPr>
          <p:nvPr/>
        </p:nvCxnSpPr>
        <p:spPr>
          <a:xfrm flipH="1" flipV="1">
            <a:off x="8901068" y="4090070"/>
            <a:ext cx="682175" cy="264500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3BE14BC-0BEE-4970-B2D7-DC5B3811C482}"/>
              </a:ext>
            </a:extLst>
          </p:cNvPr>
          <p:cNvCxnSpPr>
            <a:cxnSpLocks/>
          </p:cNvCxnSpPr>
          <p:nvPr/>
        </p:nvCxnSpPr>
        <p:spPr>
          <a:xfrm>
            <a:off x="8915877" y="4104006"/>
            <a:ext cx="0" cy="328995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51CD0C-A9F4-47E0-B477-A012629D6311}"/>
              </a:ext>
            </a:extLst>
          </p:cNvPr>
          <p:cNvCxnSpPr>
            <a:cxnSpLocks/>
          </p:cNvCxnSpPr>
          <p:nvPr/>
        </p:nvCxnSpPr>
        <p:spPr>
          <a:xfrm flipH="1">
            <a:off x="9127807" y="4498008"/>
            <a:ext cx="2671" cy="197817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02A4BD5-2454-49B6-A49F-D52EC3D175CC}"/>
              </a:ext>
            </a:extLst>
          </p:cNvPr>
          <p:cNvCxnSpPr>
            <a:cxnSpLocks/>
          </p:cNvCxnSpPr>
          <p:nvPr/>
        </p:nvCxnSpPr>
        <p:spPr>
          <a:xfrm flipH="1">
            <a:off x="8900160" y="4695825"/>
            <a:ext cx="234314" cy="85725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FC6B3CF-832E-4CF2-A2BB-52F2A7DAC8E7}"/>
              </a:ext>
            </a:extLst>
          </p:cNvPr>
          <p:cNvCxnSpPr>
            <a:cxnSpLocks/>
          </p:cNvCxnSpPr>
          <p:nvPr/>
        </p:nvCxnSpPr>
        <p:spPr>
          <a:xfrm>
            <a:off x="8915877" y="4781550"/>
            <a:ext cx="0" cy="180975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1CF7F19-C03D-443E-85E1-55ACAAAD89AD}"/>
              </a:ext>
            </a:extLst>
          </p:cNvPr>
          <p:cNvCxnSpPr>
            <a:cxnSpLocks/>
          </p:cNvCxnSpPr>
          <p:nvPr/>
        </p:nvCxnSpPr>
        <p:spPr>
          <a:xfrm flipH="1">
            <a:off x="8462962" y="4962525"/>
            <a:ext cx="458155" cy="175312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0D68461-F374-40F9-8403-821C0B70D679}"/>
              </a:ext>
            </a:extLst>
          </p:cNvPr>
          <p:cNvCxnSpPr>
            <a:cxnSpLocks/>
          </p:cNvCxnSpPr>
          <p:nvPr/>
        </p:nvCxnSpPr>
        <p:spPr>
          <a:xfrm>
            <a:off x="8465343" y="5121629"/>
            <a:ext cx="0" cy="176212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B339511-32B3-48FE-89DD-5FEF6B87E552}"/>
              </a:ext>
            </a:extLst>
          </p:cNvPr>
          <p:cNvCxnSpPr>
            <a:cxnSpLocks/>
          </p:cNvCxnSpPr>
          <p:nvPr/>
        </p:nvCxnSpPr>
        <p:spPr>
          <a:xfrm flipH="1" flipV="1">
            <a:off x="8235491" y="5222413"/>
            <a:ext cx="227472" cy="97300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5715F1F-0DF1-437A-86FF-63CC78D4D321}"/>
              </a:ext>
            </a:extLst>
          </p:cNvPr>
          <p:cNvCxnSpPr>
            <a:cxnSpLocks/>
          </p:cNvCxnSpPr>
          <p:nvPr/>
        </p:nvCxnSpPr>
        <p:spPr>
          <a:xfrm flipH="1" flipV="1">
            <a:off x="8252062" y="5061298"/>
            <a:ext cx="1" cy="179785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46729BD-5A2B-4EE3-9C69-3C9D300B8453}"/>
              </a:ext>
            </a:extLst>
          </p:cNvPr>
          <p:cNvCxnSpPr>
            <a:cxnSpLocks/>
          </p:cNvCxnSpPr>
          <p:nvPr/>
        </p:nvCxnSpPr>
        <p:spPr>
          <a:xfrm flipH="1" flipV="1">
            <a:off x="7802882" y="4872037"/>
            <a:ext cx="449180" cy="213457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9DFCB3F-04BA-43C1-AFBF-044BA192965D}"/>
              </a:ext>
            </a:extLst>
          </p:cNvPr>
          <p:cNvCxnSpPr>
            <a:cxnSpLocks/>
          </p:cNvCxnSpPr>
          <p:nvPr/>
        </p:nvCxnSpPr>
        <p:spPr>
          <a:xfrm flipH="1" flipV="1">
            <a:off x="7801929" y="4695825"/>
            <a:ext cx="1" cy="179785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4D94D93-17C7-4DB8-91EE-CC8980C800CE}"/>
              </a:ext>
            </a:extLst>
          </p:cNvPr>
          <p:cNvCxnSpPr>
            <a:cxnSpLocks/>
          </p:cNvCxnSpPr>
          <p:nvPr/>
        </p:nvCxnSpPr>
        <p:spPr>
          <a:xfrm flipH="1" flipV="1">
            <a:off x="7329126" y="4510088"/>
            <a:ext cx="472804" cy="209549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1C45DD1-379B-44AD-9363-00CBC49F8EC1}"/>
              </a:ext>
            </a:extLst>
          </p:cNvPr>
          <p:cNvCxnSpPr>
            <a:cxnSpLocks/>
          </p:cNvCxnSpPr>
          <p:nvPr/>
        </p:nvCxnSpPr>
        <p:spPr>
          <a:xfrm flipH="1">
            <a:off x="7112155" y="4522937"/>
            <a:ext cx="243841" cy="90488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10E42B6-14E9-4150-8713-B0ABCB84990A}"/>
              </a:ext>
            </a:extLst>
          </p:cNvPr>
          <p:cNvCxnSpPr>
            <a:cxnSpLocks/>
          </p:cNvCxnSpPr>
          <p:nvPr/>
        </p:nvCxnSpPr>
        <p:spPr>
          <a:xfrm flipV="1">
            <a:off x="6459535" y="4343401"/>
            <a:ext cx="1" cy="528636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D88A26F-E22C-468D-83F2-76ED2C61A5CC}"/>
              </a:ext>
            </a:extLst>
          </p:cNvPr>
          <p:cNvCxnSpPr>
            <a:cxnSpLocks/>
          </p:cNvCxnSpPr>
          <p:nvPr/>
        </p:nvCxnSpPr>
        <p:spPr>
          <a:xfrm flipH="1">
            <a:off x="6213313" y="4872037"/>
            <a:ext cx="243841" cy="90488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A5EA503-9F61-4018-8B0E-4ACCD4C522C3}"/>
              </a:ext>
            </a:extLst>
          </p:cNvPr>
          <p:cNvCxnSpPr>
            <a:cxnSpLocks/>
          </p:cNvCxnSpPr>
          <p:nvPr/>
        </p:nvCxnSpPr>
        <p:spPr>
          <a:xfrm flipH="1" flipV="1">
            <a:off x="6210933" y="4957763"/>
            <a:ext cx="7472" cy="200994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2B8D4C6-F2A9-4492-B225-06C53C5EA453}"/>
              </a:ext>
            </a:extLst>
          </p:cNvPr>
          <p:cNvCxnSpPr>
            <a:cxnSpLocks/>
          </p:cNvCxnSpPr>
          <p:nvPr/>
        </p:nvCxnSpPr>
        <p:spPr>
          <a:xfrm flipH="1" flipV="1">
            <a:off x="6205004" y="5137325"/>
            <a:ext cx="233830" cy="98948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E8D3E5B-16CE-4E66-9EA7-088193590BFC}"/>
              </a:ext>
            </a:extLst>
          </p:cNvPr>
          <p:cNvCxnSpPr>
            <a:cxnSpLocks/>
          </p:cNvCxnSpPr>
          <p:nvPr/>
        </p:nvCxnSpPr>
        <p:spPr>
          <a:xfrm flipV="1">
            <a:off x="6441202" y="5242917"/>
            <a:ext cx="4049" cy="853084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EB69E69-91B8-4F9F-A290-9EA0C2ACF0A1}"/>
              </a:ext>
            </a:extLst>
          </p:cNvPr>
          <p:cNvCxnSpPr>
            <a:cxnSpLocks/>
          </p:cNvCxnSpPr>
          <p:nvPr/>
        </p:nvCxnSpPr>
        <p:spPr>
          <a:xfrm flipV="1">
            <a:off x="10928643" y="5222413"/>
            <a:ext cx="0" cy="343813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41DFA25-0789-4292-A6FA-5730396E1102}"/>
              </a:ext>
            </a:extLst>
          </p:cNvPr>
          <p:cNvCxnSpPr>
            <a:cxnSpLocks/>
          </p:cNvCxnSpPr>
          <p:nvPr/>
        </p:nvCxnSpPr>
        <p:spPr>
          <a:xfrm flipH="1">
            <a:off x="6435981" y="5981699"/>
            <a:ext cx="243841" cy="90488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4000180-5424-4E95-81BA-61B5D1903205}"/>
              </a:ext>
            </a:extLst>
          </p:cNvPr>
          <p:cNvCxnSpPr>
            <a:cxnSpLocks/>
          </p:cNvCxnSpPr>
          <p:nvPr/>
        </p:nvCxnSpPr>
        <p:spPr>
          <a:xfrm flipV="1">
            <a:off x="6679822" y="5981699"/>
            <a:ext cx="0" cy="200026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0F31D89-F915-4D01-ABF1-479AD8C8A8F9}"/>
              </a:ext>
            </a:extLst>
          </p:cNvPr>
          <p:cNvCxnSpPr>
            <a:cxnSpLocks/>
          </p:cNvCxnSpPr>
          <p:nvPr/>
        </p:nvCxnSpPr>
        <p:spPr>
          <a:xfrm flipH="1">
            <a:off x="5965923" y="6179343"/>
            <a:ext cx="728346" cy="273844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D0E8F5B-8AEF-4A91-83DD-BDE52F932066}"/>
              </a:ext>
            </a:extLst>
          </p:cNvPr>
          <p:cNvCxnSpPr>
            <a:cxnSpLocks/>
          </p:cNvCxnSpPr>
          <p:nvPr/>
        </p:nvCxnSpPr>
        <p:spPr>
          <a:xfrm flipH="1" flipV="1">
            <a:off x="5965923" y="6453187"/>
            <a:ext cx="243842" cy="78582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5FE29DA-37DF-4F5E-8676-6DDA758671D1}"/>
              </a:ext>
            </a:extLst>
          </p:cNvPr>
          <p:cNvCxnSpPr>
            <a:cxnSpLocks/>
          </p:cNvCxnSpPr>
          <p:nvPr/>
        </p:nvCxnSpPr>
        <p:spPr>
          <a:xfrm flipH="1">
            <a:off x="6008310" y="6529386"/>
            <a:ext cx="201455" cy="90488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C398A17-B782-4756-A78A-B345AD5189F6}"/>
              </a:ext>
            </a:extLst>
          </p:cNvPr>
          <p:cNvCxnSpPr>
            <a:cxnSpLocks/>
          </p:cNvCxnSpPr>
          <p:nvPr/>
        </p:nvCxnSpPr>
        <p:spPr>
          <a:xfrm flipV="1">
            <a:off x="6008310" y="6619874"/>
            <a:ext cx="0" cy="200026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0E7C500-D25D-4B9C-8A13-1E6D86BBD1F5}"/>
              </a:ext>
            </a:extLst>
          </p:cNvPr>
          <p:cNvCxnSpPr>
            <a:cxnSpLocks/>
          </p:cNvCxnSpPr>
          <p:nvPr/>
        </p:nvCxnSpPr>
        <p:spPr>
          <a:xfrm flipH="1">
            <a:off x="5756275" y="6793706"/>
            <a:ext cx="252038" cy="89694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9F7E7DD-058A-49C1-9338-F42B6B492145}"/>
              </a:ext>
            </a:extLst>
          </p:cNvPr>
          <p:cNvCxnSpPr>
            <a:cxnSpLocks/>
          </p:cNvCxnSpPr>
          <p:nvPr/>
        </p:nvCxnSpPr>
        <p:spPr>
          <a:xfrm flipH="1" flipV="1">
            <a:off x="5756275" y="6883400"/>
            <a:ext cx="243842" cy="78582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DD56436-5AB1-4A79-8286-45446E84587B}"/>
              </a:ext>
            </a:extLst>
          </p:cNvPr>
          <p:cNvCxnSpPr>
            <a:cxnSpLocks/>
          </p:cNvCxnSpPr>
          <p:nvPr/>
        </p:nvCxnSpPr>
        <p:spPr>
          <a:xfrm flipH="1">
            <a:off x="5752177" y="6948885"/>
            <a:ext cx="252038" cy="89694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8346A64-866C-4F89-BC5F-161EF5334A05}"/>
              </a:ext>
            </a:extLst>
          </p:cNvPr>
          <p:cNvCxnSpPr>
            <a:cxnSpLocks/>
          </p:cNvCxnSpPr>
          <p:nvPr/>
        </p:nvCxnSpPr>
        <p:spPr>
          <a:xfrm flipH="1">
            <a:off x="5756272" y="7130258"/>
            <a:ext cx="252038" cy="89694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1F6E576-4F35-4B46-AF8C-BC3F5D8CCAEF}"/>
              </a:ext>
            </a:extLst>
          </p:cNvPr>
          <p:cNvCxnSpPr>
            <a:cxnSpLocks/>
          </p:cNvCxnSpPr>
          <p:nvPr/>
        </p:nvCxnSpPr>
        <p:spPr>
          <a:xfrm flipH="1" flipV="1">
            <a:off x="5768914" y="7051676"/>
            <a:ext cx="243842" cy="78582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2B6F54D-1BBD-49FB-A7AE-FD64D42D37AE}"/>
              </a:ext>
            </a:extLst>
          </p:cNvPr>
          <p:cNvCxnSpPr>
            <a:cxnSpLocks/>
          </p:cNvCxnSpPr>
          <p:nvPr/>
        </p:nvCxnSpPr>
        <p:spPr>
          <a:xfrm flipV="1">
            <a:off x="5770124" y="7207249"/>
            <a:ext cx="0" cy="542926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5D183D5-7B82-465C-ABBC-6A7C31E9F211}"/>
              </a:ext>
            </a:extLst>
          </p:cNvPr>
          <p:cNvCxnSpPr>
            <a:cxnSpLocks/>
          </p:cNvCxnSpPr>
          <p:nvPr/>
        </p:nvCxnSpPr>
        <p:spPr>
          <a:xfrm flipH="1">
            <a:off x="5334000" y="7733907"/>
            <a:ext cx="434914" cy="190893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8C3725D-83B9-4764-BC90-1EBB2821D3E1}"/>
              </a:ext>
            </a:extLst>
          </p:cNvPr>
          <p:cNvCxnSpPr>
            <a:cxnSpLocks/>
          </p:cNvCxnSpPr>
          <p:nvPr/>
        </p:nvCxnSpPr>
        <p:spPr>
          <a:xfrm flipV="1">
            <a:off x="5347910" y="7729340"/>
            <a:ext cx="0" cy="200026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AFD62BFA-3AA9-40B0-BD89-7441F0E81CAF}"/>
              </a:ext>
            </a:extLst>
          </p:cNvPr>
          <p:cNvCxnSpPr>
            <a:cxnSpLocks/>
          </p:cNvCxnSpPr>
          <p:nvPr/>
        </p:nvCxnSpPr>
        <p:spPr>
          <a:xfrm flipH="1">
            <a:off x="5332790" y="7660481"/>
            <a:ext cx="252038" cy="89694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1690844-3CB3-4C1D-A989-FF511802BCBE}"/>
              </a:ext>
            </a:extLst>
          </p:cNvPr>
          <p:cNvCxnSpPr>
            <a:cxnSpLocks/>
          </p:cNvCxnSpPr>
          <p:nvPr/>
        </p:nvCxnSpPr>
        <p:spPr>
          <a:xfrm flipH="1">
            <a:off x="5313052" y="7479108"/>
            <a:ext cx="252038" cy="89694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86E95129-3EB5-44A9-913D-64B1C5E8A4C1}"/>
              </a:ext>
            </a:extLst>
          </p:cNvPr>
          <p:cNvCxnSpPr>
            <a:cxnSpLocks/>
          </p:cNvCxnSpPr>
          <p:nvPr/>
        </p:nvCxnSpPr>
        <p:spPr>
          <a:xfrm flipH="1" flipV="1">
            <a:off x="5329789" y="7581899"/>
            <a:ext cx="243842" cy="78582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410AD36-2A73-437A-B4BD-6AB7140D6A56}"/>
              </a:ext>
            </a:extLst>
          </p:cNvPr>
          <p:cNvCxnSpPr>
            <a:cxnSpLocks/>
          </p:cNvCxnSpPr>
          <p:nvPr/>
        </p:nvCxnSpPr>
        <p:spPr>
          <a:xfrm flipH="1">
            <a:off x="5294154" y="7309840"/>
            <a:ext cx="252038" cy="89694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7B51BE0-D311-42A5-B915-F9A5DCBC7B4B}"/>
              </a:ext>
            </a:extLst>
          </p:cNvPr>
          <p:cNvCxnSpPr>
            <a:cxnSpLocks/>
          </p:cNvCxnSpPr>
          <p:nvPr/>
        </p:nvCxnSpPr>
        <p:spPr>
          <a:xfrm flipH="1" flipV="1">
            <a:off x="5310891" y="7412631"/>
            <a:ext cx="243842" cy="78582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FEC8AA6-A53A-4259-8D92-71F41B883357}"/>
              </a:ext>
            </a:extLst>
          </p:cNvPr>
          <p:cNvCxnSpPr>
            <a:cxnSpLocks/>
          </p:cNvCxnSpPr>
          <p:nvPr/>
        </p:nvCxnSpPr>
        <p:spPr>
          <a:xfrm flipV="1">
            <a:off x="5541052" y="7109814"/>
            <a:ext cx="0" cy="200026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FE39A68-6DBD-43D2-A6FC-EB2B420F498B}"/>
              </a:ext>
            </a:extLst>
          </p:cNvPr>
          <p:cNvCxnSpPr>
            <a:cxnSpLocks/>
          </p:cNvCxnSpPr>
          <p:nvPr/>
        </p:nvCxnSpPr>
        <p:spPr>
          <a:xfrm flipH="1">
            <a:off x="5108575" y="7117555"/>
            <a:ext cx="456515" cy="179188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A03BD4DE-6EAA-4B0F-BDFC-F953532D8E93}"/>
              </a:ext>
            </a:extLst>
          </p:cNvPr>
          <p:cNvCxnSpPr>
            <a:cxnSpLocks/>
          </p:cNvCxnSpPr>
          <p:nvPr/>
        </p:nvCxnSpPr>
        <p:spPr>
          <a:xfrm flipV="1">
            <a:off x="5115602" y="7106244"/>
            <a:ext cx="0" cy="200026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43EF726D-C0BD-4AE5-BC6D-E4516410EC4A}"/>
              </a:ext>
            </a:extLst>
          </p:cNvPr>
          <p:cNvCxnSpPr>
            <a:cxnSpLocks/>
          </p:cNvCxnSpPr>
          <p:nvPr/>
        </p:nvCxnSpPr>
        <p:spPr>
          <a:xfrm flipH="1">
            <a:off x="5088378" y="7036296"/>
            <a:ext cx="252038" cy="89694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B0D4915-5F50-4565-9C6C-8645915A72DF}"/>
              </a:ext>
            </a:extLst>
          </p:cNvPr>
          <p:cNvCxnSpPr>
            <a:cxnSpLocks/>
          </p:cNvCxnSpPr>
          <p:nvPr/>
        </p:nvCxnSpPr>
        <p:spPr>
          <a:xfrm flipV="1">
            <a:off x="5324809" y="6696075"/>
            <a:ext cx="0" cy="352823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573284D5-D0EF-4BC9-8A69-0B9999D78407}"/>
              </a:ext>
            </a:extLst>
          </p:cNvPr>
          <p:cNvCxnSpPr>
            <a:cxnSpLocks/>
          </p:cNvCxnSpPr>
          <p:nvPr/>
        </p:nvCxnSpPr>
        <p:spPr>
          <a:xfrm flipH="1" flipV="1">
            <a:off x="5299633" y="6715124"/>
            <a:ext cx="243842" cy="78582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ECC99E8-9F75-4107-86FC-EEA8B3DC7FDD}"/>
              </a:ext>
            </a:extLst>
          </p:cNvPr>
          <p:cNvCxnSpPr>
            <a:cxnSpLocks/>
          </p:cNvCxnSpPr>
          <p:nvPr/>
        </p:nvCxnSpPr>
        <p:spPr>
          <a:xfrm flipV="1">
            <a:off x="5539087" y="6615111"/>
            <a:ext cx="0" cy="200026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A3A69C0-578F-47F4-AD5C-77EE5AF14BD6}"/>
              </a:ext>
            </a:extLst>
          </p:cNvPr>
          <p:cNvCxnSpPr>
            <a:cxnSpLocks/>
          </p:cNvCxnSpPr>
          <p:nvPr/>
        </p:nvCxnSpPr>
        <p:spPr>
          <a:xfrm flipH="1" flipV="1">
            <a:off x="5553308" y="6636542"/>
            <a:ext cx="243842" cy="78582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C7DD10A-603C-440C-9F06-2D3DA575D2F3}"/>
              </a:ext>
            </a:extLst>
          </p:cNvPr>
          <p:cNvCxnSpPr>
            <a:cxnSpLocks/>
          </p:cNvCxnSpPr>
          <p:nvPr/>
        </p:nvCxnSpPr>
        <p:spPr>
          <a:xfrm flipV="1">
            <a:off x="5797150" y="6519066"/>
            <a:ext cx="0" cy="200026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1E90F38-9A8B-41B9-8D64-9C258DFBD7CB}"/>
              </a:ext>
            </a:extLst>
          </p:cNvPr>
          <p:cNvCxnSpPr>
            <a:cxnSpLocks/>
          </p:cNvCxnSpPr>
          <p:nvPr/>
        </p:nvCxnSpPr>
        <p:spPr>
          <a:xfrm flipH="1" flipV="1">
            <a:off x="5554677" y="6458542"/>
            <a:ext cx="243842" cy="78582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352C654-C9B9-43B3-ADC8-F27A93B3DD9E}"/>
              </a:ext>
            </a:extLst>
          </p:cNvPr>
          <p:cNvCxnSpPr>
            <a:cxnSpLocks/>
          </p:cNvCxnSpPr>
          <p:nvPr/>
        </p:nvCxnSpPr>
        <p:spPr>
          <a:xfrm flipH="1">
            <a:off x="5545112" y="6365672"/>
            <a:ext cx="252038" cy="89694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65EBF767-19A0-4E3F-8C91-D45179FAF58C}"/>
              </a:ext>
            </a:extLst>
          </p:cNvPr>
          <p:cNvCxnSpPr>
            <a:cxnSpLocks/>
          </p:cNvCxnSpPr>
          <p:nvPr/>
        </p:nvCxnSpPr>
        <p:spPr>
          <a:xfrm flipH="1" flipV="1">
            <a:off x="5115602" y="6096000"/>
            <a:ext cx="681548" cy="272848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D203B25A-7126-47A2-B219-A1165D8586CF}"/>
              </a:ext>
            </a:extLst>
          </p:cNvPr>
          <p:cNvCxnSpPr>
            <a:cxnSpLocks/>
          </p:cNvCxnSpPr>
          <p:nvPr/>
        </p:nvCxnSpPr>
        <p:spPr>
          <a:xfrm flipV="1">
            <a:off x="5115202" y="5910261"/>
            <a:ext cx="0" cy="200026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30450C1-5F14-492A-A1C3-FA2B1C95DDE7}"/>
              </a:ext>
            </a:extLst>
          </p:cNvPr>
          <p:cNvCxnSpPr>
            <a:cxnSpLocks/>
          </p:cNvCxnSpPr>
          <p:nvPr/>
        </p:nvCxnSpPr>
        <p:spPr>
          <a:xfrm flipH="1" flipV="1">
            <a:off x="5096854" y="5917905"/>
            <a:ext cx="681548" cy="272848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DC3C496-E4C3-4EB6-ACCD-10D37A756304}"/>
              </a:ext>
            </a:extLst>
          </p:cNvPr>
          <p:cNvCxnSpPr>
            <a:cxnSpLocks/>
          </p:cNvCxnSpPr>
          <p:nvPr/>
        </p:nvCxnSpPr>
        <p:spPr>
          <a:xfrm flipH="1">
            <a:off x="5771298" y="6101357"/>
            <a:ext cx="201455" cy="90488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F5F59B4-9F6A-4779-B796-FE4741F557B7}"/>
              </a:ext>
            </a:extLst>
          </p:cNvPr>
          <p:cNvCxnSpPr>
            <a:cxnSpLocks/>
          </p:cNvCxnSpPr>
          <p:nvPr/>
        </p:nvCxnSpPr>
        <p:spPr>
          <a:xfrm flipH="1" flipV="1">
            <a:off x="5972753" y="6096395"/>
            <a:ext cx="262142" cy="100211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9D159947-C2EC-4F07-A929-3CCAA698EBA5}"/>
              </a:ext>
            </a:extLst>
          </p:cNvPr>
          <p:cNvCxnSpPr>
            <a:cxnSpLocks/>
          </p:cNvCxnSpPr>
          <p:nvPr/>
        </p:nvCxnSpPr>
        <p:spPr>
          <a:xfrm flipV="1">
            <a:off x="6234895" y="5838824"/>
            <a:ext cx="0" cy="357189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BDE517E-A1AA-42F4-95E6-322912C296D6}"/>
              </a:ext>
            </a:extLst>
          </p:cNvPr>
          <p:cNvCxnSpPr>
            <a:cxnSpLocks/>
          </p:cNvCxnSpPr>
          <p:nvPr/>
        </p:nvCxnSpPr>
        <p:spPr>
          <a:xfrm flipH="1">
            <a:off x="5984708" y="5835648"/>
            <a:ext cx="250188" cy="81758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C789CD9B-AA8C-4066-8E07-05D3C2480CA9}"/>
              </a:ext>
            </a:extLst>
          </p:cNvPr>
          <p:cNvCxnSpPr>
            <a:cxnSpLocks/>
          </p:cNvCxnSpPr>
          <p:nvPr/>
        </p:nvCxnSpPr>
        <p:spPr>
          <a:xfrm flipH="1" flipV="1">
            <a:off x="5984708" y="5746253"/>
            <a:ext cx="2370" cy="178595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3B69FEA3-8B55-4A64-8643-6ABFAF93BCA6}"/>
              </a:ext>
            </a:extLst>
          </p:cNvPr>
          <p:cNvCxnSpPr>
            <a:cxnSpLocks/>
          </p:cNvCxnSpPr>
          <p:nvPr/>
        </p:nvCxnSpPr>
        <p:spPr>
          <a:xfrm flipH="1">
            <a:off x="5752189" y="5753098"/>
            <a:ext cx="250188" cy="81758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B33CD00A-05E4-4645-A674-B9C7C9064379}"/>
              </a:ext>
            </a:extLst>
          </p:cNvPr>
          <p:cNvCxnSpPr>
            <a:cxnSpLocks/>
          </p:cNvCxnSpPr>
          <p:nvPr/>
        </p:nvCxnSpPr>
        <p:spPr>
          <a:xfrm flipH="1" flipV="1">
            <a:off x="5774859" y="5841998"/>
            <a:ext cx="2370" cy="178595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869CCC2D-B57F-4066-A46E-5A2BE9E126AB}"/>
              </a:ext>
            </a:extLst>
          </p:cNvPr>
          <p:cNvCxnSpPr>
            <a:cxnSpLocks/>
          </p:cNvCxnSpPr>
          <p:nvPr/>
        </p:nvCxnSpPr>
        <p:spPr>
          <a:xfrm flipH="1" flipV="1">
            <a:off x="5324809" y="5820567"/>
            <a:ext cx="466159" cy="191295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450F9FE6-E2FF-48EA-A8C2-AB396AB2B4EB}"/>
              </a:ext>
            </a:extLst>
          </p:cNvPr>
          <p:cNvCxnSpPr>
            <a:cxnSpLocks/>
          </p:cNvCxnSpPr>
          <p:nvPr/>
        </p:nvCxnSpPr>
        <p:spPr>
          <a:xfrm flipH="1">
            <a:off x="5314902" y="5645942"/>
            <a:ext cx="470282" cy="181571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5378832A-BD55-4B1F-B25E-01BF925C1CC2}"/>
              </a:ext>
            </a:extLst>
          </p:cNvPr>
          <p:cNvCxnSpPr>
            <a:cxnSpLocks/>
          </p:cNvCxnSpPr>
          <p:nvPr/>
        </p:nvCxnSpPr>
        <p:spPr>
          <a:xfrm flipV="1">
            <a:off x="5780900" y="5316044"/>
            <a:ext cx="4284" cy="342005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8F48E8C6-FD54-4FE8-B7E2-4677721974BA}"/>
              </a:ext>
            </a:extLst>
          </p:cNvPr>
          <p:cNvCxnSpPr>
            <a:cxnSpLocks/>
          </p:cNvCxnSpPr>
          <p:nvPr/>
        </p:nvCxnSpPr>
        <p:spPr>
          <a:xfrm flipH="1" flipV="1">
            <a:off x="5771885" y="5314844"/>
            <a:ext cx="243842" cy="78582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3FA9391C-1060-4A78-A9A9-3B83FEE81BBB}"/>
              </a:ext>
            </a:extLst>
          </p:cNvPr>
          <p:cNvCxnSpPr>
            <a:cxnSpLocks/>
          </p:cNvCxnSpPr>
          <p:nvPr/>
        </p:nvCxnSpPr>
        <p:spPr>
          <a:xfrm flipV="1">
            <a:off x="6007505" y="4872038"/>
            <a:ext cx="0" cy="360644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5FBBA206-D626-4348-BC36-8885E95F87CC}"/>
              </a:ext>
            </a:extLst>
          </p:cNvPr>
          <p:cNvCxnSpPr>
            <a:cxnSpLocks/>
          </p:cNvCxnSpPr>
          <p:nvPr/>
        </p:nvCxnSpPr>
        <p:spPr>
          <a:xfrm flipH="1" flipV="1">
            <a:off x="5764000" y="4783924"/>
            <a:ext cx="243842" cy="78582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6AE881D3-AF50-443F-A539-27FA2D0382AA}"/>
              </a:ext>
            </a:extLst>
          </p:cNvPr>
          <p:cNvCxnSpPr>
            <a:cxnSpLocks/>
          </p:cNvCxnSpPr>
          <p:nvPr/>
        </p:nvCxnSpPr>
        <p:spPr>
          <a:xfrm flipH="1">
            <a:off x="5774859" y="4705249"/>
            <a:ext cx="250188" cy="81758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84FE3BB9-6DB4-490A-A559-5DB189D40397}"/>
              </a:ext>
            </a:extLst>
          </p:cNvPr>
          <p:cNvCxnSpPr>
            <a:cxnSpLocks/>
          </p:cNvCxnSpPr>
          <p:nvPr/>
        </p:nvCxnSpPr>
        <p:spPr>
          <a:xfrm flipH="1" flipV="1">
            <a:off x="6002377" y="4710905"/>
            <a:ext cx="243842" cy="78582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7C12AD04-7C86-4188-BEA9-9ADABD6F0C85}"/>
              </a:ext>
            </a:extLst>
          </p:cNvPr>
          <p:cNvCxnSpPr>
            <a:cxnSpLocks/>
          </p:cNvCxnSpPr>
          <p:nvPr/>
        </p:nvCxnSpPr>
        <p:spPr>
          <a:xfrm flipH="1" flipV="1">
            <a:off x="6228526" y="4614066"/>
            <a:ext cx="2370" cy="178595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7FC15F07-2E90-40FE-9D28-223EFD21A9A2}"/>
              </a:ext>
            </a:extLst>
          </p:cNvPr>
          <p:cNvCxnSpPr>
            <a:cxnSpLocks/>
          </p:cNvCxnSpPr>
          <p:nvPr/>
        </p:nvCxnSpPr>
        <p:spPr>
          <a:xfrm flipH="1" flipV="1">
            <a:off x="5998723" y="4542528"/>
            <a:ext cx="243842" cy="78582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1BD3585D-300C-4CA2-9723-2187AD40B285}"/>
              </a:ext>
            </a:extLst>
          </p:cNvPr>
          <p:cNvCxnSpPr>
            <a:cxnSpLocks/>
          </p:cNvCxnSpPr>
          <p:nvPr/>
        </p:nvCxnSpPr>
        <p:spPr>
          <a:xfrm flipH="1">
            <a:off x="5990005" y="4457299"/>
            <a:ext cx="250188" cy="81758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9EAF321A-5D06-4D6D-878C-DDD70D17AC6F}"/>
              </a:ext>
            </a:extLst>
          </p:cNvPr>
          <p:cNvCxnSpPr>
            <a:cxnSpLocks/>
          </p:cNvCxnSpPr>
          <p:nvPr/>
        </p:nvCxnSpPr>
        <p:spPr>
          <a:xfrm flipV="1">
            <a:off x="6234895" y="4100889"/>
            <a:ext cx="6732" cy="357509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F40E553A-7750-4A52-916A-23A4EC72A7B5}"/>
              </a:ext>
            </a:extLst>
          </p:cNvPr>
          <p:cNvCxnSpPr>
            <a:cxnSpLocks/>
          </p:cNvCxnSpPr>
          <p:nvPr/>
        </p:nvCxnSpPr>
        <p:spPr>
          <a:xfrm flipH="1">
            <a:off x="7108981" y="4357688"/>
            <a:ext cx="250188" cy="81758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AFBFF5B9-E6EA-47DB-BCA5-1C1AD2322BD6}"/>
              </a:ext>
            </a:extLst>
          </p:cNvPr>
          <p:cNvCxnSpPr>
            <a:cxnSpLocks/>
          </p:cNvCxnSpPr>
          <p:nvPr/>
        </p:nvCxnSpPr>
        <p:spPr>
          <a:xfrm>
            <a:off x="6246219" y="4107656"/>
            <a:ext cx="884574" cy="334011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256E05F2-35B3-439B-97BF-61677471221D}"/>
              </a:ext>
            </a:extLst>
          </p:cNvPr>
          <p:cNvCxnSpPr>
            <a:cxnSpLocks/>
          </p:cNvCxnSpPr>
          <p:nvPr/>
        </p:nvCxnSpPr>
        <p:spPr>
          <a:xfrm>
            <a:off x="7353545" y="4362591"/>
            <a:ext cx="234861" cy="76814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45A68899-7BC0-40D4-BC77-05BB69BF41CD}"/>
              </a:ext>
            </a:extLst>
          </p:cNvPr>
          <p:cNvCxnSpPr>
            <a:cxnSpLocks/>
          </p:cNvCxnSpPr>
          <p:nvPr/>
        </p:nvCxnSpPr>
        <p:spPr>
          <a:xfrm>
            <a:off x="10237560" y="3067050"/>
            <a:ext cx="0" cy="1040606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CA519CE2-C16B-47F5-AD9B-20C27E3B20E4}"/>
              </a:ext>
            </a:extLst>
          </p:cNvPr>
          <p:cNvCxnSpPr>
            <a:cxnSpLocks/>
          </p:cNvCxnSpPr>
          <p:nvPr/>
        </p:nvCxnSpPr>
        <p:spPr>
          <a:xfrm flipH="1">
            <a:off x="10237560" y="2790825"/>
            <a:ext cx="678090" cy="301625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7A0BCA58-7D62-43FF-B738-C04597A144B1}"/>
              </a:ext>
            </a:extLst>
          </p:cNvPr>
          <p:cNvCxnSpPr>
            <a:cxnSpLocks/>
          </p:cNvCxnSpPr>
          <p:nvPr/>
        </p:nvCxnSpPr>
        <p:spPr>
          <a:xfrm>
            <a:off x="10915650" y="2082800"/>
            <a:ext cx="0" cy="708025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09CF39AF-AD4D-4786-A744-72A8CCADC128}"/>
              </a:ext>
            </a:extLst>
          </p:cNvPr>
          <p:cNvCxnSpPr>
            <a:cxnSpLocks/>
          </p:cNvCxnSpPr>
          <p:nvPr/>
        </p:nvCxnSpPr>
        <p:spPr>
          <a:xfrm>
            <a:off x="10690225" y="1984375"/>
            <a:ext cx="225425" cy="98425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D82C3977-82F3-4775-8E44-486E9F5C955E}"/>
              </a:ext>
            </a:extLst>
          </p:cNvPr>
          <p:cNvCxnSpPr>
            <a:cxnSpLocks/>
          </p:cNvCxnSpPr>
          <p:nvPr/>
        </p:nvCxnSpPr>
        <p:spPr>
          <a:xfrm>
            <a:off x="10709275" y="1127125"/>
            <a:ext cx="0" cy="88265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8C133F8D-66A6-4250-99C5-364D681C600E}"/>
              </a:ext>
            </a:extLst>
          </p:cNvPr>
          <p:cNvCxnSpPr>
            <a:cxnSpLocks/>
          </p:cNvCxnSpPr>
          <p:nvPr/>
        </p:nvCxnSpPr>
        <p:spPr>
          <a:xfrm flipH="1">
            <a:off x="10690225" y="784225"/>
            <a:ext cx="873127" cy="354013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702E6935-075C-4401-A468-35CB9EB50A9E}"/>
              </a:ext>
            </a:extLst>
          </p:cNvPr>
          <p:cNvCxnSpPr>
            <a:cxnSpLocks/>
          </p:cNvCxnSpPr>
          <p:nvPr/>
        </p:nvCxnSpPr>
        <p:spPr>
          <a:xfrm>
            <a:off x="11563352" y="784225"/>
            <a:ext cx="225425" cy="98425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497D8F43-0DE5-48A1-84BC-CADAEE6CAA8F}"/>
              </a:ext>
            </a:extLst>
          </p:cNvPr>
          <p:cNvCxnSpPr>
            <a:cxnSpLocks/>
          </p:cNvCxnSpPr>
          <p:nvPr/>
        </p:nvCxnSpPr>
        <p:spPr>
          <a:xfrm flipV="1">
            <a:off x="11766552" y="717550"/>
            <a:ext cx="495298" cy="16510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876AB479-7FA9-417A-88C3-50A6AF83FB1A}"/>
              </a:ext>
            </a:extLst>
          </p:cNvPr>
          <p:cNvCxnSpPr>
            <a:cxnSpLocks/>
          </p:cNvCxnSpPr>
          <p:nvPr/>
        </p:nvCxnSpPr>
        <p:spPr>
          <a:xfrm flipH="1" flipV="1">
            <a:off x="2209800" y="1311275"/>
            <a:ext cx="860428" cy="339726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DD0C3EA7-589E-4B6D-9AF9-215739F15FB9}"/>
              </a:ext>
            </a:extLst>
          </p:cNvPr>
          <p:cNvCxnSpPr>
            <a:cxnSpLocks/>
          </p:cNvCxnSpPr>
          <p:nvPr/>
        </p:nvCxnSpPr>
        <p:spPr>
          <a:xfrm flipV="1">
            <a:off x="2209800" y="1127125"/>
            <a:ext cx="0" cy="18415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259DAE0F-5D70-409D-82E6-C72601B262EE}"/>
              </a:ext>
            </a:extLst>
          </p:cNvPr>
          <p:cNvCxnSpPr>
            <a:cxnSpLocks/>
          </p:cNvCxnSpPr>
          <p:nvPr/>
        </p:nvCxnSpPr>
        <p:spPr>
          <a:xfrm flipV="1">
            <a:off x="2209800" y="1296988"/>
            <a:ext cx="0" cy="18415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A0066370-3CA5-4D60-AC2D-BFE3A45C2CEC}"/>
              </a:ext>
            </a:extLst>
          </p:cNvPr>
          <p:cNvCxnSpPr>
            <a:cxnSpLocks/>
          </p:cNvCxnSpPr>
          <p:nvPr/>
        </p:nvCxnSpPr>
        <p:spPr>
          <a:xfrm flipH="1" flipV="1">
            <a:off x="2206624" y="1457326"/>
            <a:ext cx="463551" cy="193675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B7E1B734-5E2C-46F0-90F0-6F1C74FC071C}"/>
              </a:ext>
            </a:extLst>
          </p:cNvPr>
          <p:cNvCxnSpPr>
            <a:cxnSpLocks/>
          </p:cNvCxnSpPr>
          <p:nvPr/>
        </p:nvCxnSpPr>
        <p:spPr>
          <a:xfrm flipH="1">
            <a:off x="2409825" y="1651001"/>
            <a:ext cx="260350" cy="101599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F6C2EF91-9F3B-4E1F-83FA-76512617A291}"/>
              </a:ext>
            </a:extLst>
          </p:cNvPr>
          <p:cNvCxnSpPr>
            <a:cxnSpLocks/>
          </p:cNvCxnSpPr>
          <p:nvPr/>
        </p:nvCxnSpPr>
        <p:spPr>
          <a:xfrm flipH="1" flipV="1">
            <a:off x="2209801" y="1665288"/>
            <a:ext cx="228598" cy="80964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012A349B-B7E3-4D0C-B90D-F6B3B1C0C434}"/>
              </a:ext>
            </a:extLst>
          </p:cNvPr>
          <p:cNvCxnSpPr>
            <a:cxnSpLocks/>
          </p:cNvCxnSpPr>
          <p:nvPr/>
        </p:nvCxnSpPr>
        <p:spPr>
          <a:xfrm flipH="1" flipV="1">
            <a:off x="2206624" y="1658941"/>
            <a:ext cx="3177" cy="17621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3E87107E-2D21-41A6-BD9B-4F4C70626B0A}"/>
              </a:ext>
            </a:extLst>
          </p:cNvPr>
          <p:cNvCxnSpPr>
            <a:cxnSpLocks/>
          </p:cNvCxnSpPr>
          <p:nvPr/>
        </p:nvCxnSpPr>
        <p:spPr>
          <a:xfrm flipH="1">
            <a:off x="1971675" y="1841503"/>
            <a:ext cx="258764" cy="79372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D8378D7B-1077-4829-B904-777583C1CA0D}"/>
              </a:ext>
            </a:extLst>
          </p:cNvPr>
          <p:cNvCxnSpPr>
            <a:cxnSpLocks/>
          </p:cNvCxnSpPr>
          <p:nvPr/>
        </p:nvCxnSpPr>
        <p:spPr>
          <a:xfrm flipH="1" flipV="1">
            <a:off x="1981203" y="1389063"/>
            <a:ext cx="1" cy="540545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47241B77-E421-4956-A3EF-4002BC8BFAED}"/>
              </a:ext>
            </a:extLst>
          </p:cNvPr>
          <p:cNvCxnSpPr>
            <a:cxnSpLocks/>
          </p:cNvCxnSpPr>
          <p:nvPr/>
        </p:nvCxnSpPr>
        <p:spPr>
          <a:xfrm flipH="1">
            <a:off x="1746250" y="1401766"/>
            <a:ext cx="247649" cy="79372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FA0D73C8-BA10-46A8-A7AA-F263E9A6D58C}"/>
              </a:ext>
            </a:extLst>
          </p:cNvPr>
          <p:cNvCxnSpPr>
            <a:cxnSpLocks/>
          </p:cNvCxnSpPr>
          <p:nvPr/>
        </p:nvCxnSpPr>
        <p:spPr>
          <a:xfrm flipV="1">
            <a:off x="1765301" y="1457327"/>
            <a:ext cx="6351" cy="377824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81AEA159-3364-4F50-8C4C-7B9314136AEC}"/>
              </a:ext>
            </a:extLst>
          </p:cNvPr>
          <p:cNvCxnSpPr>
            <a:cxnSpLocks/>
          </p:cNvCxnSpPr>
          <p:nvPr/>
        </p:nvCxnSpPr>
        <p:spPr>
          <a:xfrm flipH="1" flipV="1">
            <a:off x="1552582" y="1746252"/>
            <a:ext cx="219069" cy="85724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00B6CB70-47F2-4309-BDCE-F37AB93919C5}"/>
              </a:ext>
            </a:extLst>
          </p:cNvPr>
          <p:cNvCxnSpPr>
            <a:cxnSpLocks/>
          </p:cNvCxnSpPr>
          <p:nvPr/>
        </p:nvCxnSpPr>
        <p:spPr>
          <a:xfrm flipV="1">
            <a:off x="1552581" y="1554163"/>
            <a:ext cx="0" cy="217488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05BF6B75-7282-4E7D-A9FB-00759CE14B3D}"/>
              </a:ext>
            </a:extLst>
          </p:cNvPr>
          <p:cNvCxnSpPr>
            <a:cxnSpLocks/>
          </p:cNvCxnSpPr>
          <p:nvPr/>
        </p:nvCxnSpPr>
        <p:spPr>
          <a:xfrm flipH="1">
            <a:off x="1092200" y="1566867"/>
            <a:ext cx="469911" cy="166686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EC5DED54-2913-4F8E-948C-C3F8195FE4B8}"/>
              </a:ext>
            </a:extLst>
          </p:cNvPr>
          <p:cNvCxnSpPr>
            <a:cxnSpLocks/>
          </p:cNvCxnSpPr>
          <p:nvPr/>
        </p:nvCxnSpPr>
        <p:spPr>
          <a:xfrm flipV="1">
            <a:off x="1098556" y="1712120"/>
            <a:ext cx="0" cy="217488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4F4B06B4-1979-4D74-9AA5-379D22A2EE5D}"/>
              </a:ext>
            </a:extLst>
          </p:cNvPr>
          <p:cNvCxnSpPr>
            <a:cxnSpLocks/>
          </p:cNvCxnSpPr>
          <p:nvPr/>
        </p:nvCxnSpPr>
        <p:spPr>
          <a:xfrm flipH="1">
            <a:off x="644525" y="1901032"/>
            <a:ext cx="460380" cy="181768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079FFDC9-F649-49BB-B4D7-A404213720EA}"/>
              </a:ext>
            </a:extLst>
          </p:cNvPr>
          <p:cNvCxnSpPr>
            <a:cxnSpLocks/>
          </p:cNvCxnSpPr>
          <p:nvPr/>
        </p:nvCxnSpPr>
        <p:spPr>
          <a:xfrm flipV="1">
            <a:off x="644531" y="1920875"/>
            <a:ext cx="0" cy="20082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943C430-5198-4C2D-AF14-631FFB637AF4}"/>
              </a:ext>
            </a:extLst>
          </p:cNvPr>
          <p:cNvCxnSpPr>
            <a:cxnSpLocks/>
          </p:cNvCxnSpPr>
          <p:nvPr/>
        </p:nvCxnSpPr>
        <p:spPr>
          <a:xfrm flipH="1">
            <a:off x="628646" y="1835151"/>
            <a:ext cx="247658" cy="109539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53164D59-0AED-452D-84CB-80D35CC8C34F}"/>
              </a:ext>
            </a:extLst>
          </p:cNvPr>
          <p:cNvCxnSpPr>
            <a:cxnSpLocks/>
          </p:cNvCxnSpPr>
          <p:nvPr/>
        </p:nvCxnSpPr>
        <p:spPr>
          <a:xfrm flipV="1">
            <a:off x="874715" y="1646239"/>
            <a:ext cx="0" cy="217488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0B0591BD-291C-401B-89A5-55ABA23BAD17}"/>
              </a:ext>
            </a:extLst>
          </p:cNvPr>
          <p:cNvCxnSpPr>
            <a:cxnSpLocks/>
          </p:cNvCxnSpPr>
          <p:nvPr/>
        </p:nvCxnSpPr>
        <p:spPr>
          <a:xfrm flipH="1">
            <a:off x="866781" y="1311275"/>
            <a:ext cx="882646" cy="354013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92C8DEE6-868C-411A-9C37-E2032036D361}"/>
              </a:ext>
            </a:extLst>
          </p:cNvPr>
          <p:cNvCxnSpPr>
            <a:cxnSpLocks/>
          </p:cNvCxnSpPr>
          <p:nvPr/>
        </p:nvCxnSpPr>
        <p:spPr>
          <a:xfrm flipV="1">
            <a:off x="1765301" y="1110456"/>
            <a:ext cx="0" cy="217488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1A066ED2-5A11-43E7-9784-CD96BE6F8B63}"/>
              </a:ext>
            </a:extLst>
          </p:cNvPr>
          <p:cNvCxnSpPr>
            <a:cxnSpLocks/>
          </p:cNvCxnSpPr>
          <p:nvPr/>
        </p:nvCxnSpPr>
        <p:spPr>
          <a:xfrm flipH="1">
            <a:off x="865193" y="1130304"/>
            <a:ext cx="909636" cy="357977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55C3704F-EA59-4608-8D64-CC1292F0C4A0}"/>
              </a:ext>
            </a:extLst>
          </p:cNvPr>
          <p:cNvCxnSpPr>
            <a:cxnSpLocks/>
          </p:cNvCxnSpPr>
          <p:nvPr/>
        </p:nvCxnSpPr>
        <p:spPr>
          <a:xfrm flipV="1">
            <a:off x="874715" y="1293022"/>
            <a:ext cx="0" cy="217488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1A61D25E-A15E-4034-9A85-036ACDFB8BE9}"/>
              </a:ext>
            </a:extLst>
          </p:cNvPr>
          <p:cNvCxnSpPr>
            <a:cxnSpLocks/>
          </p:cNvCxnSpPr>
          <p:nvPr/>
        </p:nvCxnSpPr>
        <p:spPr>
          <a:xfrm flipH="1">
            <a:off x="865193" y="882650"/>
            <a:ext cx="1106482" cy="421087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AF0B0863-CBFC-4840-964D-E6A58386A3E3}"/>
              </a:ext>
            </a:extLst>
          </p:cNvPr>
          <p:cNvCxnSpPr>
            <a:cxnSpLocks/>
          </p:cNvCxnSpPr>
          <p:nvPr/>
        </p:nvCxnSpPr>
        <p:spPr>
          <a:xfrm flipH="1" flipV="1">
            <a:off x="1771651" y="784225"/>
            <a:ext cx="203203" cy="111919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AA81890E-EE79-4A3B-B77E-1CBCC57BE968}"/>
              </a:ext>
            </a:extLst>
          </p:cNvPr>
          <p:cNvCxnSpPr>
            <a:cxnSpLocks/>
          </p:cNvCxnSpPr>
          <p:nvPr/>
        </p:nvCxnSpPr>
        <p:spPr>
          <a:xfrm flipH="1">
            <a:off x="862014" y="800100"/>
            <a:ext cx="939795" cy="347463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59A09DC8-8EA3-45BB-BCD0-0FCF88B89093}"/>
              </a:ext>
            </a:extLst>
          </p:cNvPr>
          <p:cNvCxnSpPr>
            <a:cxnSpLocks/>
          </p:cNvCxnSpPr>
          <p:nvPr/>
        </p:nvCxnSpPr>
        <p:spPr>
          <a:xfrm flipH="1" flipV="1">
            <a:off x="644525" y="1050925"/>
            <a:ext cx="230190" cy="100605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11B29731-DE77-4A60-B02A-17BBD268BB0A}"/>
              </a:ext>
            </a:extLst>
          </p:cNvPr>
          <p:cNvCxnSpPr>
            <a:cxnSpLocks/>
          </p:cNvCxnSpPr>
          <p:nvPr/>
        </p:nvCxnSpPr>
        <p:spPr>
          <a:xfrm flipH="1">
            <a:off x="644526" y="783138"/>
            <a:ext cx="682629" cy="271164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E39569A5-B73F-4E1F-BDD2-7979C159B2E9}"/>
              </a:ext>
            </a:extLst>
          </p:cNvPr>
          <p:cNvCxnSpPr>
            <a:cxnSpLocks/>
          </p:cNvCxnSpPr>
          <p:nvPr/>
        </p:nvCxnSpPr>
        <p:spPr>
          <a:xfrm flipH="1" flipV="1">
            <a:off x="1098556" y="709611"/>
            <a:ext cx="221456" cy="80968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5C79D56F-152D-4C77-8EAC-70D12E977119}"/>
              </a:ext>
            </a:extLst>
          </p:cNvPr>
          <p:cNvCxnSpPr>
            <a:cxnSpLocks/>
          </p:cNvCxnSpPr>
          <p:nvPr/>
        </p:nvCxnSpPr>
        <p:spPr>
          <a:xfrm flipH="1">
            <a:off x="644525" y="711989"/>
            <a:ext cx="469508" cy="152117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4A2C344E-B7F4-45E5-A437-01829F5B4304}"/>
              </a:ext>
            </a:extLst>
          </p:cNvPr>
          <p:cNvCxnSpPr>
            <a:cxnSpLocks/>
          </p:cNvCxnSpPr>
          <p:nvPr/>
        </p:nvCxnSpPr>
        <p:spPr>
          <a:xfrm flipV="1">
            <a:off x="646115" y="709611"/>
            <a:ext cx="0" cy="173039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1989CCCA-7AE7-477C-B876-5E72F231B467}"/>
              </a:ext>
            </a:extLst>
          </p:cNvPr>
          <p:cNvCxnSpPr>
            <a:cxnSpLocks/>
          </p:cNvCxnSpPr>
          <p:nvPr/>
        </p:nvCxnSpPr>
        <p:spPr>
          <a:xfrm flipH="1" flipV="1">
            <a:off x="438546" y="629834"/>
            <a:ext cx="221456" cy="80968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1A7F58EA-5A97-4D40-88EC-BD0B2999FC75}"/>
              </a:ext>
            </a:extLst>
          </p:cNvPr>
          <p:cNvCxnSpPr>
            <a:cxnSpLocks/>
          </p:cNvCxnSpPr>
          <p:nvPr/>
        </p:nvCxnSpPr>
        <p:spPr>
          <a:xfrm flipV="1">
            <a:off x="440136" y="456795"/>
            <a:ext cx="0" cy="173039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CC498439-E6BC-45C9-9340-7F5D6DFC29D0}"/>
              </a:ext>
            </a:extLst>
          </p:cNvPr>
          <p:cNvCxnSpPr>
            <a:cxnSpLocks/>
          </p:cNvCxnSpPr>
          <p:nvPr/>
        </p:nvCxnSpPr>
        <p:spPr>
          <a:xfrm flipH="1" flipV="1">
            <a:off x="438546" y="463543"/>
            <a:ext cx="221456" cy="80968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EC81BE89-E867-4BB4-97AA-F7DD5685BC13}"/>
              </a:ext>
            </a:extLst>
          </p:cNvPr>
          <p:cNvCxnSpPr>
            <a:cxnSpLocks/>
          </p:cNvCxnSpPr>
          <p:nvPr/>
        </p:nvCxnSpPr>
        <p:spPr>
          <a:xfrm flipH="1">
            <a:off x="641747" y="446387"/>
            <a:ext cx="232968" cy="98124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03455B63-2DF5-4C6F-A03C-99D5C725F7D9}"/>
              </a:ext>
            </a:extLst>
          </p:cNvPr>
          <p:cNvCxnSpPr>
            <a:cxnSpLocks/>
          </p:cNvCxnSpPr>
          <p:nvPr/>
        </p:nvCxnSpPr>
        <p:spPr>
          <a:xfrm flipV="1">
            <a:off x="862014" y="446387"/>
            <a:ext cx="0" cy="173039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D859F205-69CB-4B65-9C0A-DD17DF7AA133}"/>
              </a:ext>
            </a:extLst>
          </p:cNvPr>
          <p:cNvCxnSpPr>
            <a:cxnSpLocks/>
          </p:cNvCxnSpPr>
          <p:nvPr/>
        </p:nvCxnSpPr>
        <p:spPr>
          <a:xfrm flipH="1">
            <a:off x="850502" y="532906"/>
            <a:ext cx="232968" cy="98124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C87BD7C5-EBC3-4109-B652-9C809ACD0AAE}"/>
              </a:ext>
            </a:extLst>
          </p:cNvPr>
          <p:cNvCxnSpPr>
            <a:cxnSpLocks/>
          </p:cNvCxnSpPr>
          <p:nvPr/>
        </p:nvCxnSpPr>
        <p:spPr>
          <a:xfrm flipH="1" flipV="1">
            <a:off x="1066607" y="533395"/>
            <a:ext cx="485974" cy="183861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662E9580-0923-4A6A-BA98-5944D5CFB737}"/>
              </a:ext>
            </a:extLst>
          </p:cNvPr>
          <p:cNvCxnSpPr>
            <a:cxnSpLocks/>
          </p:cNvCxnSpPr>
          <p:nvPr/>
        </p:nvCxnSpPr>
        <p:spPr>
          <a:xfrm flipV="1">
            <a:off x="1528764" y="542821"/>
            <a:ext cx="0" cy="173039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CC98BDA8-42BA-4AED-9B5C-495A8891613C}"/>
              </a:ext>
            </a:extLst>
          </p:cNvPr>
          <p:cNvCxnSpPr>
            <a:cxnSpLocks/>
          </p:cNvCxnSpPr>
          <p:nvPr/>
        </p:nvCxnSpPr>
        <p:spPr>
          <a:xfrm flipV="1">
            <a:off x="2205038" y="623091"/>
            <a:ext cx="0" cy="173039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4E7225FC-E1AF-43FA-B2AC-3CACB1B8080E}"/>
              </a:ext>
            </a:extLst>
          </p:cNvPr>
          <p:cNvCxnSpPr>
            <a:cxnSpLocks/>
          </p:cNvCxnSpPr>
          <p:nvPr/>
        </p:nvCxnSpPr>
        <p:spPr>
          <a:xfrm flipH="1" flipV="1">
            <a:off x="1528764" y="532906"/>
            <a:ext cx="677860" cy="256776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7B2F315D-6D13-4628-90F1-7D65CFEB151B}"/>
              </a:ext>
            </a:extLst>
          </p:cNvPr>
          <p:cNvCxnSpPr>
            <a:cxnSpLocks/>
          </p:cNvCxnSpPr>
          <p:nvPr/>
        </p:nvCxnSpPr>
        <p:spPr>
          <a:xfrm flipH="1" flipV="1">
            <a:off x="2188374" y="625874"/>
            <a:ext cx="245458" cy="8622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EF083047-2742-43DE-85FE-42ADEBF755BE}"/>
              </a:ext>
            </a:extLst>
          </p:cNvPr>
          <p:cNvCxnSpPr>
            <a:cxnSpLocks/>
          </p:cNvCxnSpPr>
          <p:nvPr/>
        </p:nvCxnSpPr>
        <p:spPr>
          <a:xfrm flipV="1">
            <a:off x="2411413" y="709611"/>
            <a:ext cx="0" cy="173039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FF33C65F-B0B6-4058-9F21-B4CCADB6423C}"/>
              </a:ext>
            </a:extLst>
          </p:cNvPr>
          <p:cNvCxnSpPr>
            <a:cxnSpLocks/>
          </p:cNvCxnSpPr>
          <p:nvPr/>
        </p:nvCxnSpPr>
        <p:spPr>
          <a:xfrm flipH="1" flipV="1">
            <a:off x="2417271" y="862659"/>
            <a:ext cx="245458" cy="8622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2B1539F8-F70C-4A1B-AE00-6ADC3C51EE6E}"/>
              </a:ext>
            </a:extLst>
          </p:cNvPr>
          <p:cNvCxnSpPr>
            <a:cxnSpLocks/>
          </p:cNvCxnSpPr>
          <p:nvPr/>
        </p:nvCxnSpPr>
        <p:spPr>
          <a:xfrm flipV="1">
            <a:off x="2651617" y="619426"/>
            <a:ext cx="0" cy="329753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94C62C5F-630B-4B91-A46B-1B52596E2EA1}"/>
              </a:ext>
            </a:extLst>
          </p:cNvPr>
          <p:cNvCxnSpPr>
            <a:cxnSpLocks/>
          </p:cNvCxnSpPr>
          <p:nvPr/>
        </p:nvCxnSpPr>
        <p:spPr>
          <a:xfrm flipH="1">
            <a:off x="2635854" y="446387"/>
            <a:ext cx="474251" cy="17892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C3AD769A-0535-4439-AC34-F082E74AF412}"/>
              </a:ext>
            </a:extLst>
          </p:cNvPr>
          <p:cNvCxnSpPr>
            <a:cxnSpLocks/>
          </p:cNvCxnSpPr>
          <p:nvPr/>
        </p:nvCxnSpPr>
        <p:spPr>
          <a:xfrm flipV="1">
            <a:off x="2878629" y="709610"/>
            <a:ext cx="0" cy="50959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FE972594-40E1-427D-B92A-90A5793A7E7A}"/>
              </a:ext>
            </a:extLst>
          </p:cNvPr>
          <p:cNvCxnSpPr>
            <a:cxnSpLocks/>
          </p:cNvCxnSpPr>
          <p:nvPr/>
        </p:nvCxnSpPr>
        <p:spPr>
          <a:xfrm flipH="1">
            <a:off x="2644772" y="1218574"/>
            <a:ext cx="245458" cy="92401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BFBCD1D8-2677-4583-8820-5C2DE88A005D}"/>
              </a:ext>
            </a:extLst>
          </p:cNvPr>
          <p:cNvCxnSpPr>
            <a:cxnSpLocks/>
          </p:cNvCxnSpPr>
          <p:nvPr/>
        </p:nvCxnSpPr>
        <p:spPr>
          <a:xfrm flipH="1" flipV="1">
            <a:off x="2644772" y="1303335"/>
            <a:ext cx="458983" cy="19179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7244B9AF-2880-4F21-AA83-8C7299B4BF45}"/>
              </a:ext>
            </a:extLst>
          </p:cNvPr>
          <p:cNvCxnSpPr>
            <a:cxnSpLocks/>
          </p:cNvCxnSpPr>
          <p:nvPr/>
        </p:nvCxnSpPr>
        <p:spPr>
          <a:xfrm flipV="1">
            <a:off x="3103755" y="436861"/>
            <a:ext cx="0" cy="173039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B9665581-1CAF-4197-B57F-176970FA8CBB}"/>
              </a:ext>
            </a:extLst>
          </p:cNvPr>
          <p:cNvCxnSpPr>
            <a:cxnSpLocks/>
          </p:cNvCxnSpPr>
          <p:nvPr/>
        </p:nvCxnSpPr>
        <p:spPr>
          <a:xfrm flipH="1">
            <a:off x="2868922" y="612992"/>
            <a:ext cx="245458" cy="92401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7AC67C97-5E32-4A6A-8B37-7AF781CC55BE}"/>
              </a:ext>
            </a:extLst>
          </p:cNvPr>
          <p:cNvCxnSpPr>
            <a:cxnSpLocks/>
          </p:cNvCxnSpPr>
          <p:nvPr/>
        </p:nvCxnSpPr>
        <p:spPr>
          <a:xfrm flipV="1">
            <a:off x="3095628" y="796130"/>
            <a:ext cx="0" cy="701525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90FEF88F-8770-4B56-8739-C70649DED619}"/>
              </a:ext>
            </a:extLst>
          </p:cNvPr>
          <p:cNvCxnSpPr>
            <a:cxnSpLocks/>
          </p:cNvCxnSpPr>
          <p:nvPr/>
        </p:nvCxnSpPr>
        <p:spPr>
          <a:xfrm flipH="1">
            <a:off x="3084822" y="708485"/>
            <a:ext cx="245458" cy="92401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13BFA739-B31D-4820-A66B-701549C4E0E1}"/>
              </a:ext>
            </a:extLst>
          </p:cNvPr>
          <p:cNvCxnSpPr>
            <a:cxnSpLocks/>
          </p:cNvCxnSpPr>
          <p:nvPr/>
        </p:nvCxnSpPr>
        <p:spPr>
          <a:xfrm flipV="1">
            <a:off x="3330280" y="687240"/>
            <a:ext cx="0" cy="879627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FFCA6248-71DC-4E50-9415-19AD55717C90}"/>
              </a:ext>
            </a:extLst>
          </p:cNvPr>
          <p:cNvCxnSpPr>
            <a:cxnSpLocks/>
          </p:cNvCxnSpPr>
          <p:nvPr/>
        </p:nvCxnSpPr>
        <p:spPr>
          <a:xfrm flipH="1" flipV="1">
            <a:off x="3327108" y="1550344"/>
            <a:ext cx="458983" cy="19179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D8D8B026-6FAF-448E-8C38-9EAEE6622DC6}"/>
              </a:ext>
            </a:extLst>
          </p:cNvPr>
          <p:cNvCxnSpPr>
            <a:cxnSpLocks/>
          </p:cNvCxnSpPr>
          <p:nvPr/>
        </p:nvCxnSpPr>
        <p:spPr>
          <a:xfrm flipV="1">
            <a:off x="3782916" y="1557984"/>
            <a:ext cx="0" cy="18415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FBE1040F-83C3-4D32-9220-E471C000C8BB}"/>
              </a:ext>
            </a:extLst>
          </p:cNvPr>
          <p:cNvCxnSpPr>
            <a:cxnSpLocks/>
          </p:cNvCxnSpPr>
          <p:nvPr/>
        </p:nvCxnSpPr>
        <p:spPr>
          <a:xfrm flipH="1" flipV="1">
            <a:off x="3543805" y="1483272"/>
            <a:ext cx="245458" cy="8622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CB70E6D1-680C-46F2-A09F-1C5FDDEEA2A6}"/>
              </a:ext>
            </a:extLst>
          </p:cNvPr>
          <p:cNvCxnSpPr>
            <a:cxnSpLocks/>
          </p:cNvCxnSpPr>
          <p:nvPr/>
        </p:nvCxnSpPr>
        <p:spPr>
          <a:xfrm flipH="1">
            <a:off x="3545587" y="1400886"/>
            <a:ext cx="245458" cy="92401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A127628E-5146-41EC-A170-4B301EA151FA}"/>
              </a:ext>
            </a:extLst>
          </p:cNvPr>
          <p:cNvCxnSpPr>
            <a:cxnSpLocks/>
          </p:cNvCxnSpPr>
          <p:nvPr/>
        </p:nvCxnSpPr>
        <p:spPr>
          <a:xfrm flipV="1">
            <a:off x="3791045" y="1235869"/>
            <a:ext cx="0" cy="18415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02AF3CEC-9EF1-4149-8184-0797EA476AC9}"/>
              </a:ext>
            </a:extLst>
          </p:cNvPr>
          <p:cNvCxnSpPr>
            <a:cxnSpLocks/>
          </p:cNvCxnSpPr>
          <p:nvPr/>
        </p:nvCxnSpPr>
        <p:spPr>
          <a:xfrm flipH="1" flipV="1">
            <a:off x="3543805" y="1146892"/>
            <a:ext cx="245458" cy="8622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6B8D27DA-4EE1-49CC-A253-F26F21A8F50D}"/>
              </a:ext>
            </a:extLst>
          </p:cNvPr>
          <p:cNvCxnSpPr>
            <a:cxnSpLocks/>
          </p:cNvCxnSpPr>
          <p:nvPr/>
        </p:nvCxnSpPr>
        <p:spPr>
          <a:xfrm flipH="1" flipV="1">
            <a:off x="3543805" y="796130"/>
            <a:ext cx="12794" cy="361851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77A6BB1C-658F-452A-A54C-C4D4137B1403}"/>
              </a:ext>
            </a:extLst>
          </p:cNvPr>
          <p:cNvCxnSpPr>
            <a:cxnSpLocks/>
          </p:cNvCxnSpPr>
          <p:nvPr/>
        </p:nvCxnSpPr>
        <p:spPr>
          <a:xfrm flipH="1" flipV="1">
            <a:off x="3543805" y="790327"/>
            <a:ext cx="245458" cy="8622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B5643193-41DA-432C-9D46-7206B4F0CD2A}"/>
              </a:ext>
            </a:extLst>
          </p:cNvPr>
          <p:cNvCxnSpPr>
            <a:cxnSpLocks/>
          </p:cNvCxnSpPr>
          <p:nvPr/>
        </p:nvCxnSpPr>
        <p:spPr>
          <a:xfrm flipV="1">
            <a:off x="3782916" y="862659"/>
            <a:ext cx="0" cy="18415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A4F5876F-8AD5-48A1-B312-68E27F5E5B5D}"/>
              </a:ext>
            </a:extLst>
          </p:cNvPr>
          <p:cNvCxnSpPr>
            <a:cxnSpLocks/>
          </p:cNvCxnSpPr>
          <p:nvPr/>
        </p:nvCxnSpPr>
        <p:spPr>
          <a:xfrm flipH="1">
            <a:off x="3763485" y="959332"/>
            <a:ext cx="245458" cy="92401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50B12176-FC1F-41F8-8552-32EE6D250129}"/>
              </a:ext>
            </a:extLst>
          </p:cNvPr>
          <p:cNvCxnSpPr>
            <a:cxnSpLocks/>
          </p:cNvCxnSpPr>
          <p:nvPr/>
        </p:nvCxnSpPr>
        <p:spPr>
          <a:xfrm flipH="1" flipV="1">
            <a:off x="3996149" y="931173"/>
            <a:ext cx="478" cy="727768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D550646F-70C1-4ED6-A001-D8331DB8272F}"/>
              </a:ext>
            </a:extLst>
          </p:cNvPr>
          <p:cNvCxnSpPr>
            <a:cxnSpLocks/>
          </p:cNvCxnSpPr>
          <p:nvPr/>
        </p:nvCxnSpPr>
        <p:spPr>
          <a:xfrm flipH="1">
            <a:off x="3985821" y="1557474"/>
            <a:ext cx="245458" cy="92401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CEB85CE8-B784-424B-8322-7B25F1FBDC0C}"/>
              </a:ext>
            </a:extLst>
          </p:cNvPr>
          <p:cNvCxnSpPr>
            <a:cxnSpLocks/>
          </p:cNvCxnSpPr>
          <p:nvPr/>
        </p:nvCxnSpPr>
        <p:spPr>
          <a:xfrm flipV="1">
            <a:off x="4231279" y="1054302"/>
            <a:ext cx="0" cy="529078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DB4015BC-1E20-42AA-B57B-F92EAF7DF1E9}"/>
              </a:ext>
            </a:extLst>
          </p:cNvPr>
          <p:cNvCxnSpPr>
            <a:cxnSpLocks/>
          </p:cNvCxnSpPr>
          <p:nvPr/>
        </p:nvCxnSpPr>
        <p:spPr>
          <a:xfrm flipH="1">
            <a:off x="4219001" y="961901"/>
            <a:ext cx="245458" cy="92401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F8A0720A-0C7F-4387-9E27-DDD50C46E1A9}"/>
              </a:ext>
            </a:extLst>
          </p:cNvPr>
          <p:cNvCxnSpPr>
            <a:cxnSpLocks/>
          </p:cNvCxnSpPr>
          <p:nvPr/>
        </p:nvCxnSpPr>
        <p:spPr>
          <a:xfrm flipV="1">
            <a:off x="4463463" y="973831"/>
            <a:ext cx="0" cy="529078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35F852BB-C02E-48BA-A2CE-62C609F2D613}"/>
              </a:ext>
            </a:extLst>
          </p:cNvPr>
          <p:cNvCxnSpPr>
            <a:cxnSpLocks/>
          </p:cNvCxnSpPr>
          <p:nvPr/>
        </p:nvCxnSpPr>
        <p:spPr>
          <a:xfrm flipH="1" flipV="1">
            <a:off x="4453616" y="1481464"/>
            <a:ext cx="203522" cy="101916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2F0ACFF1-C2CB-4AF4-9845-343D61C4B215}"/>
              </a:ext>
            </a:extLst>
          </p:cNvPr>
          <p:cNvCxnSpPr>
            <a:cxnSpLocks/>
          </p:cNvCxnSpPr>
          <p:nvPr/>
        </p:nvCxnSpPr>
        <p:spPr>
          <a:xfrm flipV="1">
            <a:off x="4657138" y="1046809"/>
            <a:ext cx="0" cy="536571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E01CFAAA-5964-4F01-B6E2-E7C8453F80E9}"/>
              </a:ext>
            </a:extLst>
          </p:cNvPr>
          <p:cNvCxnSpPr>
            <a:cxnSpLocks/>
          </p:cNvCxnSpPr>
          <p:nvPr/>
        </p:nvCxnSpPr>
        <p:spPr>
          <a:xfrm flipH="1">
            <a:off x="4638940" y="959332"/>
            <a:ext cx="245458" cy="92401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C4F64D18-D82E-472C-BB75-08B1AC69C4DD}"/>
              </a:ext>
            </a:extLst>
          </p:cNvPr>
          <p:cNvCxnSpPr>
            <a:cxnSpLocks/>
          </p:cNvCxnSpPr>
          <p:nvPr/>
        </p:nvCxnSpPr>
        <p:spPr>
          <a:xfrm flipH="1">
            <a:off x="4884398" y="978320"/>
            <a:ext cx="443890" cy="175924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8307507C-2CE2-4F1D-9146-9AA7E1C32A0E}"/>
              </a:ext>
            </a:extLst>
          </p:cNvPr>
          <p:cNvCxnSpPr>
            <a:cxnSpLocks/>
          </p:cNvCxnSpPr>
          <p:nvPr/>
        </p:nvCxnSpPr>
        <p:spPr>
          <a:xfrm flipH="1" flipV="1">
            <a:off x="4880711" y="1323411"/>
            <a:ext cx="245458" cy="75209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8D28C260-2B4C-4784-AE4C-43D0932B93B3}"/>
              </a:ext>
            </a:extLst>
          </p:cNvPr>
          <p:cNvCxnSpPr>
            <a:cxnSpLocks/>
          </p:cNvCxnSpPr>
          <p:nvPr/>
        </p:nvCxnSpPr>
        <p:spPr>
          <a:xfrm flipH="1" flipV="1">
            <a:off x="5319909" y="960589"/>
            <a:ext cx="245458" cy="8622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AC13B5F4-7885-4EDC-9401-458FFFDE86AF}"/>
              </a:ext>
            </a:extLst>
          </p:cNvPr>
          <p:cNvCxnSpPr>
            <a:cxnSpLocks/>
          </p:cNvCxnSpPr>
          <p:nvPr/>
        </p:nvCxnSpPr>
        <p:spPr>
          <a:xfrm flipH="1">
            <a:off x="5108575" y="1054550"/>
            <a:ext cx="447774" cy="171166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D07CB6A9-1DC7-41F5-9F54-99B3D3D3F1DF}"/>
              </a:ext>
            </a:extLst>
          </p:cNvPr>
          <p:cNvCxnSpPr>
            <a:cxnSpLocks/>
          </p:cNvCxnSpPr>
          <p:nvPr/>
        </p:nvCxnSpPr>
        <p:spPr>
          <a:xfrm>
            <a:off x="5131153" y="1212718"/>
            <a:ext cx="0" cy="185384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44933876-1734-451D-ACD4-FF8A58EBB694}"/>
              </a:ext>
            </a:extLst>
          </p:cNvPr>
          <p:cNvCxnSpPr>
            <a:cxnSpLocks/>
          </p:cNvCxnSpPr>
          <p:nvPr/>
        </p:nvCxnSpPr>
        <p:spPr>
          <a:xfrm flipV="1">
            <a:off x="4884398" y="1310975"/>
            <a:ext cx="0" cy="530528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F9539F9D-F876-4A71-B853-0C434D34BD1A}"/>
              </a:ext>
            </a:extLst>
          </p:cNvPr>
          <p:cNvCxnSpPr>
            <a:cxnSpLocks/>
          </p:cNvCxnSpPr>
          <p:nvPr/>
        </p:nvCxnSpPr>
        <p:spPr>
          <a:xfrm flipH="1">
            <a:off x="4640877" y="1831976"/>
            <a:ext cx="245458" cy="92401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4D83C836-16EB-4AC2-A5FC-F488E4D613AA}"/>
              </a:ext>
            </a:extLst>
          </p:cNvPr>
          <p:cNvCxnSpPr>
            <a:cxnSpLocks/>
          </p:cNvCxnSpPr>
          <p:nvPr/>
        </p:nvCxnSpPr>
        <p:spPr>
          <a:xfrm flipH="1" flipV="1">
            <a:off x="4430980" y="1831976"/>
            <a:ext cx="245458" cy="8622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0AE1ECB1-5EBE-4D56-944A-38CFB465B751}"/>
              </a:ext>
            </a:extLst>
          </p:cNvPr>
          <p:cNvCxnSpPr>
            <a:cxnSpLocks/>
          </p:cNvCxnSpPr>
          <p:nvPr/>
        </p:nvCxnSpPr>
        <p:spPr>
          <a:xfrm flipH="1">
            <a:off x="4206160" y="1822723"/>
            <a:ext cx="245458" cy="92401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9FA23B04-F0F8-472A-951A-463327AEA600}"/>
              </a:ext>
            </a:extLst>
          </p:cNvPr>
          <p:cNvCxnSpPr>
            <a:cxnSpLocks/>
          </p:cNvCxnSpPr>
          <p:nvPr/>
        </p:nvCxnSpPr>
        <p:spPr>
          <a:xfrm flipV="1">
            <a:off x="4231279" y="1915124"/>
            <a:ext cx="0" cy="18415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044698A1-B233-4C6A-9152-A585524D491F}"/>
              </a:ext>
            </a:extLst>
          </p:cNvPr>
          <p:cNvCxnSpPr>
            <a:cxnSpLocks/>
          </p:cNvCxnSpPr>
          <p:nvPr/>
        </p:nvCxnSpPr>
        <p:spPr>
          <a:xfrm flipH="1" flipV="1">
            <a:off x="4224592" y="2092998"/>
            <a:ext cx="245458" cy="8622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8FB3E523-E336-42B7-8E8A-0CB9DBD9B42E}"/>
              </a:ext>
            </a:extLst>
          </p:cNvPr>
          <p:cNvCxnSpPr>
            <a:cxnSpLocks/>
          </p:cNvCxnSpPr>
          <p:nvPr/>
        </p:nvCxnSpPr>
        <p:spPr>
          <a:xfrm>
            <a:off x="4430980" y="2007199"/>
            <a:ext cx="0" cy="175025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21115BE2-EF7F-4F4D-8FE1-E60642487C65}"/>
              </a:ext>
            </a:extLst>
          </p:cNvPr>
          <p:cNvCxnSpPr>
            <a:cxnSpLocks/>
          </p:cNvCxnSpPr>
          <p:nvPr/>
        </p:nvCxnSpPr>
        <p:spPr>
          <a:xfrm flipH="1" flipV="1">
            <a:off x="4424043" y="2016920"/>
            <a:ext cx="485327" cy="165304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EEBF9BC0-8CD6-499C-A3EB-AF76FA73B47E}"/>
              </a:ext>
            </a:extLst>
          </p:cNvPr>
          <p:cNvCxnSpPr>
            <a:cxnSpLocks/>
          </p:cNvCxnSpPr>
          <p:nvPr/>
        </p:nvCxnSpPr>
        <p:spPr>
          <a:xfrm>
            <a:off x="4884398" y="1997674"/>
            <a:ext cx="0" cy="175025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18FB3094-818F-42AE-A9D9-4B7D30131C98}"/>
              </a:ext>
            </a:extLst>
          </p:cNvPr>
          <p:cNvCxnSpPr>
            <a:cxnSpLocks/>
          </p:cNvCxnSpPr>
          <p:nvPr/>
        </p:nvCxnSpPr>
        <p:spPr>
          <a:xfrm flipH="1" flipV="1">
            <a:off x="4869744" y="2009465"/>
            <a:ext cx="249794" cy="89213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9730EECD-2365-4ADA-B7C8-D6C4AFE7634D}"/>
              </a:ext>
            </a:extLst>
          </p:cNvPr>
          <p:cNvCxnSpPr>
            <a:cxnSpLocks/>
          </p:cNvCxnSpPr>
          <p:nvPr/>
        </p:nvCxnSpPr>
        <p:spPr>
          <a:xfrm flipH="1">
            <a:off x="5112997" y="1757963"/>
            <a:ext cx="1" cy="341609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5C06EB49-B8A5-4266-B9DD-1D2943FAEEBD}"/>
              </a:ext>
            </a:extLst>
          </p:cNvPr>
          <p:cNvCxnSpPr>
            <a:cxnSpLocks/>
          </p:cNvCxnSpPr>
          <p:nvPr/>
        </p:nvCxnSpPr>
        <p:spPr>
          <a:xfrm flipH="1">
            <a:off x="5110795" y="1557474"/>
            <a:ext cx="454295" cy="20955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Connector 270">
            <a:extLst>
              <a:ext uri="{FF2B5EF4-FFF2-40B4-BE49-F238E27FC236}">
                <a16:creationId xmlns:a16="http://schemas.microsoft.com/office/drawing/2014/main" id="{437D66B0-1EB8-43B6-A6BA-70C5478B07E5}"/>
              </a:ext>
            </a:extLst>
          </p:cNvPr>
          <p:cNvCxnSpPr>
            <a:cxnSpLocks/>
          </p:cNvCxnSpPr>
          <p:nvPr/>
        </p:nvCxnSpPr>
        <p:spPr>
          <a:xfrm>
            <a:off x="5554556" y="1556352"/>
            <a:ext cx="0" cy="175025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13856EB5-A09B-4BD9-8253-9683422E685B}"/>
              </a:ext>
            </a:extLst>
          </p:cNvPr>
          <p:cNvCxnSpPr>
            <a:cxnSpLocks/>
          </p:cNvCxnSpPr>
          <p:nvPr/>
        </p:nvCxnSpPr>
        <p:spPr>
          <a:xfrm flipH="1" flipV="1">
            <a:off x="5539726" y="1721010"/>
            <a:ext cx="258793" cy="126035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D5ACDA2F-8E0E-460C-BC04-F4394BC101B5}"/>
              </a:ext>
            </a:extLst>
          </p:cNvPr>
          <p:cNvCxnSpPr>
            <a:cxnSpLocks/>
          </p:cNvCxnSpPr>
          <p:nvPr/>
        </p:nvCxnSpPr>
        <p:spPr>
          <a:xfrm flipH="1">
            <a:off x="5539726" y="1837558"/>
            <a:ext cx="245458" cy="92401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6DEC1949-03B3-4181-B64D-43CA25D0AE9A}"/>
              </a:ext>
            </a:extLst>
          </p:cNvPr>
          <p:cNvCxnSpPr>
            <a:cxnSpLocks/>
          </p:cNvCxnSpPr>
          <p:nvPr/>
        </p:nvCxnSpPr>
        <p:spPr>
          <a:xfrm flipH="1" flipV="1">
            <a:off x="5319909" y="1834382"/>
            <a:ext cx="245458" cy="8622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D2EBC4D1-0D5D-4F70-BDB7-669B1112181D}"/>
              </a:ext>
            </a:extLst>
          </p:cNvPr>
          <p:cNvCxnSpPr>
            <a:cxnSpLocks/>
          </p:cNvCxnSpPr>
          <p:nvPr/>
        </p:nvCxnSpPr>
        <p:spPr>
          <a:xfrm flipH="1">
            <a:off x="5346700" y="1812537"/>
            <a:ext cx="1210" cy="187713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9F91EE51-3613-4112-A616-12885C0671CD}"/>
              </a:ext>
            </a:extLst>
          </p:cNvPr>
          <p:cNvCxnSpPr>
            <a:cxnSpLocks/>
          </p:cNvCxnSpPr>
          <p:nvPr/>
        </p:nvCxnSpPr>
        <p:spPr>
          <a:xfrm flipH="1" flipV="1">
            <a:off x="5353155" y="2170062"/>
            <a:ext cx="475930" cy="175598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C5F47E35-4FF6-42EA-AA48-23A61CC439B1}"/>
              </a:ext>
            </a:extLst>
          </p:cNvPr>
          <p:cNvCxnSpPr>
            <a:cxnSpLocks/>
          </p:cNvCxnSpPr>
          <p:nvPr/>
        </p:nvCxnSpPr>
        <p:spPr>
          <a:xfrm flipH="1">
            <a:off x="5343154" y="2161438"/>
            <a:ext cx="1210" cy="187713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D2E09A49-1CE1-496C-8A95-F27878FB1610}"/>
              </a:ext>
            </a:extLst>
          </p:cNvPr>
          <p:cNvCxnSpPr>
            <a:cxnSpLocks/>
          </p:cNvCxnSpPr>
          <p:nvPr/>
        </p:nvCxnSpPr>
        <p:spPr>
          <a:xfrm flipH="1">
            <a:off x="5107697" y="2346178"/>
            <a:ext cx="245458" cy="92401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AD6ABBC6-611B-4E12-8977-B83C6AAE781B}"/>
              </a:ext>
            </a:extLst>
          </p:cNvPr>
          <p:cNvCxnSpPr>
            <a:cxnSpLocks/>
          </p:cNvCxnSpPr>
          <p:nvPr/>
        </p:nvCxnSpPr>
        <p:spPr>
          <a:xfrm flipH="1">
            <a:off x="5129943" y="2420843"/>
            <a:ext cx="1210" cy="187713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53DEEB30-C2B7-43B7-8D55-EF8DD38F2B6E}"/>
              </a:ext>
            </a:extLst>
          </p:cNvPr>
          <p:cNvCxnSpPr>
            <a:cxnSpLocks/>
          </p:cNvCxnSpPr>
          <p:nvPr/>
        </p:nvCxnSpPr>
        <p:spPr>
          <a:xfrm flipH="1">
            <a:off x="5112998" y="2534480"/>
            <a:ext cx="245458" cy="92401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C85383C5-7B3E-41C2-A5E1-1A79F9A95813}"/>
              </a:ext>
            </a:extLst>
          </p:cNvPr>
          <p:cNvCxnSpPr>
            <a:cxnSpLocks/>
          </p:cNvCxnSpPr>
          <p:nvPr/>
        </p:nvCxnSpPr>
        <p:spPr>
          <a:xfrm flipH="1">
            <a:off x="5342549" y="2521090"/>
            <a:ext cx="1210" cy="187713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14714CA8-14A4-4212-A6CD-300AEDE69D73}"/>
              </a:ext>
            </a:extLst>
          </p:cNvPr>
          <p:cNvCxnSpPr>
            <a:cxnSpLocks/>
          </p:cNvCxnSpPr>
          <p:nvPr/>
        </p:nvCxnSpPr>
        <p:spPr>
          <a:xfrm flipH="1">
            <a:off x="5330237" y="2609483"/>
            <a:ext cx="245458" cy="92401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DC64820F-C855-449B-970E-CAA4FA908D25}"/>
              </a:ext>
            </a:extLst>
          </p:cNvPr>
          <p:cNvCxnSpPr>
            <a:cxnSpLocks/>
          </p:cNvCxnSpPr>
          <p:nvPr/>
        </p:nvCxnSpPr>
        <p:spPr>
          <a:xfrm>
            <a:off x="5569184" y="2608027"/>
            <a:ext cx="0" cy="532806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01C5C757-EEA1-4047-979B-05B7055ECBCE}"/>
              </a:ext>
            </a:extLst>
          </p:cNvPr>
          <p:cNvCxnSpPr>
            <a:cxnSpLocks/>
          </p:cNvCxnSpPr>
          <p:nvPr/>
        </p:nvCxnSpPr>
        <p:spPr>
          <a:xfrm flipH="1">
            <a:off x="5551692" y="3035284"/>
            <a:ext cx="245458" cy="92401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80AB6796-9D4E-4DA8-8FB5-481A94377FD1}"/>
              </a:ext>
            </a:extLst>
          </p:cNvPr>
          <p:cNvCxnSpPr>
            <a:cxnSpLocks/>
          </p:cNvCxnSpPr>
          <p:nvPr/>
        </p:nvCxnSpPr>
        <p:spPr>
          <a:xfrm flipH="1">
            <a:off x="5785184" y="2874055"/>
            <a:ext cx="1210" cy="187713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E747458B-63D4-4DBA-9FF6-F8BC9B178DB0}"/>
              </a:ext>
            </a:extLst>
          </p:cNvPr>
          <p:cNvCxnSpPr>
            <a:cxnSpLocks/>
          </p:cNvCxnSpPr>
          <p:nvPr/>
        </p:nvCxnSpPr>
        <p:spPr>
          <a:xfrm flipV="1">
            <a:off x="10460831" y="5562600"/>
            <a:ext cx="454819" cy="190499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EDA1BA1B-8AAE-4EC1-BAA2-FE28A4938C32}"/>
              </a:ext>
            </a:extLst>
          </p:cNvPr>
          <p:cNvCxnSpPr>
            <a:cxnSpLocks/>
          </p:cNvCxnSpPr>
          <p:nvPr/>
        </p:nvCxnSpPr>
        <p:spPr>
          <a:xfrm flipV="1">
            <a:off x="10460831" y="5746254"/>
            <a:ext cx="0" cy="17115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F0C3E635-1498-4E3F-8A02-90F13875A17F}"/>
              </a:ext>
            </a:extLst>
          </p:cNvPr>
          <p:cNvCxnSpPr>
            <a:cxnSpLocks/>
          </p:cNvCxnSpPr>
          <p:nvPr/>
        </p:nvCxnSpPr>
        <p:spPr>
          <a:xfrm flipV="1">
            <a:off x="9367838" y="5924848"/>
            <a:ext cx="1092993" cy="44082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F1E4612C-366B-4881-A73B-0C28A04CD225}"/>
              </a:ext>
            </a:extLst>
          </p:cNvPr>
          <p:cNvCxnSpPr>
            <a:cxnSpLocks/>
          </p:cNvCxnSpPr>
          <p:nvPr/>
        </p:nvCxnSpPr>
        <p:spPr>
          <a:xfrm flipV="1">
            <a:off x="9367838" y="6367611"/>
            <a:ext cx="2381" cy="668685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AB56CC16-606A-4659-8D06-158012B7B82C}"/>
              </a:ext>
            </a:extLst>
          </p:cNvPr>
          <p:cNvCxnSpPr>
            <a:cxnSpLocks/>
          </p:cNvCxnSpPr>
          <p:nvPr/>
        </p:nvCxnSpPr>
        <p:spPr>
          <a:xfrm flipV="1">
            <a:off x="9127807" y="7022306"/>
            <a:ext cx="242889" cy="10368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0FB07FC5-3DA7-4B66-94F8-7C41D6D1B8B9}"/>
              </a:ext>
            </a:extLst>
          </p:cNvPr>
          <p:cNvCxnSpPr>
            <a:cxnSpLocks/>
          </p:cNvCxnSpPr>
          <p:nvPr/>
        </p:nvCxnSpPr>
        <p:spPr>
          <a:xfrm flipH="1" flipV="1">
            <a:off x="9134475" y="7117556"/>
            <a:ext cx="233363" cy="102396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D19AEA4E-990B-4383-92D2-DEF8AE991D5C}"/>
              </a:ext>
            </a:extLst>
          </p:cNvPr>
          <p:cNvCxnSpPr>
            <a:cxnSpLocks/>
          </p:cNvCxnSpPr>
          <p:nvPr/>
        </p:nvCxnSpPr>
        <p:spPr>
          <a:xfrm flipV="1">
            <a:off x="9367838" y="7206258"/>
            <a:ext cx="6668" cy="37564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2D42EC0E-8F14-43AE-9B55-35E28952D6B9}"/>
              </a:ext>
            </a:extLst>
          </p:cNvPr>
          <p:cNvCxnSpPr>
            <a:cxnSpLocks/>
          </p:cNvCxnSpPr>
          <p:nvPr/>
        </p:nvCxnSpPr>
        <p:spPr>
          <a:xfrm flipH="1" flipV="1">
            <a:off x="9374507" y="7569992"/>
            <a:ext cx="893442" cy="354808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3588DF54-8E26-4A40-98FD-B0FAC22D6EE8}"/>
              </a:ext>
            </a:extLst>
          </p:cNvPr>
          <p:cNvCxnSpPr>
            <a:cxnSpLocks/>
          </p:cNvCxnSpPr>
          <p:nvPr/>
        </p:nvCxnSpPr>
        <p:spPr>
          <a:xfrm flipV="1">
            <a:off x="10244228" y="7909321"/>
            <a:ext cx="0" cy="21074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424D1B6B-5033-4928-952F-F79F2D98D2BD}"/>
              </a:ext>
            </a:extLst>
          </p:cNvPr>
          <p:cNvCxnSpPr>
            <a:cxnSpLocks/>
          </p:cNvCxnSpPr>
          <p:nvPr/>
        </p:nvCxnSpPr>
        <p:spPr>
          <a:xfrm flipH="1" flipV="1">
            <a:off x="10229939" y="8103688"/>
            <a:ext cx="685711" cy="26511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7F9B53C6-A85B-4FEA-A69D-FDE45D601A04}"/>
              </a:ext>
            </a:extLst>
          </p:cNvPr>
          <p:cNvCxnSpPr>
            <a:cxnSpLocks/>
          </p:cNvCxnSpPr>
          <p:nvPr/>
        </p:nvCxnSpPr>
        <p:spPr>
          <a:xfrm flipV="1">
            <a:off x="10883899" y="8185048"/>
            <a:ext cx="477839" cy="18504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1C542AAD-E18D-473E-82D9-15C3E1378C7D}"/>
              </a:ext>
            </a:extLst>
          </p:cNvPr>
          <p:cNvCxnSpPr>
            <a:cxnSpLocks/>
          </p:cNvCxnSpPr>
          <p:nvPr/>
        </p:nvCxnSpPr>
        <p:spPr>
          <a:xfrm flipH="1" flipV="1">
            <a:off x="11345495" y="8177565"/>
            <a:ext cx="259767" cy="100005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6042B24F-E2F3-49D2-9DE1-7A7EB9832759}"/>
              </a:ext>
            </a:extLst>
          </p:cNvPr>
          <p:cNvCxnSpPr>
            <a:cxnSpLocks/>
          </p:cNvCxnSpPr>
          <p:nvPr/>
        </p:nvCxnSpPr>
        <p:spPr>
          <a:xfrm flipV="1">
            <a:off x="11585866" y="8266408"/>
            <a:ext cx="0" cy="53122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09B29D94-65D5-4391-B432-7A163B7B7207}"/>
              </a:ext>
            </a:extLst>
          </p:cNvPr>
          <p:cNvCxnSpPr>
            <a:cxnSpLocks/>
          </p:cNvCxnSpPr>
          <p:nvPr/>
        </p:nvCxnSpPr>
        <p:spPr>
          <a:xfrm flipV="1">
            <a:off x="11788777" y="8957772"/>
            <a:ext cx="263525" cy="109473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0782EB61-DBF9-446C-A5CA-8DBF4AA68C4A}"/>
              </a:ext>
            </a:extLst>
          </p:cNvPr>
          <p:cNvCxnSpPr>
            <a:cxnSpLocks/>
          </p:cNvCxnSpPr>
          <p:nvPr/>
        </p:nvCxnSpPr>
        <p:spPr>
          <a:xfrm flipV="1">
            <a:off x="4242307" y="8626475"/>
            <a:ext cx="1536095" cy="59706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D6DB44A2-433A-4255-8232-2942C2AE49E6}"/>
              </a:ext>
            </a:extLst>
          </p:cNvPr>
          <p:cNvCxnSpPr>
            <a:cxnSpLocks/>
          </p:cNvCxnSpPr>
          <p:nvPr/>
        </p:nvCxnSpPr>
        <p:spPr>
          <a:xfrm flipV="1">
            <a:off x="5778402" y="8445102"/>
            <a:ext cx="0" cy="19090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Connector 328">
            <a:extLst>
              <a:ext uri="{FF2B5EF4-FFF2-40B4-BE49-F238E27FC236}">
                <a16:creationId xmlns:a16="http://schemas.microsoft.com/office/drawing/2014/main" id="{F9FF6F07-3352-4DF3-985E-5B21CB0F8BAC}"/>
              </a:ext>
            </a:extLst>
          </p:cNvPr>
          <p:cNvCxnSpPr>
            <a:cxnSpLocks/>
          </p:cNvCxnSpPr>
          <p:nvPr/>
        </p:nvCxnSpPr>
        <p:spPr>
          <a:xfrm flipH="1" flipV="1">
            <a:off x="5336832" y="8266408"/>
            <a:ext cx="445079" cy="19090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21F574B9-988D-4E72-9493-192865B77158}"/>
              </a:ext>
            </a:extLst>
          </p:cNvPr>
          <p:cNvCxnSpPr>
            <a:cxnSpLocks/>
          </p:cNvCxnSpPr>
          <p:nvPr/>
        </p:nvCxnSpPr>
        <p:spPr>
          <a:xfrm flipV="1">
            <a:off x="5343759" y="8103688"/>
            <a:ext cx="0" cy="16272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11C23A32-F3BE-4BBB-B695-03B64AFAB1C7}"/>
              </a:ext>
            </a:extLst>
          </p:cNvPr>
          <p:cNvCxnSpPr>
            <a:cxnSpLocks/>
          </p:cNvCxnSpPr>
          <p:nvPr/>
        </p:nvCxnSpPr>
        <p:spPr>
          <a:xfrm flipH="1" flipV="1">
            <a:off x="4676438" y="7827665"/>
            <a:ext cx="664226" cy="279998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BFAB2884-5802-40B3-A8BD-778EAF2D6535}"/>
              </a:ext>
            </a:extLst>
          </p:cNvPr>
          <p:cNvCxnSpPr>
            <a:cxnSpLocks/>
          </p:cNvCxnSpPr>
          <p:nvPr/>
        </p:nvCxnSpPr>
        <p:spPr>
          <a:xfrm flipV="1">
            <a:off x="4676438" y="7666036"/>
            <a:ext cx="0" cy="16272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Straight Connector 338">
            <a:extLst>
              <a:ext uri="{FF2B5EF4-FFF2-40B4-BE49-F238E27FC236}">
                <a16:creationId xmlns:a16="http://schemas.microsoft.com/office/drawing/2014/main" id="{8DF0D1BA-FCBC-4FAE-8AA2-A0F5A5A36A96}"/>
              </a:ext>
            </a:extLst>
          </p:cNvPr>
          <p:cNvCxnSpPr>
            <a:cxnSpLocks/>
          </p:cNvCxnSpPr>
          <p:nvPr/>
        </p:nvCxnSpPr>
        <p:spPr>
          <a:xfrm flipV="1">
            <a:off x="4438253" y="7660482"/>
            <a:ext cx="228453" cy="7591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Connector 341">
            <a:extLst>
              <a:ext uri="{FF2B5EF4-FFF2-40B4-BE49-F238E27FC236}">
                <a16:creationId xmlns:a16="http://schemas.microsoft.com/office/drawing/2014/main" id="{C8A285E5-F4C1-4676-831C-44D0221A1E1D}"/>
              </a:ext>
            </a:extLst>
          </p:cNvPr>
          <p:cNvCxnSpPr>
            <a:cxnSpLocks/>
          </p:cNvCxnSpPr>
          <p:nvPr/>
        </p:nvCxnSpPr>
        <p:spPr>
          <a:xfrm flipH="1" flipV="1">
            <a:off x="4450997" y="7729340"/>
            <a:ext cx="621" cy="374348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Straight Connector 343">
            <a:extLst>
              <a:ext uri="{FF2B5EF4-FFF2-40B4-BE49-F238E27FC236}">
                <a16:creationId xmlns:a16="http://schemas.microsoft.com/office/drawing/2014/main" id="{259F4581-3169-4799-B052-BB97D231CA49}"/>
              </a:ext>
            </a:extLst>
          </p:cNvPr>
          <p:cNvCxnSpPr>
            <a:cxnSpLocks/>
          </p:cNvCxnSpPr>
          <p:nvPr/>
        </p:nvCxnSpPr>
        <p:spPr>
          <a:xfrm flipV="1">
            <a:off x="4438253" y="8014692"/>
            <a:ext cx="228453" cy="7347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Straight Connector 345">
            <a:extLst>
              <a:ext uri="{FF2B5EF4-FFF2-40B4-BE49-F238E27FC236}">
                <a16:creationId xmlns:a16="http://schemas.microsoft.com/office/drawing/2014/main" id="{732A4282-A238-4C58-8E0B-9F0F11FE3B7F}"/>
              </a:ext>
            </a:extLst>
          </p:cNvPr>
          <p:cNvCxnSpPr>
            <a:cxnSpLocks/>
          </p:cNvCxnSpPr>
          <p:nvPr/>
        </p:nvCxnSpPr>
        <p:spPr>
          <a:xfrm flipV="1">
            <a:off x="4672926" y="8014692"/>
            <a:ext cx="0" cy="16272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Straight Connector 346">
            <a:extLst>
              <a:ext uri="{FF2B5EF4-FFF2-40B4-BE49-F238E27FC236}">
                <a16:creationId xmlns:a16="http://schemas.microsoft.com/office/drawing/2014/main" id="{061D14DA-6FCF-456B-8F01-0A7F0684A0BA}"/>
              </a:ext>
            </a:extLst>
          </p:cNvPr>
          <p:cNvCxnSpPr>
            <a:cxnSpLocks/>
          </p:cNvCxnSpPr>
          <p:nvPr/>
        </p:nvCxnSpPr>
        <p:spPr>
          <a:xfrm flipV="1">
            <a:off x="4676324" y="8084840"/>
            <a:ext cx="228453" cy="7347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Straight Connector 347">
            <a:extLst>
              <a:ext uri="{FF2B5EF4-FFF2-40B4-BE49-F238E27FC236}">
                <a16:creationId xmlns:a16="http://schemas.microsoft.com/office/drawing/2014/main" id="{DC95E1E0-8646-4F6A-A61B-181EC27581C7}"/>
              </a:ext>
            </a:extLst>
          </p:cNvPr>
          <p:cNvCxnSpPr>
            <a:cxnSpLocks/>
          </p:cNvCxnSpPr>
          <p:nvPr/>
        </p:nvCxnSpPr>
        <p:spPr>
          <a:xfrm flipV="1">
            <a:off x="4890341" y="8088162"/>
            <a:ext cx="0" cy="16272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Straight Connector 348">
            <a:extLst>
              <a:ext uri="{FF2B5EF4-FFF2-40B4-BE49-F238E27FC236}">
                <a16:creationId xmlns:a16="http://schemas.microsoft.com/office/drawing/2014/main" id="{D6F4EF84-33AD-4190-9D46-21985E78AF5A}"/>
              </a:ext>
            </a:extLst>
          </p:cNvPr>
          <p:cNvCxnSpPr>
            <a:cxnSpLocks/>
          </p:cNvCxnSpPr>
          <p:nvPr/>
        </p:nvCxnSpPr>
        <p:spPr>
          <a:xfrm flipV="1">
            <a:off x="4893739" y="8158310"/>
            <a:ext cx="228453" cy="7347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Straight Connector 349">
            <a:extLst>
              <a:ext uri="{FF2B5EF4-FFF2-40B4-BE49-F238E27FC236}">
                <a16:creationId xmlns:a16="http://schemas.microsoft.com/office/drawing/2014/main" id="{895011AA-A64C-495D-B07B-8424F5989BDD}"/>
              </a:ext>
            </a:extLst>
          </p:cNvPr>
          <p:cNvCxnSpPr>
            <a:cxnSpLocks/>
          </p:cNvCxnSpPr>
          <p:nvPr/>
        </p:nvCxnSpPr>
        <p:spPr>
          <a:xfrm flipV="1">
            <a:off x="5105431" y="8158310"/>
            <a:ext cx="0" cy="18559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4D6D081B-2FB4-46FA-AD84-C38F9C127891}"/>
              </a:ext>
            </a:extLst>
          </p:cNvPr>
          <p:cNvCxnSpPr>
            <a:cxnSpLocks/>
          </p:cNvCxnSpPr>
          <p:nvPr/>
        </p:nvCxnSpPr>
        <p:spPr>
          <a:xfrm flipH="1" flipV="1">
            <a:off x="5096854" y="8332622"/>
            <a:ext cx="466358" cy="200835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Straight Connector 354">
            <a:extLst>
              <a:ext uri="{FF2B5EF4-FFF2-40B4-BE49-F238E27FC236}">
                <a16:creationId xmlns:a16="http://schemas.microsoft.com/office/drawing/2014/main" id="{17ADE7BD-67EA-41AF-800C-8D5E75033891}"/>
              </a:ext>
            </a:extLst>
          </p:cNvPr>
          <p:cNvCxnSpPr>
            <a:cxnSpLocks/>
          </p:cNvCxnSpPr>
          <p:nvPr/>
        </p:nvCxnSpPr>
        <p:spPr>
          <a:xfrm flipV="1">
            <a:off x="5336832" y="8529785"/>
            <a:ext cx="228453" cy="7347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Straight Connector 355">
            <a:extLst>
              <a:ext uri="{FF2B5EF4-FFF2-40B4-BE49-F238E27FC236}">
                <a16:creationId xmlns:a16="http://schemas.microsoft.com/office/drawing/2014/main" id="{50C214B9-360D-493E-A2C2-A2B9A81777B5}"/>
              </a:ext>
            </a:extLst>
          </p:cNvPr>
          <p:cNvCxnSpPr>
            <a:cxnSpLocks/>
          </p:cNvCxnSpPr>
          <p:nvPr/>
        </p:nvCxnSpPr>
        <p:spPr>
          <a:xfrm>
            <a:off x="5122192" y="8520084"/>
            <a:ext cx="221567" cy="7646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Straight Connector 357">
            <a:extLst>
              <a:ext uri="{FF2B5EF4-FFF2-40B4-BE49-F238E27FC236}">
                <a16:creationId xmlns:a16="http://schemas.microsoft.com/office/drawing/2014/main" id="{17740F8A-BD70-4280-B490-AA9C54A1911D}"/>
              </a:ext>
            </a:extLst>
          </p:cNvPr>
          <p:cNvCxnSpPr>
            <a:cxnSpLocks/>
          </p:cNvCxnSpPr>
          <p:nvPr/>
        </p:nvCxnSpPr>
        <p:spPr>
          <a:xfrm flipV="1">
            <a:off x="5129943" y="8510460"/>
            <a:ext cx="0" cy="18559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Straight Connector 358">
            <a:extLst>
              <a:ext uri="{FF2B5EF4-FFF2-40B4-BE49-F238E27FC236}">
                <a16:creationId xmlns:a16="http://schemas.microsoft.com/office/drawing/2014/main" id="{3C648095-A9E0-4580-81B1-748A38B815DB}"/>
              </a:ext>
            </a:extLst>
          </p:cNvPr>
          <p:cNvCxnSpPr>
            <a:cxnSpLocks/>
          </p:cNvCxnSpPr>
          <p:nvPr/>
        </p:nvCxnSpPr>
        <p:spPr>
          <a:xfrm flipV="1">
            <a:off x="4673149" y="8700555"/>
            <a:ext cx="453020" cy="155807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Straight Connector 361">
            <a:extLst>
              <a:ext uri="{FF2B5EF4-FFF2-40B4-BE49-F238E27FC236}">
                <a16:creationId xmlns:a16="http://schemas.microsoft.com/office/drawing/2014/main" id="{2F5BBDFD-4792-4CC3-8AEA-75E3761F9B49}"/>
              </a:ext>
            </a:extLst>
          </p:cNvPr>
          <p:cNvCxnSpPr>
            <a:cxnSpLocks/>
          </p:cNvCxnSpPr>
          <p:nvPr/>
        </p:nvCxnSpPr>
        <p:spPr>
          <a:xfrm flipV="1">
            <a:off x="4673149" y="8696050"/>
            <a:ext cx="0" cy="18559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Straight Connector 362">
            <a:extLst>
              <a:ext uri="{FF2B5EF4-FFF2-40B4-BE49-F238E27FC236}">
                <a16:creationId xmlns:a16="http://schemas.microsoft.com/office/drawing/2014/main" id="{18CE8304-0F3E-4B11-8B94-317A4F784174}"/>
              </a:ext>
            </a:extLst>
          </p:cNvPr>
          <p:cNvCxnSpPr>
            <a:cxnSpLocks/>
          </p:cNvCxnSpPr>
          <p:nvPr/>
        </p:nvCxnSpPr>
        <p:spPr>
          <a:xfrm flipV="1">
            <a:off x="4455879" y="8704988"/>
            <a:ext cx="228453" cy="7347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Straight Connector 363">
            <a:extLst>
              <a:ext uri="{FF2B5EF4-FFF2-40B4-BE49-F238E27FC236}">
                <a16:creationId xmlns:a16="http://schemas.microsoft.com/office/drawing/2014/main" id="{90787B75-651B-4333-AD2B-71995BB4DC47}"/>
              </a:ext>
            </a:extLst>
          </p:cNvPr>
          <p:cNvCxnSpPr>
            <a:cxnSpLocks/>
          </p:cNvCxnSpPr>
          <p:nvPr/>
        </p:nvCxnSpPr>
        <p:spPr>
          <a:xfrm flipV="1">
            <a:off x="4470050" y="8763567"/>
            <a:ext cx="0" cy="18559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Straight Connector 364">
            <a:extLst>
              <a:ext uri="{FF2B5EF4-FFF2-40B4-BE49-F238E27FC236}">
                <a16:creationId xmlns:a16="http://schemas.microsoft.com/office/drawing/2014/main" id="{6BD9CD1B-BAFB-44B4-B9A4-F5410337138B}"/>
              </a:ext>
            </a:extLst>
          </p:cNvPr>
          <p:cNvCxnSpPr>
            <a:cxnSpLocks/>
          </p:cNvCxnSpPr>
          <p:nvPr/>
        </p:nvCxnSpPr>
        <p:spPr>
          <a:xfrm flipV="1">
            <a:off x="4231279" y="8942349"/>
            <a:ext cx="246672" cy="99826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Straight Connector 366">
            <a:extLst>
              <a:ext uri="{FF2B5EF4-FFF2-40B4-BE49-F238E27FC236}">
                <a16:creationId xmlns:a16="http://schemas.microsoft.com/office/drawing/2014/main" id="{313CEC12-2B8C-4310-9800-151376E5DE4B}"/>
              </a:ext>
            </a:extLst>
          </p:cNvPr>
          <p:cNvCxnSpPr>
            <a:cxnSpLocks/>
          </p:cNvCxnSpPr>
          <p:nvPr/>
        </p:nvCxnSpPr>
        <p:spPr>
          <a:xfrm flipV="1">
            <a:off x="4242307" y="8696050"/>
            <a:ext cx="0" cy="34590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Straight Connector 368">
            <a:extLst>
              <a:ext uri="{FF2B5EF4-FFF2-40B4-BE49-F238E27FC236}">
                <a16:creationId xmlns:a16="http://schemas.microsoft.com/office/drawing/2014/main" id="{97B35A50-0A25-437D-8E42-2FB9A7B45D55}"/>
              </a:ext>
            </a:extLst>
          </p:cNvPr>
          <p:cNvCxnSpPr>
            <a:cxnSpLocks/>
          </p:cNvCxnSpPr>
          <p:nvPr/>
        </p:nvCxnSpPr>
        <p:spPr>
          <a:xfrm flipV="1">
            <a:off x="4231279" y="8597026"/>
            <a:ext cx="222337" cy="112159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Straight Connector 369">
            <a:extLst>
              <a:ext uri="{FF2B5EF4-FFF2-40B4-BE49-F238E27FC236}">
                <a16:creationId xmlns:a16="http://schemas.microsoft.com/office/drawing/2014/main" id="{71D25E4D-CC23-49C8-BECA-37A10E4E0EE5}"/>
              </a:ext>
            </a:extLst>
          </p:cNvPr>
          <p:cNvCxnSpPr>
            <a:cxnSpLocks/>
          </p:cNvCxnSpPr>
          <p:nvPr/>
        </p:nvCxnSpPr>
        <p:spPr>
          <a:xfrm flipV="1">
            <a:off x="4448396" y="8412333"/>
            <a:ext cx="1627" cy="19512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Straight Connector 371">
            <a:extLst>
              <a:ext uri="{FF2B5EF4-FFF2-40B4-BE49-F238E27FC236}">
                <a16:creationId xmlns:a16="http://schemas.microsoft.com/office/drawing/2014/main" id="{2B7389BB-9F7A-422A-851A-2BA4D466D6E6}"/>
              </a:ext>
            </a:extLst>
          </p:cNvPr>
          <p:cNvCxnSpPr>
            <a:cxnSpLocks/>
          </p:cNvCxnSpPr>
          <p:nvPr/>
        </p:nvCxnSpPr>
        <p:spPr>
          <a:xfrm>
            <a:off x="4219943" y="8357951"/>
            <a:ext cx="228453" cy="69908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Straight Connector 374">
            <a:extLst>
              <a:ext uri="{FF2B5EF4-FFF2-40B4-BE49-F238E27FC236}">
                <a16:creationId xmlns:a16="http://schemas.microsoft.com/office/drawing/2014/main" id="{78EFA8B8-B7D6-460C-9CC1-32CFF6A437B5}"/>
              </a:ext>
            </a:extLst>
          </p:cNvPr>
          <p:cNvCxnSpPr>
            <a:cxnSpLocks/>
          </p:cNvCxnSpPr>
          <p:nvPr/>
        </p:nvCxnSpPr>
        <p:spPr>
          <a:xfrm flipV="1">
            <a:off x="4239881" y="8337945"/>
            <a:ext cx="1627" cy="19512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Connector 376">
            <a:extLst>
              <a:ext uri="{FF2B5EF4-FFF2-40B4-BE49-F238E27FC236}">
                <a16:creationId xmlns:a16="http://schemas.microsoft.com/office/drawing/2014/main" id="{926AAF4A-CF3D-468E-B7AE-82471C8C51E7}"/>
              </a:ext>
            </a:extLst>
          </p:cNvPr>
          <p:cNvCxnSpPr>
            <a:cxnSpLocks/>
          </p:cNvCxnSpPr>
          <p:nvPr/>
        </p:nvCxnSpPr>
        <p:spPr>
          <a:xfrm flipV="1">
            <a:off x="4002940" y="8508197"/>
            <a:ext cx="233853" cy="104355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Straight Connector 378">
            <a:extLst>
              <a:ext uri="{FF2B5EF4-FFF2-40B4-BE49-F238E27FC236}">
                <a16:creationId xmlns:a16="http://schemas.microsoft.com/office/drawing/2014/main" id="{FD085FF5-CA41-43F4-8A72-7D0CD2BD7095}"/>
              </a:ext>
            </a:extLst>
          </p:cNvPr>
          <p:cNvCxnSpPr>
            <a:cxnSpLocks/>
          </p:cNvCxnSpPr>
          <p:nvPr/>
        </p:nvCxnSpPr>
        <p:spPr>
          <a:xfrm flipV="1">
            <a:off x="4008943" y="8600094"/>
            <a:ext cx="9715" cy="715356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Straight Connector 380">
            <a:extLst>
              <a:ext uri="{FF2B5EF4-FFF2-40B4-BE49-F238E27FC236}">
                <a16:creationId xmlns:a16="http://schemas.microsoft.com/office/drawing/2014/main" id="{8E4C53B2-6D9C-4791-B313-1B11D3BD6887}"/>
              </a:ext>
            </a:extLst>
          </p:cNvPr>
          <p:cNvCxnSpPr>
            <a:cxnSpLocks/>
          </p:cNvCxnSpPr>
          <p:nvPr/>
        </p:nvCxnSpPr>
        <p:spPr>
          <a:xfrm>
            <a:off x="3774951" y="9225197"/>
            <a:ext cx="228453" cy="69908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Straight Connector 381">
            <a:extLst>
              <a:ext uri="{FF2B5EF4-FFF2-40B4-BE49-F238E27FC236}">
                <a16:creationId xmlns:a16="http://schemas.microsoft.com/office/drawing/2014/main" id="{EBEE183C-9EAD-4B5C-B52F-CF651D53F667}"/>
              </a:ext>
            </a:extLst>
          </p:cNvPr>
          <p:cNvCxnSpPr>
            <a:cxnSpLocks/>
          </p:cNvCxnSpPr>
          <p:nvPr/>
        </p:nvCxnSpPr>
        <p:spPr>
          <a:xfrm flipV="1">
            <a:off x="3787750" y="8498684"/>
            <a:ext cx="9715" cy="715356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AE689E7D-154E-4DFE-857C-53AF79301965}"/>
              </a:ext>
            </a:extLst>
          </p:cNvPr>
          <p:cNvCxnSpPr>
            <a:cxnSpLocks/>
          </p:cNvCxnSpPr>
          <p:nvPr/>
        </p:nvCxnSpPr>
        <p:spPr>
          <a:xfrm flipV="1">
            <a:off x="3779202" y="8425430"/>
            <a:ext cx="233853" cy="104355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Straight Connector 383">
            <a:extLst>
              <a:ext uri="{FF2B5EF4-FFF2-40B4-BE49-F238E27FC236}">
                <a16:creationId xmlns:a16="http://schemas.microsoft.com/office/drawing/2014/main" id="{C597F3A3-4D8D-4BE0-A7B5-92A953401ADA}"/>
              </a:ext>
            </a:extLst>
          </p:cNvPr>
          <p:cNvCxnSpPr>
            <a:cxnSpLocks/>
          </p:cNvCxnSpPr>
          <p:nvPr/>
        </p:nvCxnSpPr>
        <p:spPr>
          <a:xfrm flipV="1">
            <a:off x="3996647" y="7727162"/>
            <a:ext cx="9715" cy="715356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Straight Connector 384">
            <a:extLst>
              <a:ext uri="{FF2B5EF4-FFF2-40B4-BE49-F238E27FC236}">
                <a16:creationId xmlns:a16="http://schemas.microsoft.com/office/drawing/2014/main" id="{627665F5-197A-42C9-A157-3F28006B3229}"/>
              </a:ext>
            </a:extLst>
          </p:cNvPr>
          <p:cNvCxnSpPr>
            <a:cxnSpLocks/>
          </p:cNvCxnSpPr>
          <p:nvPr/>
        </p:nvCxnSpPr>
        <p:spPr>
          <a:xfrm>
            <a:off x="3564756" y="7581899"/>
            <a:ext cx="438647" cy="157229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Connector 386">
            <a:extLst>
              <a:ext uri="{FF2B5EF4-FFF2-40B4-BE49-F238E27FC236}">
                <a16:creationId xmlns:a16="http://schemas.microsoft.com/office/drawing/2014/main" id="{51E95EB4-241C-45A7-819B-5FAC3B8379BD}"/>
              </a:ext>
            </a:extLst>
          </p:cNvPr>
          <p:cNvCxnSpPr>
            <a:cxnSpLocks/>
          </p:cNvCxnSpPr>
          <p:nvPr/>
        </p:nvCxnSpPr>
        <p:spPr>
          <a:xfrm flipV="1">
            <a:off x="3327108" y="7568802"/>
            <a:ext cx="239433" cy="86365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Straight Connector 388">
            <a:extLst>
              <a:ext uri="{FF2B5EF4-FFF2-40B4-BE49-F238E27FC236}">
                <a16:creationId xmlns:a16="http://schemas.microsoft.com/office/drawing/2014/main" id="{7B7D9971-9394-4064-B1A0-840CE67C28D5}"/>
              </a:ext>
            </a:extLst>
          </p:cNvPr>
          <p:cNvCxnSpPr>
            <a:cxnSpLocks/>
          </p:cNvCxnSpPr>
          <p:nvPr/>
        </p:nvCxnSpPr>
        <p:spPr>
          <a:xfrm flipV="1">
            <a:off x="3338272" y="7636346"/>
            <a:ext cx="1627" cy="19512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Straight Connector 389">
            <a:extLst>
              <a:ext uri="{FF2B5EF4-FFF2-40B4-BE49-F238E27FC236}">
                <a16:creationId xmlns:a16="http://schemas.microsoft.com/office/drawing/2014/main" id="{2CBDB9A7-7128-40E6-AC59-139F11F5E773}"/>
              </a:ext>
            </a:extLst>
          </p:cNvPr>
          <p:cNvCxnSpPr>
            <a:cxnSpLocks/>
          </p:cNvCxnSpPr>
          <p:nvPr/>
        </p:nvCxnSpPr>
        <p:spPr>
          <a:xfrm>
            <a:off x="3341572" y="7820396"/>
            <a:ext cx="223147" cy="10386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Straight Connector 391">
            <a:extLst>
              <a:ext uri="{FF2B5EF4-FFF2-40B4-BE49-F238E27FC236}">
                <a16:creationId xmlns:a16="http://schemas.microsoft.com/office/drawing/2014/main" id="{89AE3955-2CC9-4123-ABBE-6FE616B3FCAF}"/>
              </a:ext>
            </a:extLst>
          </p:cNvPr>
          <p:cNvCxnSpPr>
            <a:cxnSpLocks/>
          </p:cNvCxnSpPr>
          <p:nvPr/>
        </p:nvCxnSpPr>
        <p:spPr>
          <a:xfrm flipV="1">
            <a:off x="3547603" y="7837893"/>
            <a:ext cx="239433" cy="86365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Connector 392">
            <a:extLst>
              <a:ext uri="{FF2B5EF4-FFF2-40B4-BE49-F238E27FC236}">
                <a16:creationId xmlns:a16="http://schemas.microsoft.com/office/drawing/2014/main" id="{6E1E4883-F20C-45EE-90EF-63879D8D91EE}"/>
              </a:ext>
            </a:extLst>
          </p:cNvPr>
          <p:cNvCxnSpPr>
            <a:cxnSpLocks/>
          </p:cNvCxnSpPr>
          <p:nvPr/>
        </p:nvCxnSpPr>
        <p:spPr>
          <a:xfrm flipV="1">
            <a:off x="3782916" y="7845978"/>
            <a:ext cx="0" cy="50477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Straight Connector 395">
            <a:extLst>
              <a:ext uri="{FF2B5EF4-FFF2-40B4-BE49-F238E27FC236}">
                <a16:creationId xmlns:a16="http://schemas.microsoft.com/office/drawing/2014/main" id="{FFB6F850-D57E-4D39-BE7E-3A4E6B5BB623}"/>
              </a:ext>
            </a:extLst>
          </p:cNvPr>
          <p:cNvCxnSpPr>
            <a:cxnSpLocks/>
          </p:cNvCxnSpPr>
          <p:nvPr/>
        </p:nvCxnSpPr>
        <p:spPr>
          <a:xfrm>
            <a:off x="3563249" y="8236339"/>
            <a:ext cx="223147" cy="10386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Straight Connector 396">
            <a:extLst>
              <a:ext uri="{FF2B5EF4-FFF2-40B4-BE49-F238E27FC236}">
                <a16:creationId xmlns:a16="http://schemas.microsoft.com/office/drawing/2014/main" id="{7F9C8EA5-E136-447A-8B32-D6807DE7C2A4}"/>
              </a:ext>
            </a:extLst>
          </p:cNvPr>
          <p:cNvCxnSpPr>
            <a:cxnSpLocks/>
          </p:cNvCxnSpPr>
          <p:nvPr/>
        </p:nvCxnSpPr>
        <p:spPr>
          <a:xfrm flipV="1">
            <a:off x="3567827" y="8053549"/>
            <a:ext cx="1627" cy="19512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Straight Connector 397">
            <a:extLst>
              <a:ext uri="{FF2B5EF4-FFF2-40B4-BE49-F238E27FC236}">
                <a16:creationId xmlns:a16="http://schemas.microsoft.com/office/drawing/2014/main" id="{396D25EF-F23C-4F30-8858-C6DF31060D4D}"/>
              </a:ext>
            </a:extLst>
          </p:cNvPr>
          <p:cNvCxnSpPr>
            <a:cxnSpLocks/>
          </p:cNvCxnSpPr>
          <p:nvPr/>
        </p:nvCxnSpPr>
        <p:spPr>
          <a:xfrm flipV="1">
            <a:off x="3317667" y="8084840"/>
            <a:ext cx="254111" cy="10425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Straight Connector 400">
            <a:extLst>
              <a:ext uri="{FF2B5EF4-FFF2-40B4-BE49-F238E27FC236}">
                <a16:creationId xmlns:a16="http://schemas.microsoft.com/office/drawing/2014/main" id="{C4FBEB0E-1571-41BC-A8D5-CAE9763D179E}"/>
              </a:ext>
            </a:extLst>
          </p:cNvPr>
          <p:cNvCxnSpPr>
            <a:cxnSpLocks/>
          </p:cNvCxnSpPr>
          <p:nvPr/>
        </p:nvCxnSpPr>
        <p:spPr>
          <a:xfrm flipV="1">
            <a:off x="3338272" y="8162546"/>
            <a:ext cx="1627" cy="19512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Straight Connector 401">
            <a:extLst>
              <a:ext uri="{FF2B5EF4-FFF2-40B4-BE49-F238E27FC236}">
                <a16:creationId xmlns:a16="http://schemas.microsoft.com/office/drawing/2014/main" id="{D163079F-1E5F-4678-BBD3-F732AC183E74}"/>
              </a:ext>
            </a:extLst>
          </p:cNvPr>
          <p:cNvCxnSpPr>
            <a:cxnSpLocks/>
          </p:cNvCxnSpPr>
          <p:nvPr/>
        </p:nvCxnSpPr>
        <p:spPr>
          <a:xfrm>
            <a:off x="3335319" y="8330885"/>
            <a:ext cx="223147" cy="10386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Straight Connector 402">
            <a:extLst>
              <a:ext uri="{FF2B5EF4-FFF2-40B4-BE49-F238E27FC236}">
                <a16:creationId xmlns:a16="http://schemas.microsoft.com/office/drawing/2014/main" id="{AD5947C7-33D9-4690-9F26-3B9DF3BF8A6C}"/>
              </a:ext>
            </a:extLst>
          </p:cNvPr>
          <p:cNvCxnSpPr>
            <a:cxnSpLocks/>
          </p:cNvCxnSpPr>
          <p:nvPr/>
        </p:nvCxnSpPr>
        <p:spPr>
          <a:xfrm flipV="1">
            <a:off x="3538396" y="8409297"/>
            <a:ext cx="1627" cy="19512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4" name="Straight Connector 403">
            <a:extLst>
              <a:ext uri="{FF2B5EF4-FFF2-40B4-BE49-F238E27FC236}">
                <a16:creationId xmlns:a16="http://schemas.microsoft.com/office/drawing/2014/main" id="{5DD4702B-339B-43A1-B271-3612B1CCDE60}"/>
              </a:ext>
            </a:extLst>
          </p:cNvPr>
          <p:cNvCxnSpPr>
            <a:cxnSpLocks/>
          </p:cNvCxnSpPr>
          <p:nvPr/>
        </p:nvCxnSpPr>
        <p:spPr>
          <a:xfrm>
            <a:off x="3322440" y="8477607"/>
            <a:ext cx="223147" cy="10386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Straight Connector 404">
            <a:extLst>
              <a:ext uri="{FF2B5EF4-FFF2-40B4-BE49-F238E27FC236}">
                <a16:creationId xmlns:a16="http://schemas.microsoft.com/office/drawing/2014/main" id="{0576BF82-7BE3-4B4F-9601-577D745F941D}"/>
              </a:ext>
            </a:extLst>
          </p:cNvPr>
          <p:cNvCxnSpPr>
            <a:cxnSpLocks/>
          </p:cNvCxnSpPr>
          <p:nvPr/>
        </p:nvCxnSpPr>
        <p:spPr>
          <a:xfrm flipV="1">
            <a:off x="3335147" y="8478979"/>
            <a:ext cx="1627" cy="19512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Straight Connector 405">
            <a:extLst>
              <a:ext uri="{FF2B5EF4-FFF2-40B4-BE49-F238E27FC236}">
                <a16:creationId xmlns:a16="http://schemas.microsoft.com/office/drawing/2014/main" id="{E1D4FE74-1C3C-4BBD-9A21-6595455CC2A0}"/>
              </a:ext>
            </a:extLst>
          </p:cNvPr>
          <p:cNvCxnSpPr>
            <a:cxnSpLocks/>
          </p:cNvCxnSpPr>
          <p:nvPr/>
        </p:nvCxnSpPr>
        <p:spPr>
          <a:xfrm>
            <a:off x="3333148" y="8659705"/>
            <a:ext cx="223147" cy="10386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Straight Connector 406">
            <a:extLst>
              <a:ext uri="{FF2B5EF4-FFF2-40B4-BE49-F238E27FC236}">
                <a16:creationId xmlns:a16="http://schemas.microsoft.com/office/drawing/2014/main" id="{1F622019-157C-4CE0-BCFF-50C98579C138}"/>
              </a:ext>
            </a:extLst>
          </p:cNvPr>
          <p:cNvCxnSpPr>
            <a:cxnSpLocks/>
          </p:cNvCxnSpPr>
          <p:nvPr/>
        </p:nvCxnSpPr>
        <p:spPr>
          <a:xfrm flipV="1">
            <a:off x="3558466" y="8752342"/>
            <a:ext cx="2147" cy="382133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24A9384C-9A5A-47A5-9E68-4D8C54FBAB92}"/>
              </a:ext>
            </a:extLst>
          </p:cNvPr>
          <p:cNvCxnSpPr>
            <a:cxnSpLocks/>
          </p:cNvCxnSpPr>
          <p:nvPr/>
        </p:nvCxnSpPr>
        <p:spPr>
          <a:xfrm>
            <a:off x="3339899" y="9026088"/>
            <a:ext cx="216396" cy="94333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Straight Connector 410">
            <a:extLst>
              <a:ext uri="{FF2B5EF4-FFF2-40B4-BE49-F238E27FC236}">
                <a16:creationId xmlns:a16="http://schemas.microsoft.com/office/drawing/2014/main" id="{38658E0D-7572-4D5A-90F4-60949660B450}"/>
              </a:ext>
            </a:extLst>
          </p:cNvPr>
          <p:cNvCxnSpPr>
            <a:cxnSpLocks/>
          </p:cNvCxnSpPr>
          <p:nvPr/>
        </p:nvCxnSpPr>
        <p:spPr>
          <a:xfrm flipV="1">
            <a:off x="3343419" y="8851177"/>
            <a:ext cx="1627" cy="19512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Connector 411">
            <a:extLst>
              <a:ext uri="{FF2B5EF4-FFF2-40B4-BE49-F238E27FC236}">
                <a16:creationId xmlns:a16="http://schemas.microsoft.com/office/drawing/2014/main" id="{FF6F4D5C-CE10-46B4-9167-1D4ED2D3A113}"/>
              </a:ext>
            </a:extLst>
          </p:cNvPr>
          <p:cNvCxnSpPr>
            <a:cxnSpLocks/>
          </p:cNvCxnSpPr>
          <p:nvPr/>
        </p:nvCxnSpPr>
        <p:spPr>
          <a:xfrm>
            <a:off x="3103755" y="8759820"/>
            <a:ext cx="223147" cy="10386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Straight Connector 412">
            <a:extLst>
              <a:ext uri="{FF2B5EF4-FFF2-40B4-BE49-F238E27FC236}">
                <a16:creationId xmlns:a16="http://schemas.microsoft.com/office/drawing/2014/main" id="{5AE40CCD-60D6-4A48-803A-1E27CAAFE640}"/>
              </a:ext>
            </a:extLst>
          </p:cNvPr>
          <p:cNvCxnSpPr>
            <a:cxnSpLocks/>
          </p:cNvCxnSpPr>
          <p:nvPr/>
        </p:nvCxnSpPr>
        <p:spPr>
          <a:xfrm flipV="1">
            <a:off x="3107776" y="8778458"/>
            <a:ext cx="1627" cy="19512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Straight Connector 413">
            <a:extLst>
              <a:ext uri="{FF2B5EF4-FFF2-40B4-BE49-F238E27FC236}">
                <a16:creationId xmlns:a16="http://schemas.microsoft.com/office/drawing/2014/main" id="{A4A794CB-4F83-4907-95BC-A03856F3ACCF}"/>
              </a:ext>
            </a:extLst>
          </p:cNvPr>
          <p:cNvCxnSpPr>
            <a:cxnSpLocks/>
          </p:cNvCxnSpPr>
          <p:nvPr/>
        </p:nvCxnSpPr>
        <p:spPr>
          <a:xfrm>
            <a:off x="2875121" y="8854939"/>
            <a:ext cx="223147" cy="10386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Straight Connector 414">
            <a:extLst>
              <a:ext uri="{FF2B5EF4-FFF2-40B4-BE49-F238E27FC236}">
                <a16:creationId xmlns:a16="http://schemas.microsoft.com/office/drawing/2014/main" id="{013483C9-DC3B-4B23-84D3-7CCF1EAD895E}"/>
              </a:ext>
            </a:extLst>
          </p:cNvPr>
          <p:cNvCxnSpPr>
            <a:cxnSpLocks/>
          </p:cNvCxnSpPr>
          <p:nvPr/>
        </p:nvCxnSpPr>
        <p:spPr>
          <a:xfrm flipV="1">
            <a:off x="2894205" y="8864345"/>
            <a:ext cx="0" cy="35919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Straight Connector 416">
            <a:extLst>
              <a:ext uri="{FF2B5EF4-FFF2-40B4-BE49-F238E27FC236}">
                <a16:creationId xmlns:a16="http://schemas.microsoft.com/office/drawing/2014/main" id="{4B799191-D07D-499D-9170-F7444CB727BB}"/>
              </a:ext>
            </a:extLst>
          </p:cNvPr>
          <p:cNvCxnSpPr>
            <a:cxnSpLocks/>
          </p:cNvCxnSpPr>
          <p:nvPr/>
        </p:nvCxnSpPr>
        <p:spPr>
          <a:xfrm>
            <a:off x="2886958" y="9223536"/>
            <a:ext cx="430709" cy="17192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2673C3A2-260E-499D-A77A-42111D56CC09}"/>
              </a:ext>
            </a:extLst>
          </p:cNvPr>
          <p:cNvCxnSpPr>
            <a:cxnSpLocks/>
          </p:cNvCxnSpPr>
          <p:nvPr/>
        </p:nvCxnSpPr>
        <p:spPr>
          <a:xfrm flipH="1" flipV="1">
            <a:off x="3319294" y="9395461"/>
            <a:ext cx="7608" cy="353855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1" name="TextBox 420">
            <a:extLst>
              <a:ext uri="{FF2B5EF4-FFF2-40B4-BE49-F238E27FC236}">
                <a16:creationId xmlns:a16="http://schemas.microsoft.com/office/drawing/2014/main" id="{C982EB59-6EA5-4C12-9E61-F7D8C3F798C1}"/>
              </a:ext>
            </a:extLst>
          </p:cNvPr>
          <p:cNvSpPr txBox="1"/>
          <p:nvPr/>
        </p:nvSpPr>
        <p:spPr>
          <a:xfrm>
            <a:off x="3239227" y="963116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167</a:t>
            </a:r>
          </a:p>
        </p:txBody>
      </p:sp>
      <p:cxnSp>
        <p:nvCxnSpPr>
          <p:cNvPr id="422" name="Straight Connector 421">
            <a:extLst>
              <a:ext uri="{FF2B5EF4-FFF2-40B4-BE49-F238E27FC236}">
                <a16:creationId xmlns:a16="http://schemas.microsoft.com/office/drawing/2014/main" id="{577A1CBA-5BD6-49B3-8326-C3718D85D714}"/>
              </a:ext>
            </a:extLst>
          </p:cNvPr>
          <p:cNvCxnSpPr>
            <a:cxnSpLocks/>
          </p:cNvCxnSpPr>
          <p:nvPr/>
        </p:nvCxnSpPr>
        <p:spPr>
          <a:xfrm>
            <a:off x="3118425" y="9635836"/>
            <a:ext cx="223147" cy="10386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Straight Connector 422">
            <a:extLst>
              <a:ext uri="{FF2B5EF4-FFF2-40B4-BE49-F238E27FC236}">
                <a16:creationId xmlns:a16="http://schemas.microsoft.com/office/drawing/2014/main" id="{4D0FB803-C21C-43F6-BAF5-0C99FDD54364}"/>
              </a:ext>
            </a:extLst>
          </p:cNvPr>
          <p:cNvCxnSpPr>
            <a:cxnSpLocks/>
          </p:cNvCxnSpPr>
          <p:nvPr/>
        </p:nvCxnSpPr>
        <p:spPr>
          <a:xfrm flipH="1" flipV="1">
            <a:off x="3118425" y="9483268"/>
            <a:ext cx="9416" cy="176927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5" name="Straight Connector 424">
            <a:extLst>
              <a:ext uri="{FF2B5EF4-FFF2-40B4-BE49-F238E27FC236}">
                <a16:creationId xmlns:a16="http://schemas.microsoft.com/office/drawing/2014/main" id="{F37D9BBE-C0B6-4F56-9759-143EBFD86C9F}"/>
              </a:ext>
            </a:extLst>
          </p:cNvPr>
          <p:cNvCxnSpPr>
            <a:cxnSpLocks/>
          </p:cNvCxnSpPr>
          <p:nvPr/>
        </p:nvCxnSpPr>
        <p:spPr>
          <a:xfrm>
            <a:off x="2890043" y="9385076"/>
            <a:ext cx="223147" cy="10386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Connector 425">
            <a:extLst>
              <a:ext uri="{FF2B5EF4-FFF2-40B4-BE49-F238E27FC236}">
                <a16:creationId xmlns:a16="http://schemas.microsoft.com/office/drawing/2014/main" id="{3F74F1AC-4E5E-47BF-A5A0-5645BA1CF082}"/>
              </a:ext>
            </a:extLst>
          </p:cNvPr>
          <p:cNvCxnSpPr>
            <a:cxnSpLocks/>
          </p:cNvCxnSpPr>
          <p:nvPr/>
        </p:nvCxnSpPr>
        <p:spPr>
          <a:xfrm flipV="1">
            <a:off x="2881723" y="9391537"/>
            <a:ext cx="8456" cy="34816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98ECEABD-5CFB-4460-BA0B-3211AB592329}"/>
              </a:ext>
            </a:extLst>
          </p:cNvPr>
          <p:cNvCxnSpPr>
            <a:cxnSpLocks/>
          </p:cNvCxnSpPr>
          <p:nvPr/>
        </p:nvCxnSpPr>
        <p:spPr>
          <a:xfrm>
            <a:off x="2900383" y="9721115"/>
            <a:ext cx="223147" cy="10386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Straight Connector 428">
            <a:extLst>
              <a:ext uri="{FF2B5EF4-FFF2-40B4-BE49-F238E27FC236}">
                <a16:creationId xmlns:a16="http://schemas.microsoft.com/office/drawing/2014/main" id="{B79D5D48-F5D2-4234-A257-7D250078BFE5}"/>
              </a:ext>
            </a:extLst>
          </p:cNvPr>
          <p:cNvCxnSpPr>
            <a:cxnSpLocks/>
          </p:cNvCxnSpPr>
          <p:nvPr/>
        </p:nvCxnSpPr>
        <p:spPr>
          <a:xfrm flipV="1">
            <a:off x="2859638" y="9817422"/>
            <a:ext cx="254111" cy="10425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Straight Connector 429">
            <a:extLst>
              <a:ext uri="{FF2B5EF4-FFF2-40B4-BE49-F238E27FC236}">
                <a16:creationId xmlns:a16="http://schemas.microsoft.com/office/drawing/2014/main" id="{7ABDF15C-0936-4F64-A2C6-6318B7BC6F86}"/>
              </a:ext>
            </a:extLst>
          </p:cNvPr>
          <p:cNvCxnSpPr>
            <a:cxnSpLocks/>
          </p:cNvCxnSpPr>
          <p:nvPr/>
        </p:nvCxnSpPr>
        <p:spPr>
          <a:xfrm>
            <a:off x="2663331" y="9809304"/>
            <a:ext cx="223147" cy="10386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1" name="Straight Connector 430">
            <a:extLst>
              <a:ext uri="{FF2B5EF4-FFF2-40B4-BE49-F238E27FC236}">
                <a16:creationId xmlns:a16="http://schemas.microsoft.com/office/drawing/2014/main" id="{F4E3FC97-8C0D-4AE3-B889-BF1C7FDD4BC7}"/>
              </a:ext>
            </a:extLst>
          </p:cNvPr>
          <p:cNvCxnSpPr>
            <a:cxnSpLocks/>
          </p:cNvCxnSpPr>
          <p:nvPr/>
        </p:nvCxnSpPr>
        <p:spPr>
          <a:xfrm flipH="1" flipV="1">
            <a:off x="2664166" y="9134475"/>
            <a:ext cx="9421" cy="512445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Straight Connector 432">
            <a:extLst>
              <a:ext uri="{FF2B5EF4-FFF2-40B4-BE49-F238E27FC236}">
                <a16:creationId xmlns:a16="http://schemas.microsoft.com/office/drawing/2014/main" id="{763C561B-214E-4D76-B91C-52C933AB548D}"/>
              </a:ext>
            </a:extLst>
          </p:cNvPr>
          <p:cNvCxnSpPr>
            <a:cxnSpLocks/>
          </p:cNvCxnSpPr>
          <p:nvPr/>
        </p:nvCxnSpPr>
        <p:spPr>
          <a:xfrm flipV="1">
            <a:off x="2426259" y="9812849"/>
            <a:ext cx="243916" cy="9805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Straight Connector 434">
            <a:extLst>
              <a:ext uri="{FF2B5EF4-FFF2-40B4-BE49-F238E27FC236}">
                <a16:creationId xmlns:a16="http://schemas.microsoft.com/office/drawing/2014/main" id="{7CD79CFA-115C-46FF-B948-7C5D9E8CE850}"/>
              </a:ext>
            </a:extLst>
          </p:cNvPr>
          <p:cNvCxnSpPr>
            <a:cxnSpLocks/>
          </p:cNvCxnSpPr>
          <p:nvPr/>
        </p:nvCxnSpPr>
        <p:spPr>
          <a:xfrm flipV="1">
            <a:off x="2443068" y="9739698"/>
            <a:ext cx="0" cy="18063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7" name="Straight Connector 436">
            <a:extLst>
              <a:ext uri="{FF2B5EF4-FFF2-40B4-BE49-F238E27FC236}">
                <a16:creationId xmlns:a16="http://schemas.microsoft.com/office/drawing/2014/main" id="{65F5CE24-8B81-48C8-AC46-0FFC91CEF566}"/>
              </a:ext>
            </a:extLst>
          </p:cNvPr>
          <p:cNvCxnSpPr>
            <a:cxnSpLocks/>
          </p:cNvCxnSpPr>
          <p:nvPr/>
        </p:nvCxnSpPr>
        <p:spPr>
          <a:xfrm flipV="1">
            <a:off x="2433674" y="9640262"/>
            <a:ext cx="254111" cy="10425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9" name="Straight Connector 438">
            <a:extLst>
              <a:ext uri="{FF2B5EF4-FFF2-40B4-BE49-F238E27FC236}">
                <a16:creationId xmlns:a16="http://schemas.microsoft.com/office/drawing/2014/main" id="{8BF5FA8F-B9FB-4DAE-AB91-D20415CA5BA8}"/>
              </a:ext>
            </a:extLst>
          </p:cNvPr>
          <p:cNvCxnSpPr>
            <a:cxnSpLocks/>
          </p:cNvCxnSpPr>
          <p:nvPr/>
        </p:nvCxnSpPr>
        <p:spPr>
          <a:xfrm>
            <a:off x="2443472" y="9043609"/>
            <a:ext cx="223147" cy="10386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Straight Connector 439">
            <a:extLst>
              <a:ext uri="{FF2B5EF4-FFF2-40B4-BE49-F238E27FC236}">
                <a16:creationId xmlns:a16="http://schemas.microsoft.com/office/drawing/2014/main" id="{773D43E9-9A44-4F57-BD8F-25059597A0F9}"/>
              </a:ext>
            </a:extLst>
          </p:cNvPr>
          <p:cNvCxnSpPr>
            <a:cxnSpLocks/>
          </p:cNvCxnSpPr>
          <p:nvPr/>
        </p:nvCxnSpPr>
        <p:spPr>
          <a:xfrm flipH="1" flipV="1">
            <a:off x="2446970" y="9026218"/>
            <a:ext cx="9421" cy="512445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1" name="Straight Connector 440">
            <a:extLst>
              <a:ext uri="{FF2B5EF4-FFF2-40B4-BE49-F238E27FC236}">
                <a16:creationId xmlns:a16="http://schemas.microsoft.com/office/drawing/2014/main" id="{5949B76E-668F-46BD-9EB7-41BA97FABB67}"/>
              </a:ext>
            </a:extLst>
          </p:cNvPr>
          <p:cNvCxnSpPr>
            <a:cxnSpLocks/>
          </p:cNvCxnSpPr>
          <p:nvPr/>
        </p:nvCxnSpPr>
        <p:spPr>
          <a:xfrm flipV="1">
            <a:off x="2193984" y="9557846"/>
            <a:ext cx="254111" cy="10425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Connector 441">
            <a:extLst>
              <a:ext uri="{FF2B5EF4-FFF2-40B4-BE49-F238E27FC236}">
                <a16:creationId xmlns:a16="http://schemas.microsoft.com/office/drawing/2014/main" id="{B824ADD8-F553-4AB2-B100-127F456BF59E}"/>
              </a:ext>
            </a:extLst>
          </p:cNvPr>
          <p:cNvCxnSpPr>
            <a:cxnSpLocks/>
          </p:cNvCxnSpPr>
          <p:nvPr/>
        </p:nvCxnSpPr>
        <p:spPr>
          <a:xfrm flipH="1" flipV="1">
            <a:off x="2207351" y="9150872"/>
            <a:ext cx="9421" cy="512445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Straight Connector 442">
            <a:extLst>
              <a:ext uri="{FF2B5EF4-FFF2-40B4-BE49-F238E27FC236}">
                <a16:creationId xmlns:a16="http://schemas.microsoft.com/office/drawing/2014/main" id="{3AAE16B8-67E5-44A7-A2CC-2E435ABE0827}"/>
              </a:ext>
            </a:extLst>
          </p:cNvPr>
          <p:cNvCxnSpPr>
            <a:cxnSpLocks/>
          </p:cNvCxnSpPr>
          <p:nvPr/>
        </p:nvCxnSpPr>
        <p:spPr>
          <a:xfrm flipV="1">
            <a:off x="1976227" y="9155899"/>
            <a:ext cx="254111" cy="10425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Straight Connector 443">
            <a:extLst>
              <a:ext uri="{FF2B5EF4-FFF2-40B4-BE49-F238E27FC236}">
                <a16:creationId xmlns:a16="http://schemas.microsoft.com/office/drawing/2014/main" id="{7E6474C5-B19F-4BC2-ACC7-066A416C7E2C}"/>
              </a:ext>
            </a:extLst>
          </p:cNvPr>
          <p:cNvCxnSpPr>
            <a:cxnSpLocks/>
          </p:cNvCxnSpPr>
          <p:nvPr/>
        </p:nvCxnSpPr>
        <p:spPr>
          <a:xfrm flipV="1">
            <a:off x="1981203" y="9256377"/>
            <a:ext cx="12696" cy="31601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Straight Connector 445">
            <a:extLst>
              <a:ext uri="{FF2B5EF4-FFF2-40B4-BE49-F238E27FC236}">
                <a16:creationId xmlns:a16="http://schemas.microsoft.com/office/drawing/2014/main" id="{4A2A5EB5-5784-4A8C-B5A4-08230A583CD5}"/>
              </a:ext>
            </a:extLst>
          </p:cNvPr>
          <p:cNvCxnSpPr>
            <a:cxnSpLocks/>
          </p:cNvCxnSpPr>
          <p:nvPr/>
        </p:nvCxnSpPr>
        <p:spPr>
          <a:xfrm>
            <a:off x="1762904" y="9483268"/>
            <a:ext cx="223147" cy="96639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948C9934-6CA8-4C9B-81C5-437948D0C467}"/>
              </a:ext>
            </a:extLst>
          </p:cNvPr>
          <p:cNvCxnSpPr>
            <a:cxnSpLocks/>
          </p:cNvCxnSpPr>
          <p:nvPr/>
        </p:nvCxnSpPr>
        <p:spPr>
          <a:xfrm flipH="1" flipV="1">
            <a:off x="1761277" y="9322931"/>
            <a:ext cx="6356" cy="169048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FBB40158-FFCA-43C4-A653-70A2A831934B}"/>
              </a:ext>
            </a:extLst>
          </p:cNvPr>
          <p:cNvCxnSpPr>
            <a:cxnSpLocks/>
          </p:cNvCxnSpPr>
          <p:nvPr/>
        </p:nvCxnSpPr>
        <p:spPr>
          <a:xfrm>
            <a:off x="1544375" y="9227681"/>
            <a:ext cx="223147" cy="10386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Straight Connector 452">
            <a:extLst>
              <a:ext uri="{FF2B5EF4-FFF2-40B4-BE49-F238E27FC236}">
                <a16:creationId xmlns:a16="http://schemas.microsoft.com/office/drawing/2014/main" id="{5A2CCF48-6F62-4046-8A7E-467589201682}"/>
              </a:ext>
            </a:extLst>
          </p:cNvPr>
          <p:cNvCxnSpPr>
            <a:cxnSpLocks/>
          </p:cNvCxnSpPr>
          <p:nvPr/>
        </p:nvCxnSpPr>
        <p:spPr>
          <a:xfrm flipV="1">
            <a:off x="1535845" y="9067245"/>
            <a:ext cx="450343" cy="151703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Straight Connector 454">
            <a:extLst>
              <a:ext uri="{FF2B5EF4-FFF2-40B4-BE49-F238E27FC236}">
                <a16:creationId xmlns:a16="http://schemas.microsoft.com/office/drawing/2014/main" id="{06A611DA-49FE-4088-99FF-32AD278064B6}"/>
              </a:ext>
            </a:extLst>
          </p:cNvPr>
          <p:cNvCxnSpPr>
            <a:cxnSpLocks/>
          </p:cNvCxnSpPr>
          <p:nvPr/>
        </p:nvCxnSpPr>
        <p:spPr>
          <a:xfrm flipV="1">
            <a:off x="1979903" y="8876018"/>
            <a:ext cx="0" cy="21961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7" name="Straight Connector 456">
            <a:extLst>
              <a:ext uri="{FF2B5EF4-FFF2-40B4-BE49-F238E27FC236}">
                <a16:creationId xmlns:a16="http://schemas.microsoft.com/office/drawing/2014/main" id="{F673398B-817E-40AD-9CEB-C11284FA3B0A}"/>
              </a:ext>
            </a:extLst>
          </p:cNvPr>
          <p:cNvCxnSpPr>
            <a:cxnSpLocks/>
          </p:cNvCxnSpPr>
          <p:nvPr/>
        </p:nvCxnSpPr>
        <p:spPr>
          <a:xfrm flipV="1">
            <a:off x="1308104" y="8896664"/>
            <a:ext cx="678084" cy="24643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Straight Connector 459">
            <a:extLst>
              <a:ext uri="{FF2B5EF4-FFF2-40B4-BE49-F238E27FC236}">
                <a16:creationId xmlns:a16="http://schemas.microsoft.com/office/drawing/2014/main" id="{AFB96774-97B4-4272-9EEF-5693218C6739}"/>
              </a:ext>
            </a:extLst>
          </p:cNvPr>
          <p:cNvCxnSpPr>
            <a:cxnSpLocks/>
          </p:cNvCxnSpPr>
          <p:nvPr/>
        </p:nvCxnSpPr>
        <p:spPr>
          <a:xfrm>
            <a:off x="1072461" y="9045645"/>
            <a:ext cx="223147" cy="96639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Straight Connector 460">
            <a:extLst>
              <a:ext uri="{FF2B5EF4-FFF2-40B4-BE49-F238E27FC236}">
                <a16:creationId xmlns:a16="http://schemas.microsoft.com/office/drawing/2014/main" id="{42777AEE-DB61-4D8C-ABC6-90387284A46D}"/>
              </a:ext>
            </a:extLst>
          </p:cNvPr>
          <p:cNvCxnSpPr>
            <a:cxnSpLocks/>
          </p:cNvCxnSpPr>
          <p:nvPr/>
        </p:nvCxnSpPr>
        <p:spPr>
          <a:xfrm flipV="1">
            <a:off x="1097081" y="8892453"/>
            <a:ext cx="795" cy="157726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Straight Connector 462">
            <a:extLst>
              <a:ext uri="{FF2B5EF4-FFF2-40B4-BE49-F238E27FC236}">
                <a16:creationId xmlns:a16="http://schemas.microsoft.com/office/drawing/2014/main" id="{E6F3EE66-FB26-4553-9887-36A1B9BB157A}"/>
              </a:ext>
            </a:extLst>
          </p:cNvPr>
          <p:cNvCxnSpPr>
            <a:cxnSpLocks/>
          </p:cNvCxnSpPr>
          <p:nvPr/>
        </p:nvCxnSpPr>
        <p:spPr>
          <a:xfrm>
            <a:off x="655871" y="8704988"/>
            <a:ext cx="449377" cy="190313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Straight Connector 464">
            <a:extLst>
              <a:ext uri="{FF2B5EF4-FFF2-40B4-BE49-F238E27FC236}">
                <a16:creationId xmlns:a16="http://schemas.microsoft.com/office/drawing/2014/main" id="{3254354E-BD1B-4BC7-B53A-BC549AFE6DBB}"/>
              </a:ext>
            </a:extLst>
          </p:cNvPr>
          <p:cNvCxnSpPr>
            <a:cxnSpLocks/>
          </p:cNvCxnSpPr>
          <p:nvPr/>
        </p:nvCxnSpPr>
        <p:spPr>
          <a:xfrm flipV="1">
            <a:off x="659207" y="8357667"/>
            <a:ext cx="0" cy="376598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7" name="Straight Connector 466">
            <a:extLst>
              <a:ext uri="{FF2B5EF4-FFF2-40B4-BE49-F238E27FC236}">
                <a16:creationId xmlns:a16="http://schemas.microsoft.com/office/drawing/2014/main" id="{F407524C-88E6-4A45-B8E7-C10AF657D8A5}"/>
              </a:ext>
            </a:extLst>
          </p:cNvPr>
          <p:cNvCxnSpPr>
            <a:cxnSpLocks/>
          </p:cNvCxnSpPr>
          <p:nvPr/>
        </p:nvCxnSpPr>
        <p:spPr>
          <a:xfrm>
            <a:off x="449605" y="8272163"/>
            <a:ext cx="223147" cy="96639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Connector 467">
            <a:extLst>
              <a:ext uri="{FF2B5EF4-FFF2-40B4-BE49-F238E27FC236}">
                <a16:creationId xmlns:a16="http://schemas.microsoft.com/office/drawing/2014/main" id="{2A9DDB47-D98B-4383-BAB1-8955B0886CCB}"/>
              </a:ext>
            </a:extLst>
          </p:cNvPr>
          <p:cNvCxnSpPr>
            <a:cxnSpLocks/>
          </p:cNvCxnSpPr>
          <p:nvPr/>
        </p:nvCxnSpPr>
        <p:spPr>
          <a:xfrm flipV="1">
            <a:off x="456785" y="8114437"/>
            <a:ext cx="795" cy="157726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Connector 468">
            <a:extLst>
              <a:ext uri="{FF2B5EF4-FFF2-40B4-BE49-F238E27FC236}">
                <a16:creationId xmlns:a16="http://schemas.microsoft.com/office/drawing/2014/main" id="{FCFA3EAA-D239-4C57-8236-69400924224E}"/>
              </a:ext>
            </a:extLst>
          </p:cNvPr>
          <p:cNvCxnSpPr>
            <a:cxnSpLocks/>
          </p:cNvCxnSpPr>
          <p:nvPr/>
        </p:nvCxnSpPr>
        <p:spPr>
          <a:xfrm>
            <a:off x="438546" y="8096661"/>
            <a:ext cx="423468" cy="169935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2C0ACFA9-BD60-4B86-BF54-F92E93B87013}"/>
              </a:ext>
            </a:extLst>
          </p:cNvPr>
          <p:cNvCxnSpPr>
            <a:cxnSpLocks/>
          </p:cNvCxnSpPr>
          <p:nvPr/>
        </p:nvCxnSpPr>
        <p:spPr>
          <a:xfrm flipH="1" flipV="1">
            <a:off x="859010" y="8266596"/>
            <a:ext cx="7771" cy="369406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3" name="Straight Connector 472">
            <a:extLst>
              <a:ext uri="{FF2B5EF4-FFF2-40B4-BE49-F238E27FC236}">
                <a16:creationId xmlns:a16="http://schemas.microsoft.com/office/drawing/2014/main" id="{8094AFA1-8695-4A27-AFD1-9E6CBC76118A}"/>
              </a:ext>
            </a:extLst>
          </p:cNvPr>
          <p:cNvCxnSpPr>
            <a:cxnSpLocks/>
          </p:cNvCxnSpPr>
          <p:nvPr/>
        </p:nvCxnSpPr>
        <p:spPr>
          <a:xfrm>
            <a:off x="866242" y="8621751"/>
            <a:ext cx="223147" cy="96639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Straight Connector 473">
            <a:extLst>
              <a:ext uri="{FF2B5EF4-FFF2-40B4-BE49-F238E27FC236}">
                <a16:creationId xmlns:a16="http://schemas.microsoft.com/office/drawing/2014/main" id="{947929BB-8923-42CE-BF0D-41B00067DCEF}"/>
              </a:ext>
            </a:extLst>
          </p:cNvPr>
          <p:cNvCxnSpPr>
            <a:cxnSpLocks/>
          </p:cNvCxnSpPr>
          <p:nvPr/>
        </p:nvCxnSpPr>
        <p:spPr>
          <a:xfrm flipH="1" flipV="1">
            <a:off x="1088768" y="8350748"/>
            <a:ext cx="7771" cy="369406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Connector 474">
            <a:extLst>
              <a:ext uri="{FF2B5EF4-FFF2-40B4-BE49-F238E27FC236}">
                <a16:creationId xmlns:a16="http://schemas.microsoft.com/office/drawing/2014/main" id="{413CFF01-331D-48FD-AA58-F073D5F00764}"/>
              </a:ext>
            </a:extLst>
          </p:cNvPr>
          <p:cNvCxnSpPr>
            <a:cxnSpLocks/>
          </p:cNvCxnSpPr>
          <p:nvPr/>
        </p:nvCxnSpPr>
        <p:spPr>
          <a:xfrm>
            <a:off x="1090144" y="8357550"/>
            <a:ext cx="225812" cy="9190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423D9969-021A-4C6B-A092-1FA5514F6556}"/>
              </a:ext>
            </a:extLst>
          </p:cNvPr>
          <p:cNvCxnSpPr>
            <a:cxnSpLocks/>
          </p:cNvCxnSpPr>
          <p:nvPr/>
        </p:nvCxnSpPr>
        <p:spPr>
          <a:xfrm flipH="1" flipV="1">
            <a:off x="1303221" y="8431549"/>
            <a:ext cx="14440" cy="533246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Straight Connector 478">
            <a:extLst>
              <a:ext uri="{FF2B5EF4-FFF2-40B4-BE49-F238E27FC236}">
                <a16:creationId xmlns:a16="http://schemas.microsoft.com/office/drawing/2014/main" id="{752C419E-9354-43A6-89EB-D2DFBFC51E02}"/>
              </a:ext>
            </a:extLst>
          </p:cNvPr>
          <p:cNvCxnSpPr>
            <a:cxnSpLocks/>
          </p:cNvCxnSpPr>
          <p:nvPr/>
        </p:nvCxnSpPr>
        <p:spPr>
          <a:xfrm flipV="1">
            <a:off x="1319832" y="8883861"/>
            <a:ext cx="217362" cy="7940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1" name="Straight Connector 480">
            <a:extLst>
              <a:ext uri="{FF2B5EF4-FFF2-40B4-BE49-F238E27FC236}">
                <a16:creationId xmlns:a16="http://schemas.microsoft.com/office/drawing/2014/main" id="{833C648C-48B6-42ED-941F-776BBD6A1CAB}"/>
              </a:ext>
            </a:extLst>
          </p:cNvPr>
          <p:cNvCxnSpPr>
            <a:cxnSpLocks/>
          </p:cNvCxnSpPr>
          <p:nvPr/>
        </p:nvCxnSpPr>
        <p:spPr>
          <a:xfrm flipH="1" flipV="1">
            <a:off x="1518694" y="8688835"/>
            <a:ext cx="1" cy="217588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3" name="Straight Connector 482">
            <a:extLst>
              <a:ext uri="{FF2B5EF4-FFF2-40B4-BE49-F238E27FC236}">
                <a16:creationId xmlns:a16="http://schemas.microsoft.com/office/drawing/2014/main" id="{59710ED3-D62F-4810-B2BF-80991AE79F01}"/>
              </a:ext>
            </a:extLst>
          </p:cNvPr>
          <p:cNvCxnSpPr>
            <a:cxnSpLocks/>
          </p:cNvCxnSpPr>
          <p:nvPr/>
        </p:nvCxnSpPr>
        <p:spPr>
          <a:xfrm flipV="1">
            <a:off x="1536344" y="8624626"/>
            <a:ext cx="217362" cy="7940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0300998E-0BBF-4870-B6CE-D592D0472A63}"/>
              </a:ext>
            </a:extLst>
          </p:cNvPr>
          <p:cNvCxnSpPr>
            <a:cxnSpLocks/>
          </p:cNvCxnSpPr>
          <p:nvPr/>
        </p:nvCxnSpPr>
        <p:spPr>
          <a:xfrm flipH="1" flipV="1">
            <a:off x="1754950" y="8612552"/>
            <a:ext cx="1" cy="217588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Straight Connector 484">
            <a:extLst>
              <a:ext uri="{FF2B5EF4-FFF2-40B4-BE49-F238E27FC236}">
                <a16:creationId xmlns:a16="http://schemas.microsoft.com/office/drawing/2014/main" id="{4916646B-B203-41DA-93A0-086867089BB8}"/>
              </a:ext>
            </a:extLst>
          </p:cNvPr>
          <p:cNvCxnSpPr>
            <a:cxnSpLocks/>
          </p:cNvCxnSpPr>
          <p:nvPr/>
        </p:nvCxnSpPr>
        <p:spPr>
          <a:xfrm flipV="1">
            <a:off x="1748039" y="8704027"/>
            <a:ext cx="259973" cy="1096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Straight Connector 486">
            <a:extLst>
              <a:ext uri="{FF2B5EF4-FFF2-40B4-BE49-F238E27FC236}">
                <a16:creationId xmlns:a16="http://schemas.microsoft.com/office/drawing/2014/main" id="{5EF00B3F-FB16-433E-8329-7B63C47EF37B}"/>
              </a:ext>
            </a:extLst>
          </p:cNvPr>
          <p:cNvCxnSpPr>
            <a:cxnSpLocks/>
          </p:cNvCxnSpPr>
          <p:nvPr/>
        </p:nvCxnSpPr>
        <p:spPr>
          <a:xfrm>
            <a:off x="1989168" y="8709185"/>
            <a:ext cx="223147" cy="10386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8" name="Straight Connector 487">
            <a:extLst>
              <a:ext uri="{FF2B5EF4-FFF2-40B4-BE49-F238E27FC236}">
                <a16:creationId xmlns:a16="http://schemas.microsoft.com/office/drawing/2014/main" id="{2BD53EA6-D40A-4BA3-B1CC-77637572D34D}"/>
              </a:ext>
            </a:extLst>
          </p:cNvPr>
          <p:cNvCxnSpPr>
            <a:cxnSpLocks/>
          </p:cNvCxnSpPr>
          <p:nvPr/>
        </p:nvCxnSpPr>
        <p:spPr>
          <a:xfrm flipV="1">
            <a:off x="2181898" y="8700175"/>
            <a:ext cx="259973" cy="1096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9" name="Straight Connector 488">
            <a:extLst>
              <a:ext uri="{FF2B5EF4-FFF2-40B4-BE49-F238E27FC236}">
                <a16:creationId xmlns:a16="http://schemas.microsoft.com/office/drawing/2014/main" id="{D11DC49D-979C-4486-AA42-60804C163F4D}"/>
              </a:ext>
            </a:extLst>
          </p:cNvPr>
          <p:cNvCxnSpPr>
            <a:cxnSpLocks/>
          </p:cNvCxnSpPr>
          <p:nvPr/>
        </p:nvCxnSpPr>
        <p:spPr>
          <a:xfrm flipH="1" flipV="1">
            <a:off x="2449337" y="8517917"/>
            <a:ext cx="1" cy="217588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Straight Connector 489">
            <a:extLst>
              <a:ext uri="{FF2B5EF4-FFF2-40B4-BE49-F238E27FC236}">
                <a16:creationId xmlns:a16="http://schemas.microsoft.com/office/drawing/2014/main" id="{D5FBBB60-0627-4EBC-B24B-59F4B676D4AD}"/>
              </a:ext>
            </a:extLst>
          </p:cNvPr>
          <p:cNvCxnSpPr>
            <a:cxnSpLocks/>
          </p:cNvCxnSpPr>
          <p:nvPr/>
        </p:nvCxnSpPr>
        <p:spPr>
          <a:xfrm flipV="1">
            <a:off x="2200562" y="8529314"/>
            <a:ext cx="259973" cy="1096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1" name="Straight Connector 490">
            <a:extLst>
              <a:ext uri="{FF2B5EF4-FFF2-40B4-BE49-F238E27FC236}">
                <a16:creationId xmlns:a16="http://schemas.microsoft.com/office/drawing/2014/main" id="{A7B3917F-1C73-40BA-8F38-830ABD7C008A}"/>
              </a:ext>
            </a:extLst>
          </p:cNvPr>
          <p:cNvCxnSpPr>
            <a:cxnSpLocks/>
          </p:cNvCxnSpPr>
          <p:nvPr/>
        </p:nvCxnSpPr>
        <p:spPr>
          <a:xfrm>
            <a:off x="1977665" y="8514249"/>
            <a:ext cx="223147" cy="10386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2" name="Straight Connector 491">
            <a:extLst>
              <a:ext uri="{FF2B5EF4-FFF2-40B4-BE49-F238E27FC236}">
                <a16:creationId xmlns:a16="http://schemas.microsoft.com/office/drawing/2014/main" id="{20404201-C0AC-4DB0-834A-258A8361FFF4}"/>
              </a:ext>
            </a:extLst>
          </p:cNvPr>
          <p:cNvCxnSpPr>
            <a:cxnSpLocks/>
          </p:cNvCxnSpPr>
          <p:nvPr/>
        </p:nvCxnSpPr>
        <p:spPr>
          <a:xfrm flipH="1" flipV="1">
            <a:off x="1990639" y="8333724"/>
            <a:ext cx="1" cy="217588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Straight Connector 492">
            <a:extLst>
              <a:ext uri="{FF2B5EF4-FFF2-40B4-BE49-F238E27FC236}">
                <a16:creationId xmlns:a16="http://schemas.microsoft.com/office/drawing/2014/main" id="{6D0F6915-FB62-471D-B05F-82E09D1D29A8}"/>
              </a:ext>
            </a:extLst>
          </p:cNvPr>
          <p:cNvCxnSpPr>
            <a:cxnSpLocks/>
          </p:cNvCxnSpPr>
          <p:nvPr/>
        </p:nvCxnSpPr>
        <p:spPr>
          <a:xfrm flipV="1">
            <a:off x="1975883" y="8247985"/>
            <a:ext cx="259973" cy="1096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Straight Connector 493">
            <a:extLst>
              <a:ext uri="{FF2B5EF4-FFF2-40B4-BE49-F238E27FC236}">
                <a16:creationId xmlns:a16="http://schemas.microsoft.com/office/drawing/2014/main" id="{00035D9E-0D41-4D54-ABFB-2329D8A63B4D}"/>
              </a:ext>
            </a:extLst>
          </p:cNvPr>
          <p:cNvCxnSpPr>
            <a:cxnSpLocks/>
          </p:cNvCxnSpPr>
          <p:nvPr/>
        </p:nvCxnSpPr>
        <p:spPr>
          <a:xfrm>
            <a:off x="2218277" y="8259440"/>
            <a:ext cx="223147" cy="10386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Straight Connector 494">
            <a:extLst>
              <a:ext uri="{FF2B5EF4-FFF2-40B4-BE49-F238E27FC236}">
                <a16:creationId xmlns:a16="http://schemas.microsoft.com/office/drawing/2014/main" id="{E7B34913-6CE2-43CF-BFB7-169E3C5C3553}"/>
              </a:ext>
            </a:extLst>
          </p:cNvPr>
          <p:cNvCxnSpPr>
            <a:cxnSpLocks/>
          </p:cNvCxnSpPr>
          <p:nvPr/>
        </p:nvCxnSpPr>
        <p:spPr>
          <a:xfrm flipV="1">
            <a:off x="2417872" y="8254955"/>
            <a:ext cx="259973" cy="1096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Straight Connector 495">
            <a:extLst>
              <a:ext uri="{FF2B5EF4-FFF2-40B4-BE49-F238E27FC236}">
                <a16:creationId xmlns:a16="http://schemas.microsoft.com/office/drawing/2014/main" id="{E48055D5-C882-44CF-8FD2-829BF0458689}"/>
              </a:ext>
            </a:extLst>
          </p:cNvPr>
          <p:cNvCxnSpPr>
            <a:cxnSpLocks/>
          </p:cNvCxnSpPr>
          <p:nvPr/>
        </p:nvCxnSpPr>
        <p:spPr>
          <a:xfrm flipH="1" flipV="1">
            <a:off x="2670461" y="8076254"/>
            <a:ext cx="1" cy="217588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Straight Connector 496">
            <a:extLst>
              <a:ext uri="{FF2B5EF4-FFF2-40B4-BE49-F238E27FC236}">
                <a16:creationId xmlns:a16="http://schemas.microsoft.com/office/drawing/2014/main" id="{B825E40B-F221-42BF-9077-0DDCAFE22EB1}"/>
              </a:ext>
            </a:extLst>
          </p:cNvPr>
          <p:cNvCxnSpPr>
            <a:cxnSpLocks/>
          </p:cNvCxnSpPr>
          <p:nvPr/>
        </p:nvCxnSpPr>
        <p:spPr>
          <a:xfrm flipV="1">
            <a:off x="2421031" y="8083341"/>
            <a:ext cx="259973" cy="1096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" name="Straight Connector 497">
            <a:extLst>
              <a:ext uri="{FF2B5EF4-FFF2-40B4-BE49-F238E27FC236}">
                <a16:creationId xmlns:a16="http://schemas.microsoft.com/office/drawing/2014/main" id="{2DC1A995-94FA-4DC1-9217-B2EE294C2614}"/>
              </a:ext>
            </a:extLst>
          </p:cNvPr>
          <p:cNvCxnSpPr>
            <a:cxnSpLocks/>
          </p:cNvCxnSpPr>
          <p:nvPr/>
        </p:nvCxnSpPr>
        <p:spPr>
          <a:xfrm>
            <a:off x="2182915" y="8085638"/>
            <a:ext cx="223147" cy="10386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Straight Connector 498">
            <a:extLst>
              <a:ext uri="{FF2B5EF4-FFF2-40B4-BE49-F238E27FC236}">
                <a16:creationId xmlns:a16="http://schemas.microsoft.com/office/drawing/2014/main" id="{E5D687BC-E45A-4370-8496-4077FF105085}"/>
              </a:ext>
            </a:extLst>
          </p:cNvPr>
          <p:cNvCxnSpPr>
            <a:cxnSpLocks/>
          </p:cNvCxnSpPr>
          <p:nvPr/>
        </p:nvCxnSpPr>
        <p:spPr>
          <a:xfrm flipV="1">
            <a:off x="2207778" y="7977722"/>
            <a:ext cx="259973" cy="1096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0" name="TextBox 499">
            <a:extLst>
              <a:ext uri="{FF2B5EF4-FFF2-40B4-BE49-F238E27FC236}">
                <a16:creationId xmlns:a16="http://schemas.microsoft.com/office/drawing/2014/main" id="{44EECC82-B603-49C3-B4E8-B21CF7374EEE}"/>
              </a:ext>
            </a:extLst>
          </p:cNvPr>
          <p:cNvSpPr txBox="1"/>
          <p:nvPr/>
        </p:nvSpPr>
        <p:spPr>
          <a:xfrm>
            <a:off x="2385128" y="7564645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238</a:t>
            </a:r>
          </a:p>
        </p:txBody>
      </p:sp>
      <p:cxnSp>
        <p:nvCxnSpPr>
          <p:cNvPr id="501" name="Straight Connector 500">
            <a:extLst>
              <a:ext uri="{FF2B5EF4-FFF2-40B4-BE49-F238E27FC236}">
                <a16:creationId xmlns:a16="http://schemas.microsoft.com/office/drawing/2014/main" id="{7CD223D1-B2B0-4C6E-A36D-2249F644C7CB}"/>
              </a:ext>
            </a:extLst>
          </p:cNvPr>
          <p:cNvCxnSpPr>
            <a:cxnSpLocks/>
          </p:cNvCxnSpPr>
          <p:nvPr/>
        </p:nvCxnSpPr>
        <p:spPr>
          <a:xfrm flipH="1" flipV="1">
            <a:off x="2448095" y="7793553"/>
            <a:ext cx="1" cy="217588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2" name="Straight Connector 501">
            <a:extLst>
              <a:ext uri="{FF2B5EF4-FFF2-40B4-BE49-F238E27FC236}">
                <a16:creationId xmlns:a16="http://schemas.microsoft.com/office/drawing/2014/main" id="{91B2EBF2-7863-4B76-8810-257E49A5627A}"/>
              </a:ext>
            </a:extLst>
          </p:cNvPr>
          <p:cNvCxnSpPr>
            <a:cxnSpLocks/>
          </p:cNvCxnSpPr>
          <p:nvPr/>
        </p:nvCxnSpPr>
        <p:spPr>
          <a:xfrm flipV="1">
            <a:off x="2439431" y="7218561"/>
            <a:ext cx="212186" cy="122248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Straight Connector 503">
            <a:extLst>
              <a:ext uri="{FF2B5EF4-FFF2-40B4-BE49-F238E27FC236}">
                <a16:creationId xmlns:a16="http://schemas.microsoft.com/office/drawing/2014/main" id="{037474F9-3274-409C-861C-D83D457F507E}"/>
              </a:ext>
            </a:extLst>
          </p:cNvPr>
          <p:cNvCxnSpPr>
            <a:cxnSpLocks/>
          </p:cNvCxnSpPr>
          <p:nvPr/>
        </p:nvCxnSpPr>
        <p:spPr>
          <a:xfrm>
            <a:off x="2419414" y="7126502"/>
            <a:ext cx="223147" cy="10386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Straight Connector 504">
            <a:extLst>
              <a:ext uri="{FF2B5EF4-FFF2-40B4-BE49-F238E27FC236}">
                <a16:creationId xmlns:a16="http://schemas.microsoft.com/office/drawing/2014/main" id="{A637785F-D938-44CF-A48A-3409F41D0F9A}"/>
              </a:ext>
            </a:extLst>
          </p:cNvPr>
          <p:cNvCxnSpPr>
            <a:cxnSpLocks/>
          </p:cNvCxnSpPr>
          <p:nvPr/>
        </p:nvCxnSpPr>
        <p:spPr>
          <a:xfrm flipV="1">
            <a:off x="2172411" y="7132645"/>
            <a:ext cx="259973" cy="1096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6" name="Straight Connector 505">
            <a:extLst>
              <a:ext uri="{FF2B5EF4-FFF2-40B4-BE49-F238E27FC236}">
                <a16:creationId xmlns:a16="http://schemas.microsoft.com/office/drawing/2014/main" id="{C03C8A2B-EB1A-4372-A428-5976B18E638E}"/>
              </a:ext>
            </a:extLst>
          </p:cNvPr>
          <p:cNvCxnSpPr>
            <a:cxnSpLocks/>
          </p:cNvCxnSpPr>
          <p:nvPr/>
        </p:nvCxnSpPr>
        <p:spPr>
          <a:xfrm flipV="1">
            <a:off x="2199321" y="7055045"/>
            <a:ext cx="5717" cy="183323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Straight Connector 506">
            <a:extLst>
              <a:ext uri="{FF2B5EF4-FFF2-40B4-BE49-F238E27FC236}">
                <a16:creationId xmlns:a16="http://schemas.microsoft.com/office/drawing/2014/main" id="{29200D8A-A0E0-45B2-9AF1-1A144AC01C05}"/>
              </a:ext>
            </a:extLst>
          </p:cNvPr>
          <p:cNvCxnSpPr>
            <a:cxnSpLocks/>
          </p:cNvCxnSpPr>
          <p:nvPr/>
        </p:nvCxnSpPr>
        <p:spPr>
          <a:xfrm>
            <a:off x="2426259" y="6964160"/>
            <a:ext cx="223147" cy="10386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Straight Connector 507">
            <a:extLst>
              <a:ext uri="{FF2B5EF4-FFF2-40B4-BE49-F238E27FC236}">
                <a16:creationId xmlns:a16="http://schemas.microsoft.com/office/drawing/2014/main" id="{65F17D37-0E4C-4934-962B-A072C538F489}"/>
              </a:ext>
            </a:extLst>
          </p:cNvPr>
          <p:cNvCxnSpPr>
            <a:cxnSpLocks/>
          </p:cNvCxnSpPr>
          <p:nvPr/>
        </p:nvCxnSpPr>
        <p:spPr>
          <a:xfrm flipV="1">
            <a:off x="2179256" y="6970303"/>
            <a:ext cx="259973" cy="1096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E8AB456E-1D12-475F-B2C9-3C1AABE74A01}"/>
              </a:ext>
            </a:extLst>
          </p:cNvPr>
          <p:cNvCxnSpPr>
            <a:cxnSpLocks/>
          </p:cNvCxnSpPr>
          <p:nvPr/>
        </p:nvCxnSpPr>
        <p:spPr>
          <a:xfrm flipV="1">
            <a:off x="2641291" y="6872486"/>
            <a:ext cx="0" cy="19631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" name="Straight Connector 511">
            <a:extLst>
              <a:ext uri="{FF2B5EF4-FFF2-40B4-BE49-F238E27FC236}">
                <a16:creationId xmlns:a16="http://schemas.microsoft.com/office/drawing/2014/main" id="{BFD92C5C-BE48-4DE6-B77E-8E1622CBFA32}"/>
              </a:ext>
            </a:extLst>
          </p:cNvPr>
          <p:cNvCxnSpPr>
            <a:cxnSpLocks/>
          </p:cNvCxnSpPr>
          <p:nvPr/>
        </p:nvCxnSpPr>
        <p:spPr>
          <a:xfrm>
            <a:off x="2426259" y="6770268"/>
            <a:ext cx="223147" cy="10386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794AA834-EAB1-42DD-86AA-B0AD3F76E710}"/>
              </a:ext>
            </a:extLst>
          </p:cNvPr>
          <p:cNvCxnSpPr>
            <a:cxnSpLocks/>
          </p:cNvCxnSpPr>
          <p:nvPr/>
        </p:nvCxnSpPr>
        <p:spPr>
          <a:xfrm flipV="1">
            <a:off x="1979903" y="6776411"/>
            <a:ext cx="459326" cy="187959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6" name="Straight Connector 515">
            <a:extLst>
              <a:ext uri="{FF2B5EF4-FFF2-40B4-BE49-F238E27FC236}">
                <a16:creationId xmlns:a16="http://schemas.microsoft.com/office/drawing/2014/main" id="{55355634-8344-44E2-B3DB-C0CB926D1AB1}"/>
              </a:ext>
            </a:extLst>
          </p:cNvPr>
          <p:cNvCxnSpPr>
            <a:cxnSpLocks/>
          </p:cNvCxnSpPr>
          <p:nvPr/>
        </p:nvCxnSpPr>
        <p:spPr>
          <a:xfrm>
            <a:off x="1544375" y="6785144"/>
            <a:ext cx="446071" cy="16928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8" name="Straight Connector 517">
            <a:extLst>
              <a:ext uri="{FF2B5EF4-FFF2-40B4-BE49-F238E27FC236}">
                <a16:creationId xmlns:a16="http://schemas.microsoft.com/office/drawing/2014/main" id="{CD350189-56BF-4FDF-A3FA-AE8CA171EBEB}"/>
              </a:ext>
            </a:extLst>
          </p:cNvPr>
          <p:cNvCxnSpPr>
            <a:cxnSpLocks/>
          </p:cNvCxnSpPr>
          <p:nvPr/>
        </p:nvCxnSpPr>
        <p:spPr>
          <a:xfrm flipV="1">
            <a:off x="1315956" y="6794203"/>
            <a:ext cx="240862" cy="94665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0" name="Straight Connector 519">
            <a:extLst>
              <a:ext uri="{FF2B5EF4-FFF2-40B4-BE49-F238E27FC236}">
                <a16:creationId xmlns:a16="http://schemas.microsoft.com/office/drawing/2014/main" id="{E71DBCD0-0503-4DB2-AD52-36799DCBCC84}"/>
              </a:ext>
            </a:extLst>
          </p:cNvPr>
          <p:cNvCxnSpPr>
            <a:cxnSpLocks/>
          </p:cNvCxnSpPr>
          <p:nvPr/>
        </p:nvCxnSpPr>
        <p:spPr>
          <a:xfrm>
            <a:off x="1105495" y="6783635"/>
            <a:ext cx="223147" cy="10386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1" name="Straight Connector 520">
            <a:extLst>
              <a:ext uri="{FF2B5EF4-FFF2-40B4-BE49-F238E27FC236}">
                <a16:creationId xmlns:a16="http://schemas.microsoft.com/office/drawing/2014/main" id="{07408975-5A2C-4B4E-A2F9-DCF8F632FA7E}"/>
              </a:ext>
            </a:extLst>
          </p:cNvPr>
          <p:cNvCxnSpPr>
            <a:cxnSpLocks/>
          </p:cNvCxnSpPr>
          <p:nvPr/>
        </p:nvCxnSpPr>
        <p:spPr>
          <a:xfrm flipV="1">
            <a:off x="628646" y="6775122"/>
            <a:ext cx="495825" cy="19552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3" name="Straight Connector 522">
            <a:extLst>
              <a:ext uri="{FF2B5EF4-FFF2-40B4-BE49-F238E27FC236}">
                <a16:creationId xmlns:a16="http://schemas.microsoft.com/office/drawing/2014/main" id="{9D2051DE-C0CC-441A-BC79-96C6193094B8}"/>
              </a:ext>
            </a:extLst>
          </p:cNvPr>
          <p:cNvCxnSpPr>
            <a:cxnSpLocks/>
          </p:cNvCxnSpPr>
          <p:nvPr/>
        </p:nvCxnSpPr>
        <p:spPr>
          <a:xfrm>
            <a:off x="1097710" y="6785773"/>
            <a:ext cx="223147" cy="10386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4" name="Straight Connector 523">
            <a:extLst>
              <a:ext uri="{FF2B5EF4-FFF2-40B4-BE49-F238E27FC236}">
                <a16:creationId xmlns:a16="http://schemas.microsoft.com/office/drawing/2014/main" id="{68CFD6EB-997A-4A37-A638-8782BB997C03}"/>
              </a:ext>
            </a:extLst>
          </p:cNvPr>
          <p:cNvCxnSpPr>
            <a:cxnSpLocks/>
          </p:cNvCxnSpPr>
          <p:nvPr/>
        </p:nvCxnSpPr>
        <p:spPr>
          <a:xfrm>
            <a:off x="412012" y="6856191"/>
            <a:ext cx="223147" cy="10386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Straight Connector 524">
            <a:extLst>
              <a:ext uri="{FF2B5EF4-FFF2-40B4-BE49-F238E27FC236}">
                <a16:creationId xmlns:a16="http://schemas.microsoft.com/office/drawing/2014/main" id="{C29D20AB-2525-42BC-BC43-A5E1AED2934D}"/>
              </a:ext>
            </a:extLst>
          </p:cNvPr>
          <p:cNvCxnSpPr>
            <a:cxnSpLocks/>
          </p:cNvCxnSpPr>
          <p:nvPr/>
        </p:nvCxnSpPr>
        <p:spPr>
          <a:xfrm flipV="1">
            <a:off x="413284" y="6537124"/>
            <a:ext cx="889937" cy="337048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7" name="Straight Connector 526">
            <a:extLst>
              <a:ext uri="{FF2B5EF4-FFF2-40B4-BE49-F238E27FC236}">
                <a16:creationId xmlns:a16="http://schemas.microsoft.com/office/drawing/2014/main" id="{12EEBD4F-A8E8-4132-810B-6EABEB6366D6}"/>
              </a:ext>
            </a:extLst>
          </p:cNvPr>
          <p:cNvCxnSpPr>
            <a:cxnSpLocks/>
          </p:cNvCxnSpPr>
          <p:nvPr/>
        </p:nvCxnSpPr>
        <p:spPr>
          <a:xfrm flipV="1">
            <a:off x="1302912" y="6529386"/>
            <a:ext cx="0" cy="19631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Straight Connector 527">
            <a:extLst>
              <a:ext uri="{FF2B5EF4-FFF2-40B4-BE49-F238E27FC236}">
                <a16:creationId xmlns:a16="http://schemas.microsoft.com/office/drawing/2014/main" id="{FA8DD001-73EF-4AB4-AA5B-526E737D55A9}"/>
              </a:ext>
            </a:extLst>
          </p:cNvPr>
          <p:cNvCxnSpPr>
            <a:cxnSpLocks/>
          </p:cNvCxnSpPr>
          <p:nvPr/>
        </p:nvCxnSpPr>
        <p:spPr>
          <a:xfrm flipV="1">
            <a:off x="1298003" y="6627543"/>
            <a:ext cx="240862" cy="94665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Straight Connector 528">
            <a:extLst>
              <a:ext uri="{FF2B5EF4-FFF2-40B4-BE49-F238E27FC236}">
                <a16:creationId xmlns:a16="http://schemas.microsoft.com/office/drawing/2014/main" id="{FC1A6632-1542-4C38-8C03-58D09EAE409F}"/>
              </a:ext>
            </a:extLst>
          </p:cNvPr>
          <p:cNvCxnSpPr>
            <a:cxnSpLocks/>
          </p:cNvCxnSpPr>
          <p:nvPr/>
        </p:nvCxnSpPr>
        <p:spPr>
          <a:xfrm>
            <a:off x="1523103" y="6617782"/>
            <a:ext cx="456800" cy="17095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837C06B2-9A89-4759-A4B7-930CCD8F21FE}"/>
              </a:ext>
            </a:extLst>
          </p:cNvPr>
          <p:cNvCxnSpPr>
            <a:cxnSpLocks/>
          </p:cNvCxnSpPr>
          <p:nvPr/>
        </p:nvCxnSpPr>
        <p:spPr>
          <a:xfrm flipV="1">
            <a:off x="1967265" y="6601309"/>
            <a:ext cx="442560" cy="192083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3" name="Straight Connector 532">
            <a:extLst>
              <a:ext uri="{FF2B5EF4-FFF2-40B4-BE49-F238E27FC236}">
                <a16:creationId xmlns:a16="http://schemas.microsoft.com/office/drawing/2014/main" id="{4A1FA86E-5138-4B03-9FDA-79306CF178AB}"/>
              </a:ext>
            </a:extLst>
          </p:cNvPr>
          <p:cNvCxnSpPr>
            <a:cxnSpLocks/>
          </p:cNvCxnSpPr>
          <p:nvPr/>
        </p:nvCxnSpPr>
        <p:spPr>
          <a:xfrm flipV="1">
            <a:off x="2420665" y="6420909"/>
            <a:ext cx="0" cy="19631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4" name="Straight Connector 533">
            <a:extLst>
              <a:ext uri="{FF2B5EF4-FFF2-40B4-BE49-F238E27FC236}">
                <a16:creationId xmlns:a16="http://schemas.microsoft.com/office/drawing/2014/main" id="{65A10E97-357D-46A3-B261-065791E00493}"/>
              </a:ext>
            </a:extLst>
          </p:cNvPr>
          <p:cNvCxnSpPr>
            <a:cxnSpLocks/>
          </p:cNvCxnSpPr>
          <p:nvPr/>
        </p:nvCxnSpPr>
        <p:spPr>
          <a:xfrm flipV="1">
            <a:off x="1959984" y="6433143"/>
            <a:ext cx="459326" cy="187959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5" name="Straight Connector 534">
            <a:extLst>
              <a:ext uri="{FF2B5EF4-FFF2-40B4-BE49-F238E27FC236}">
                <a16:creationId xmlns:a16="http://schemas.microsoft.com/office/drawing/2014/main" id="{E4CF5E0D-9885-449C-9BF0-57C4BF2BCFA0}"/>
              </a:ext>
            </a:extLst>
          </p:cNvPr>
          <p:cNvCxnSpPr>
            <a:cxnSpLocks/>
          </p:cNvCxnSpPr>
          <p:nvPr/>
        </p:nvCxnSpPr>
        <p:spPr>
          <a:xfrm flipV="1">
            <a:off x="1989168" y="6410519"/>
            <a:ext cx="0" cy="19631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6" name="Straight Connector 535">
            <a:extLst>
              <a:ext uri="{FF2B5EF4-FFF2-40B4-BE49-F238E27FC236}">
                <a16:creationId xmlns:a16="http://schemas.microsoft.com/office/drawing/2014/main" id="{B2FBD7AF-27B4-46F7-8C21-740B5B619BF9}"/>
              </a:ext>
            </a:extLst>
          </p:cNvPr>
          <p:cNvCxnSpPr>
            <a:cxnSpLocks/>
          </p:cNvCxnSpPr>
          <p:nvPr/>
        </p:nvCxnSpPr>
        <p:spPr>
          <a:xfrm flipV="1">
            <a:off x="1974854" y="6266944"/>
            <a:ext cx="466570" cy="167615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9" name="Straight Connector 538">
            <a:extLst>
              <a:ext uri="{FF2B5EF4-FFF2-40B4-BE49-F238E27FC236}">
                <a16:creationId xmlns:a16="http://schemas.microsoft.com/office/drawing/2014/main" id="{C2E3E901-C9F4-468E-B6EE-3F696EE69F1D}"/>
              </a:ext>
            </a:extLst>
          </p:cNvPr>
          <p:cNvCxnSpPr>
            <a:cxnSpLocks/>
          </p:cNvCxnSpPr>
          <p:nvPr/>
        </p:nvCxnSpPr>
        <p:spPr>
          <a:xfrm flipV="1">
            <a:off x="2628494" y="6266847"/>
            <a:ext cx="256857" cy="90196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1" name="Straight Connector 540">
            <a:extLst>
              <a:ext uri="{FF2B5EF4-FFF2-40B4-BE49-F238E27FC236}">
                <a16:creationId xmlns:a16="http://schemas.microsoft.com/office/drawing/2014/main" id="{A94AAAED-0710-48C2-AE11-C63C0A6DE6CB}"/>
              </a:ext>
            </a:extLst>
          </p:cNvPr>
          <p:cNvCxnSpPr>
            <a:cxnSpLocks/>
          </p:cNvCxnSpPr>
          <p:nvPr/>
        </p:nvCxnSpPr>
        <p:spPr>
          <a:xfrm>
            <a:off x="2426259" y="6257796"/>
            <a:ext cx="223147" cy="10386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80466D65-00E7-4691-8DB1-2B3A00418CF6}"/>
              </a:ext>
            </a:extLst>
          </p:cNvPr>
          <p:cNvCxnSpPr>
            <a:cxnSpLocks/>
          </p:cNvCxnSpPr>
          <p:nvPr/>
        </p:nvCxnSpPr>
        <p:spPr>
          <a:xfrm>
            <a:off x="2885351" y="6264334"/>
            <a:ext cx="223147" cy="10386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3" name="Straight Connector 542">
            <a:extLst>
              <a:ext uri="{FF2B5EF4-FFF2-40B4-BE49-F238E27FC236}">
                <a16:creationId xmlns:a16="http://schemas.microsoft.com/office/drawing/2014/main" id="{83FB8CD2-E58F-4C46-9075-100B54AC2619}"/>
              </a:ext>
            </a:extLst>
          </p:cNvPr>
          <p:cNvCxnSpPr>
            <a:cxnSpLocks/>
          </p:cNvCxnSpPr>
          <p:nvPr/>
        </p:nvCxnSpPr>
        <p:spPr>
          <a:xfrm flipV="1">
            <a:off x="3099817" y="6334986"/>
            <a:ext cx="0" cy="19631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4" name="Straight Connector 543">
            <a:extLst>
              <a:ext uri="{FF2B5EF4-FFF2-40B4-BE49-F238E27FC236}">
                <a16:creationId xmlns:a16="http://schemas.microsoft.com/office/drawing/2014/main" id="{96C34974-90A2-462E-B165-1F97FF551AA6}"/>
              </a:ext>
            </a:extLst>
          </p:cNvPr>
          <p:cNvCxnSpPr>
            <a:cxnSpLocks/>
          </p:cNvCxnSpPr>
          <p:nvPr/>
        </p:nvCxnSpPr>
        <p:spPr>
          <a:xfrm>
            <a:off x="3099815" y="6508676"/>
            <a:ext cx="223147" cy="10386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5" name="Straight Connector 544">
            <a:extLst>
              <a:ext uri="{FF2B5EF4-FFF2-40B4-BE49-F238E27FC236}">
                <a16:creationId xmlns:a16="http://schemas.microsoft.com/office/drawing/2014/main" id="{A282445C-A08D-4A8F-8FB0-55C9903F74FE}"/>
              </a:ext>
            </a:extLst>
          </p:cNvPr>
          <p:cNvCxnSpPr>
            <a:cxnSpLocks/>
          </p:cNvCxnSpPr>
          <p:nvPr/>
        </p:nvCxnSpPr>
        <p:spPr>
          <a:xfrm flipV="1">
            <a:off x="3326902" y="6601309"/>
            <a:ext cx="0" cy="19631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6" name="Straight Connector 545">
            <a:extLst>
              <a:ext uri="{FF2B5EF4-FFF2-40B4-BE49-F238E27FC236}">
                <a16:creationId xmlns:a16="http://schemas.microsoft.com/office/drawing/2014/main" id="{1FA16594-FEA2-4A35-809C-2BEE727404B6}"/>
              </a:ext>
            </a:extLst>
          </p:cNvPr>
          <p:cNvCxnSpPr>
            <a:cxnSpLocks/>
          </p:cNvCxnSpPr>
          <p:nvPr/>
        </p:nvCxnSpPr>
        <p:spPr>
          <a:xfrm flipV="1">
            <a:off x="3077849" y="6783934"/>
            <a:ext cx="256857" cy="90196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7" name="Straight Connector 546">
            <a:extLst>
              <a:ext uri="{FF2B5EF4-FFF2-40B4-BE49-F238E27FC236}">
                <a16:creationId xmlns:a16="http://schemas.microsoft.com/office/drawing/2014/main" id="{E4E5847A-DFC1-49B1-9309-59336E7D4725}"/>
              </a:ext>
            </a:extLst>
          </p:cNvPr>
          <p:cNvCxnSpPr>
            <a:cxnSpLocks/>
          </p:cNvCxnSpPr>
          <p:nvPr/>
        </p:nvCxnSpPr>
        <p:spPr>
          <a:xfrm flipV="1">
            <a:off x="3109403" y="6869786"/>
            <a:ext cx="0" cy="19631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8" name="Straight Connector 547">
            <a:extLst>
              <a:ext uri="{FF2B5EF4-FFF2-40B4-BE49-F238E27FC236}">
                <a16:creationId xmlns:a16="http://schemas.microsoft.com/office/drawing/2014/main" id="{FB8B1F9C-5572-4C92-8CCE-9F1A870D66AE}"/>
              </a:ext>
            </a:extLst>
          </p:cNvPr>
          <p:cNvCxnSpPr>
            <a:cxnSpLocks/>
          </p:cNvCxnSpPr>
          <p:nvPr/>
        </p:nvCxnSpPr>
        <p:spPr>
          <a:xfrm flipV="1">
            <a:off x="3081705" y="6708458"/>
            <a:ext cx="919799" cy="354766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1" name="Straight Connector 550">
            <a:extLst>
              <a:ext uri="{FF2B5EF4-FFF2-40B4-BE49-F238E27FC236}">
                <a16:creationId xmlns:a16="http://schemas.microsoft.com/office/drawing/2014/main" id="{3883ACBB-BD75-4BA3-8434-ED88A20C9EEA}"/>
              </a:ext>
            </a:extLst>
          </p:cNvPr>
          <p:cNvCxnSpPr>
            <a:cxnSpLocks/>
          </p:cNvCxnSpPr>
          <p:nvPr/>
        </p:nvCxnSpPr>
        <p:spPr>
          <a:xfrm>
            <a:off x="3979483" y="6702484"/>
            <a:ext cx="223147" cy="10386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2" name="Straight Connector 551">
            <a:extLst>
              <a:ext uri="{FF2B5EF4-FFF2-40B4-BE49-F238E27FC236}">
                <a16:creationId xmlns:a16="http://schemas.microsoft.com/office/drawing/2014/main" id="{FEC23481-5E53-459A-9908-4DF7E4990C17}"/>
              </a:ext>
            </a:extLst>
          </p:cNvPr>
          <p:cNvCxnSpPr>
            <a:cxnSpLocks/>
          </p:cNvCxnSpPr>
          <p:nvPr/>
        </p:nvCxnSpPr>
        <p:spPr>
          <a:xfrm flipV="1">
            <a:off x="4192792" y="6693418"/>
            <a:ext cx="259973" cy="1096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3" name="Straight Connector 552">
            <a:extLst>
              <a:ext uri="{FF2B5EF4-FFF2-40B4-BE49-F238E27FC236}">
                <a16:creationId xmlns:a16="http://schemas.microsoft.com/office/drawing/2014/main" id="{5A319061-FC14-4067-90C4-E8F40D8C6FBB}"/>
              </a:ext>
            </a:extLst>
          </p:cNvPr>
          <p:cNvCxnSpPr>
            <a:cxnSpLocks/>
          </p:cNvCxnSpPr>
          <p:nvPr/>
        </p:nvCxnSpPr>
        <p:spPr>
          <a:xfrm flipV="1">
            <a:off x="4448396" y="6503152"/>
            <a:ext cx="0" cy="19631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4" name="Straight Connector 553">
            <a:extLst>
              <a:ext uri="{FF2B5EF4-FFF2-40B4-BE49-F238E27FC236}">
                <a16:creationId xmlns:a16="http://schemas.microsoft.com/office/drawing/2014/main" id="{B68BA78E-5CD6-40F3-BAEE-03BE0065E66D}"/>
              </a:ext>
            </a:extLst>
          </p:cNvPr>
          <p:cNvCxnSpPr>
            <a:cxnSpLocks/>
          </p:cNvCxnSpPr>
          <p:nvPr/>
        </p:nvCxnSpPr>
        <p:spPr>
          <a:xfrm flipV="1">
            <a:off x="4206098" y="6507583"/>
            <a:ext cx="259973" cy="1096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5" name="Straight Connector 554">
            <a:extLst>
              <a:ext uri="{FF2B5EF4-FFF2-40B4-BE49-F238E27FC236}">
                <a16:creationId xmlns:a16="http://schemas.microsoft.com/office/drawing/2014/main" id="{23A8C497-9DE0-43C9-AC66-B59AD07ACA53}"/>
              </a:ext>
            </a:extLst>
          </p:cNvPr>
          <p:cNvCxnSpPr>
            <a:cxnSpLocks/>
          </p:cNvCxnSpPr>
          <p:nvPr/>
        </p:nvCxnSpPr>
        <p:spPr>
          <a:xfrm>
            <a:off x="3998135" y="6514356"/>
            <a:ext cx="223147" cy="10386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6" name="Straight Connector 555">
            <a:extLst>
              <a:ext uri="{FF2B5EF4-FFF2-40B4-BE49-F238E27FC236}">
                <a16:creationId xmlns:a16="http://schemas.microsoft.com/office/drawing/2014/main" id="{042D299D-6B8B-46B7-8FE2-8254F87B576F}"/>
              </a:ext>
            </a:extLst>
          </p:cNvPr>
          <p:cNvCxnSpPr>
            <a:cxnSpLocks/>
          </p:cNvCxnSpPr>
          <p:nvPr/>
        </p:nvCxnSpPr>
        <p:spPr>
          <a:xfrm flipV="1">
            <a:off x="3556599" y="6515655"/>
            <a:ext cx="467957" cy="186829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8" name="Straight Connector 557">
            <a:extLst>
              <a:ext uri="{FF2B5EF4-FFF2-40B4-BE49-F238E27FC236}">
                <a16:creationId xmlns:a16="http://schemas.microsoft.com/office/drawing/2014/main" id="{3FB4C36E-53E4-4F34-B598-0E7871481AC1}"/>
              </a:ext>
            </a:extLst>
          </p:cNvPr>
          <p:cNvCxnSpPr>
            <a:cxnSpLocks/>
          </p:cNvCxnSpPr>
          <p:nvPr/>
        </p:nvCxnSpPr>
        <p:spPr>
          <a:xfrm flipV="1">
            <a:off x="3563249" y="6514356"/>
            <a:ext cx="0" cy="19631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Straight Connector 558">
            <a:extLst>
              <a:ext uri="{FF2B5EF4-FFF2-40B4-BE49-F238E27FC236}">
                <a16:creationId xmlns:a16="http://schemas.microsoft.com/office/drawing/2014/main" id="{22A6D659-223A-442F-A784-59AA5EBEEECC}"/>
              </a:ext>
            </a:extLst>
          </p:cNvPr>
          <p:cNvCxnSpPr>
            <a:cxnSpLocks/>
          </p:cNvCxnSpPr>
          <p:nvPr/>
        </p:nvCxnSpPr>
        <p:spPr>
          <a:xfrm>
            <a:off x="3337282" y="6420909"/>
            <a:ext cx="223147" cy="10386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0" name="Straight Connector 559">
            <a:extLst>
              <a:ext uri="{FF2B5EF4-FFF2-40B4-BE49-F238E27FC236}">
                <a16:creationId xmlns:a16="http://schemas.microsoft.com/office/drawing/2014/main" id="{7654ADBF-B303-4B70-A0F2-3F3EEF962462}"/>
              </a:ext>
            </a:extLst>
          </p:cNvPr>
          <p:cNvCxnSpPr>
            <a:cxnSpLocks/>
          </p:cNvCxnSpPr>
          <p:nvPr/>
        </p:nvCxnSpPr>
        <p:spPr>
          <a:xfrm flipV="1">
            <a:off x="3334706" y="6257796"/>
            <a:ext cx="0" cy="19539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Straight Connector 561">
            <a:extLst>
              <a:ext uri="{FF2B5EF4-FFF2-40B4-BE49-F238E27FC236}">
                <a16:creationId xmlns:a16="http://schemas.microsoft.com/office/drawing/2014/main" id="{CC607025-9AD4-408B-ABBF-A58F41D14462}"/>
              </a:ext>
            </a:extLst>
          </p:cNvPr>
          <p:cNvCxnSpPr>
            <a:cxnSpLocks/>
          </p:cNvCxnSpPr>
          <p:nvPr/>
        </p:nvCxnSpPr>
        <p:spPr>
          <a:xfrm flipV="1">
            <a:off x="3082051" y="5916528"/>
            <a:ext cx="259973" cy="1096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Straight Connector 562">
            <a:extLst>
              <a:ext uri="{FF2B5EF4-FFF2-40B4-BE49-F238E27FC236}">
                <a16:creationId xmlns:a16="http://schemas.microsoft.com/office/drawing/2014/main" id="{BD9A30B3-97E0-4668-966D-0433759BAA91}"/>
              </a:ext>
            </a:extLst>
          </p:cNvPr>
          <p:cNvCxnSpPr>
            <a:cxnSpLocks/>
          </p:cNvCxnSpPr>
          <p:nvPr/>
        </p:nvCxnSpPr>
        <p:spPr>
          <a:xfrm flipV="1">
            <a:off x="2647922" y="5983555"/>
            <a:ext cx="0" cy="19631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4" name="Straight Connector 563">
            <a:extLst>
              <a:ext uri="{FF2B5EF4-FFF2-40B4-BE49-F238E27FC236}">
                <a16:creationId xmlns:a16="http://schemas.microsoft.com/office/drawing/2014/main" id="{AAC44196-6D06-41EE-87F3-5645D32AD97C}"/>
              </a:ext>
            </a:extLst>
          </p:cNvPr>
          <p:cNvCxnSpPr>
            <a:cxnSpLocks/>
          </p:cNvCxnSpPr>
          <p:nvPr/>
        </p:nvCxnSpPr>
        <p:spPr>
          <a:xfrm>
            <a:off x="2434218" y="5901041"/>
            <a:ext cx="223147" cy="10386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" name="Straight Connector 564">
            <a:extLst>
              <a:ext uri="{FF2B5EF4-FFF2-40B4-BE49-F238E27FC236}">
                <a16:creationId xmlns:a16="http://schemas.microsoft.com/office/drawing/2014/main" id="{34A38F4E-CE7E-4FB5-97DF-693034ED8493}"/>
              </a:ext>
            </a:extLst>
          </p:cNvPr>
          <p:cNvCxnSpPr>
            <a:cxnSpLocks/>
          </p:cNvCxnSpPr>
          <p:nvPr/>
        </p:nvCxnSpPr>
        <p:spPr>
          <a:xfrm flipV="1">
            <a:off x="2411574" y="5815043"/>
            <a:ext cx="259973" cy="1096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6" name="Straight Connector 565">
            <a:extLst>
              <a:ext uri="{FF2B5EF4-FFF2-40B4-BE49-F238E27FC236}">
                <a16:creationId xmlns:a16="http://schemas.microsoft.com/office/drawing/2014/main" id="{B5BBED9E-3630-44D6-BDAB-9A84172A93F9}"/>
              </a:ext>
            </a:extLst>
          </p:cNvPr>
          <p:cNvCxnSpPr>
            <a:cxnSpLocks/>
          </p:cNvCxnSpPr>
          <p:nvPr/>
        </p:nvCxnSpPr>
        <p:spPr>
          <a:xfrm flipV="1">
            <a:off x="2888248" y="5912117"/>
            <a:ext cx="0" cy="19631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7" name="Straight Connector 566">
            <a:extLst>
              <a:ext uri="{FF2B5EF4-FFF2-40B4-BE49-F238E27FC236}">
                <a16:creationId xmlns:a16="http://schemas.microsoft.com/office/drawing/2014/main" id="{4F4E3B15-4893-4864-B2A8-0F4F043AC203}"/>
              </a:ext>
            </a:extLst>
          </p:cNvPr>
          <p:cNvCxnSpPr>
            <a:cxnSpLocks/>
          </p:cNvCxnSpPr>
          <p:nvPr/>
        </p:nvCxnSpPr>
        <p:spPr>
          <a:xfrm>
            <a:off x="2877623" y="5916214"/>
            <a:ext cx="223147" cy="10386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B1691686-A201-48AB-B160-645CAB3A183B}"/>
              </a:ext>
            </a:extLst>
          </p:cNvPr>
          <p:cNvCxnSpPr>
            <a:cxnSpLocks/>
          </p:cNvCxnSpPr>
          <p:nvPr/>
        </p:nvCxnSpPr>
        <p:spPr>
          <a:xfrm flipV="1">
            <a:off x="2642561" y="6076809"/>
            <a:ext cx="259973" cy="1096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6043DE54-DA78-4A2A-A0C4-B2A1D9554295}"/>
              </a:ext>
            </a:extLst>
          </p:cNvPr>
          <p:cNvCxnSpPr>
            <a:cxnSpLocks/>
          </p:cNvCxnSpPr>
          <p:nvPr/>
        </p:nvCxnSpPr>
        <p:spPr>
          <a:xfrm>
            <a:off x="3106898" y="6175095"/>
            <a:ext cx="223147" cy="10386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D3A6D591-9707-4A8C-8311-DFCAD431F57C}"/>
              </a:ext>
            </a:extLst>
          </p:cNvPr>
          <p:cNvCxnSpPr>
            <a:cxnSpLocks/>
          </p:cNvCxnSpPr>
          <p:nvPr/>
        </p:nvCxnSpPr>
        <p:spPr>
          <a:xfrm flipV="1">
            <a:off x="3072828" y="6080231"/>
            <a:ext cx="259973" cy="1096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509D5262-4510-4A7B-87AD-095777525941}"/>
              </a:ext>
            </a:extLst>
          </p:cNvPr>
          <p:cNvCxnSpPr>
            <a:cxnSpLocks/>
          </p:cNvCxnSpPr>
          <p:nvPr/>
        </p:nvCxnSpPr>
        <p:spPr>
          <a:xfrm flipV="1">
            <a:off x="3314470" y="5906746"/>
            <a:ext cx="0" cy="19631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3" name="Straight Connector 572">
            <a:extLst>
              <a:ext uri="{FF2B5EF4-FFF2-40B4-BE49-F238E27FC236}">
                <a16:creationId xmlns:a16="http://schemas.microsoft.com/office/drawing/2014/main" id="{54BB0FAA-30B4-49FE-A861-54136F09FCF2}"/>
              </a:ext>
            </a:extLst>
          </p:cNvPr>
          <p:cNvCxnSpPr>
            <a:cxnSpLocks/>
          </p:cNvCxnSpPr>
          <p:nvPr/>
        </p:nvCxnSpPr>
        <p:spPr>
          <a:xfrm flipV="1">
            <a:off x="2657365" y="5638542"/>
            <a:ext cx="0" cy="19631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4" name="Straight Connector 573">
            <a:extLst>
              <a:ext uri="{FF2B5EF4-FFF2-40B4-BE49-F238E27FC236}">
                <a16:creationId xmlns:a16="http://schemas.microsoft.com/office/drawing/2014/main" id="{CA33C615-B38E-4B24-B02F-2A2A49AE236C}"/>
              </a:ext>
            </a:extLst>
          </p:cNvPr>
          <p:cNvCxnSpPr>
            <a:cxnSpLocks/>
          </p:cNvCxnSpPr>
          <p:nvPr/>
        </p:nvCxnSpPr>
        <p:spPr>
          <a:xfrm flipV="1">
            <a:off x="2626935" y="5548573"/>
            <a:ext cx="259973" cy="1096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5" name="Straight Connector 574">
            <a:extLst>
              <a:ext uri="{FF2B5EF4-FFF2-40B4-BE49-F238E27FC236}">
                <a16:creationId xmlns:a16="http://schemas.microsoft.com/office/drawing/2014/main" id="{1909C87E-DDDA-4A8D-903C-BB44371AAB93}"/>
              </a:ext>
            </a:extLst>
          </p:cNvPr>
          <p:cNvCxnSpPr>
            <a:cxnSpLocks/>
          </p:cNvCxnSpPr>
          <p:nvPr/>
        </p:nvCxnSpPr>
        <p:spPr>
          <a:xfrm flipV="1">
            <a:off x="2868922" y="5242917"/>
            <a:ext cx="0" cy="319683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7" name="Straight Connector 576">
            <a:extLst>
              <a:ext uri="{FF2B5EF4-FFF2-40B4-BE49-F238E27FC236}">
                <a16:creationId xmlns:a16="http://schemas.microsoft.com/office/drawing/2014/main" id="{C630BF7E-489A-4B6C-886A-7B9053B7CD41}"/>
              </a:ext>
            </a:extLst>
          </p:cNvPr>
          <p:cNvCxnSpPr>
            <a:cxnSpLocks/>
          </p:cNvCxnSpPr>
          <p:nvPr/>
        </p:nvCxnSpPr>
        <p:spPr>
          <a:xfrm>
            <a:off x="2657365" y="5134253"/>
            <a:ext cx="223147" cy="10386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8" name="Straight Connector 577">
            <a:extLst>
              <a:ext uri="{FF2B5EF4-FFF2-40B4-BE49-F238E27FC236}">
                <a16:creationId xmlns:a16="http://schemas.microsoft.com/office/drawing/2014/main" id="{5AFF07FD-462C-4027-A948-AB8AB2FD6FAC}"/>
              </a:ext>
            </a:extLst>
          </p:cNvPr>
          <p:cNvCxnSpPr>
            <a:cxnSpLocks/>
          </p:cNvCxnSpPr>
          <p:nvPr/>
        </p:nvCxnSpPr>
        <p:spPr>
          <a:xfrm flipV="1">
            <a:off x="2634232" y="5035269"/>
            <a:ext cx="259973" cy="1096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9" name="Straight Connector 578">
            <a:extLst>
              <a:ext uri="{FF2B5EF4-FFF2-40B4-BE49-F238E27FC236}">
                <a16:creationId xmlns:a16="http://schemas.microsoft.com/office/drawing/2014/main" id="{939BF611-9919-41EA-8929-75579866E745}"/>
              </a:ext>
            </a:extLst>
          </p:cNvPr>
          <p:cNvCxnSpPr>
            <a:cxnSpLocks/>
          </p:cNvCxnSpPr>
          <p:nvPr/>
        </p:nvCxnSpPr>
        <p:spPr>
          <a:xfrm>
            <a:off x="2883761" y="5045652"/>
            <a:ext cx="223147" cy="10386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0" name="Straight Connector 579">
            <a:extLst>
              <a:ext uri="{FF2B5EF4-FFF2-40B4-BE49-F238E27FC236}">
                <a16:creationId xmlns:a16="http://schemas.microsoft.com/office/drawing/2014/main" id="{37E7509E-BCE8-48EE-BE3A-2C3F6BAB8AEA}"/>
              </a:ext>
            </a:extLst>
          </p:cNvPr>
          <p:cNvCxnSpPr>
            <a:cxnSpLocks/>
          </p:cNvCxnSpPr>
          <p:nvPr/>
        </p:nvCxnSpPr>
        <p:spPr>
          <a:xfrm flipV="1">
            <a:off x="3102308" y="5139958"/>
            <a:ext cx="0" cy="19631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1" name="Straight Connector 580">
            <a:extLst>
              <a:ext uri="{FF2B5EF4-FFF2-40B4-BE49-F238E27FC236}">
                <a16:creationId xmlns:a16="http://schemas.microsoft.com/office/drawing/2014/main" id="{687C1388-0753-4517-B2CC-539B82D90489}"/>
              </a:ext>
            </a:extLst>
          </p:cNvPr>
          <p:cNvCxnSpPr>
            <a:cxnSpLocks/>
          </p:cNvCxnSpPr>
          <p:nvPr/>
        </p:nvCxnSpPr>
        <p:spPr>
          <a:xfrm>
            <a:off x="3118424" y="5312256"/>
            <a:ext cx="415085" cy="164817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3" name="Straight Connector 582">
            <a:extLst>
              <a:ext uri="{FF2B5EF4-FFF2-40B4-BE49-F238E27FC236}">
                <a16:creationId xmlns:a16="http://schemas.microsoft.com/office/drawing/2014/main" id="{3F8E1368-0E50-4C5A-AB98-19004A63F420}"/>
              </a:ext>
            </a:extLst>
          </p:cNvPr>
          <p:cNvCxnSpPr>
            <a:cxnSpLocks/>
          </p:cNvCxnSpPr>
          <p:nvPr/>
        </p:nvCxnSpPr>
        <p:spPr>
          <a:xfrm flipH="1" flipV="1">
            <a:off x="3527009" y="5462457"/>
            <a:ext cx="6500" cy="88829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5" name="Straight Connector 584">
            <a:extLst>
              <a:ext uri="{FF2B5EF4-FFF2-40B4-BE49-F238E27FC236}">
                <a16:creationId xmlns:a16="http://schemas.microsoft.com/office/drawing/2014/main" id="{13A657C0-14DE-4EE2-8732-75150923EFC5}"/>
              </a:ext>
            </a:extLst>
          </p:cNvPr>
          <p:cNvCxnSpPr>
            <a:cxnSpLocks/>
          </p:cNvCxnSpPr>
          <p:nvPr/>
        </p:nvCxnSpPr>
        <p:spPr>
          <a:xfrm>
            <a:off x="3507472" y="6340336"/>
            <a:ext cx="254526" cy="11554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C75C26BE-1AD3-4B74-A12D-53358FEA7F45}"/>
              </a:ext>
            </a:extLst>
          </p:cNvPr>
          <p:cNvCxnSpPr>
            <a:cxnSpLocks/>
          </p:cNvCxnSpPr>
          <p:nvPr/>
        </p:nvCxnSpPr>
        <p:spPr>
          <a:xfrm flipV="1">
            <a:off x="3754190" y="6355073"/>
            <a:ext cx="247213" cy="95579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7" name="Straight Connector 586">
            <a:extLst>
              <a:ext uri="{FF2B5EF4-FFF2-40B4-BE49-F238E27FC236}">
                <a16:creationId xmlns:a16="http://schemas.microsoft.com/office/drawing/2014/main" id="{8C1ACDB5-998F-40A4-AEC2-149F27B0B13F}"/>
              </a:ext>
            </a:extLst>
          </p:cNvPr>
          <p:cNvCxnSpPr>
            <a:cxnSpLocks/>
          </p:cNvCxnSpPr>
          <p:nvPr/>
        </p:nvCxnSpPr>
        <p:spPr>
          <a:xfrm>
            <a:off x="3979912" y="6357539"/>
            <a:ext cx="223147" cy="10386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8" name="Straight Connector 587">
            <a:extLst>
              <a:ext uri="{FF2B5EF4-FFF2-40B4-BE49-F238E27FC236}">
                <a16:creationId xmlns:a16="http://schemas.microsoft.com/office/drawing/2014/main" id="{2AA6CEA2-EBC8-4AD3-875F-AA7BF3AD3093}"/>
              </a:ext>
            </a:extLst>
          </p:cNvPr>
          <p:cNvCxnSpPr>
            <a:cxnSpLocks/>
          </p:cNvCxnSpPr>
          <p:nvPr/>
        </p:nvCxnSpPr>
        <p:spPr>
          <a:xfrm flipV="1">
            <a:off x="4181481" y="6271740"/>
            <a:ext cx="484961" cy="19149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2" name="Straight Connector 591">
            <a:extLst>
              <a:ext uri="{FF2B5EF4-FFF2-40B4-BE49-F238E27FC236}">
                <a16:creationId xmlns:a16="http://schemas.microsoft.com/office/drawing/2014/main" id="{8C5DE8B9-EFEE-42A8-B05A-982496B7DAC6}"/>
              </a:ext>
            </a:extLst>
          </p:cNvPr>
          <p:cNvCxnSpPr>
            <a:cxnSpLocks/>
          </p:cNvCxnSpPr>
          <p:nvPr/>
        </p:nvCxnSpPr>
        <p:spPr>
          <a:xfrm>
            <a:off x="4437155" y="6176899"/>
            <a:ext cx="223147" cy="10386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3" name="Straight Connector 592">
            <a:extLst>
              <a:ext uri="{FF2B5EF4-FFF2-40B4-BE49-F238E27FC236}">
                <a16:creationId xmlns:a16="http://schemas.microsoft.com/office/drawing/2014/main" id="{E3E9BB32-1415-4988-B36F-761AB5CC0490}"/>
              </a:ext>
            </a:extLst>
          </p:cNvPr>
          <p:cNvCxnSpPr>
            <a:cxnSpLocks/>
          </p:cNvCxnSpPr>
          <p:nvPr/>
        </p:nvCxnSpPr>
        <p:spPr>
          <a:xfrm flipV="1">
            <a:off x="4171101" y="6181549"/>
            <a:ext cx="292362" cy="9095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6" name="Straight Connector 595">
            <a:extLst>
              <a:ext uri="{FF2B5EF4-FFF2-40B4-BE49-F238E27FC236}">
                <a16:creationId xmlns:a16="http://schemas.microsoft.com/office/drawing/2014/main" id="{F790CA78-F259-4836-A1B2-7D78645E2E6E}"/>
              </a:ext>
            </a:extLst>
          </p:cNvPr>
          <p:cNvCxnSpPr>
            <a:cxnSpLocks/>
          </p:cNvCxnSpPr>
          <p:nvPr/>
        </p:nvCxnSpPr>
        <p:spPr>
          <a:xfrm flipV="1">
            <a:off x="3739358" y="6166845"/>
            <a:ext cx="247213" cy="95579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7" name="Straight Connector 596">
            <a:extLst>
              <a:ext uri="{FF2B5EF4-FFF2-40B4-BE49-F238E27FC236}">
                <a16:creationId xmlns:a16="http://schemas.microsoft.com/office/drawing/2014/main" id="{1D76C381-68D2-468C-829B-C9D78B35BD3F}"/>
              </a:ext>
            </a:extLst>
          </p:cNvPr>
          <p:cNvCxnSpPr>
            <a:cxnSpLocks/>
          </p:cNvCxnSpPr>
          <p:nvPr/>
        </p:nvCxnSpPr>
        <p:spPr>
          <a:xfrm>
            <a:off x="3965080" y="6169311"/>
            <a:ext cx="223147" cy="10386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8" name="Straight Connector 597">
            <a:extLst>
              <a:ext uri="{FF2B5EF4-FFF2-40B4-BE49-F238E27FC236}">
                <a16:creationId xmlns:a16="http://schemas.microsoft.com/office/drawing/2014/main" id="{FF2B7861-AB4C-4A0D-8BCE-C37D184C6282}"/>
              </a:ext>
            </a:extLst>
          </p:cNvPr>
          <p:cNvCxnSpPr>
            <a:cxnSpLocks/>
          </p:cNvCxnSpPr>
          <p:nvPr/>
        </p:nvCxnSpPr>
        <p:spPr>
          <a:xfrm flipV="1">
            <a:off x="3761998" y="5910261"/>
            <a:ext cx="0" cy="35428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0" name="Straight Connector 599">
            <a:extLst>
              <a:ext uri="{FF2B5EF4-FFF2-40B4-BE49-F238E27FC236}">
                <a16:creationId xmlns:a16="http://schemas.microsoft.com/office/drawing/2014/main" id="{EBD725E8-C439-4FFA-8777-6CE96632AD6A}"/>
              </a:ext>
            </a:extLst>
          </p:cNvPr>
          <p:cNvCxnSpPr>
            <a:cxnSpLocks/>
          </p:cNvCxnSpPr>
          <p:nvPr/>
        </p:nvCxnSpPr>
        <p:spPr>
          <a:xfrm>
            <a:off x="3767220" y="5924671"/>
            <a:ext cx="449302" cy="17561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1" name="Straight Connector 600">
            <a:extLst>
              <a:ext uri="{FF2B5EF4-FFF2-40B4-BE49-F238E27FC236}">
                <a16:creationId xmlns:a16="http://schemas.microsoft.com/office/drawing/2014/main" id="{DA469F6E-B45B-45BF-8E2F-2E521944B137}"/>
              </a:ext>
            </a:extLst>
          </p:cNvPr>
          <p:cNvCxnSpPr>
            <a:cxnSpLocks/>
          </p:cNvCxnSpPr>
          <p:nvPr/>
        </p:nvCxnSpPr>
        <p:spPr>
          <a:xfrm flipV="1">
            <a:off x="4197555" y="5999080"/>
            <a:ext cx="247213" cy="95579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5" name="Straight Connector 604">
            <a:extLst>
              <a:ext uri="{FF2B5EF4-FFF2-40B4-BE49-F238E27FC236}">
                <a16:creationId xmlns:a16="http://schemas.microsoft.com/office/drawing/2014/main" id="{5986B0CD-DA6A-446B-AF47-47B3E72B447F}"/>
              </a:ext>
            </a:extLst>
          </p:cNvPr>
          <p:cNvCxnSpPr>
            <a:cxnSpLocks/>
          </p:cNvCxnSpPr>
          <p:nvPr/>
        </p:nvCxnSpPr>
        <p:spPr>
          <a:xfrm flipV="1">
            <a:off x="4438253" y="5801457"/>
            <a:ext cx="0" cy="19631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6" name="Straight Connector 605">
            <a:extLst>
              <a:ext uri="{FF2B5EF4-FFF2-40B4-BE49-F238E27FC236}">
                <a16:creationId xmlns:a16="http://schemas.microsoft.com/office/drawing/2014/main" id="{AB6FB8E0-79E5-4695-A2BC-DFBE88A0DA68}"/>
              </a:ext>
            </a:extLst>
          </p:cNvPr>
          <p:cNvCxnSpPr>
            <a:cxnSpLocks/>
          </p:cNvCxnSpPr>
          <p:nvPr/>
        </p:nvCxnSpPr>
        <p:spPr>
          <a:xfrm flipV="1">
            <a:off x="4202630" y="5821489"/>
            <a:ext cx="247213" cy="95579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0160BAAA-6615-42B5-A105-85775796B11E}"/>
              </a:ext>
            </a:extLst>
          </p:cNvPr>
          <p:cNvCxnSpPr>
            <a:cxnSpLocks/>
          </p:cNvCxnSpPr>
          <p:nvPr/>
        </p:nvCxnSpPr>
        <p:spPr>
          <a:xfrm flipV="1">
            <a:off x="4224592" y="5734981"/>
            <a:ext cx="0" cy="19631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8" name="Straight Connector 607">
            <a:extLst>
              <a:ext uri="{FF2B5EF4-FFF2-40B4-BE49-F238E27FC236}">
                <a16:creationId xmlns:a16="http://schemas.microsoft.com/office/drawing/2014/main" id="{723C7EB0-2EC2-43CF-A4DA-CEE611E5F94D}"/>
              </a:ext>
            </a:extLst>
          </p:cNvPr>
          <p:cNvCxnSpPr>
            <a:cxnSpLocks/>
          </p:cNvCxnSpPr>
          <p:nvPr/>
        </p:nvCxnSpPr>
        <p:spPr>
          <a:xfrm flipV="1">
            <a:off x="4221604" y="5562600"/>
            <a:ext cx="444838" cy="18991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0" name="Straight Connector 609">
            <a:extLst>
              <a:ext uri="{FF2B5EF4-FFF2-40B4-BE49-F238E27FC236}">
                <a16:creationId xmlns:a16="http://schemas.microsoft.com/office/drawing/2014/main" id="{07D863D9-80E5-4A86-A720-0CD4C7124F6E}"/>
              </a:ext>
            </a:extLst>
          </p:cNvPr>
          <p:cNvCxnSpPr>
            <a:cxnSpLocks/>
          </p:cNvCxnSpPr>
          <p:nvPr/>
        </p:nvCxnSpPr>
        <p:spPr>
          <a:xfrm flipV="1">
            <a:off x="4664474" y="5354135"/>
            <a:ext cx="0" cy="19631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1" name="Straight Connector 610">
            <a:extLst>
              <a:ext uri="{FF2B5EF4-FFF2-40B4-BE49-F238E27FC236}">
                <a16:creationId xmlns:a16="http://schemas.microsoft.com/office/drawing/2014/main" id="{A3F256B5-B21A-487B-AD79-3231BA3F1ABC}"/>
              </a:ext>
            </a:extLst>
          </p:cNvPr>
          <p:cNvCxnSpPr>
            <a:cxnSpLocks/>
          </p:cNvCxnSpPr>
          <p:nvPr/>
        </p:nvCxnSpPr>
        <p:spPr>
          <a:xfrm flipV="1">
            <a:off x="4652446" y="5290279"/>
            <a:ext cx="247213" cy="95579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2" name="Straight Connector 611">
            <a:extLst>
              <a:ext uri="{FF2B5EF4-FFF2-40B4-BE49-F238E27FC236}">
                <a16:creationId xmlns:a16="http://schemas.microsoft.com/office/drawing/2014/main" id="{CCD2F45B-C32D-4DCD-B54E-9E710D161D1B}"/>
              </a:ext>
            </a:extLst>
          </p:cNvPr>
          <p:cNvCxnSpPr>
            <a:cxnSpLocks/>
          </p:cNvCxnSpPr>
          <p:nvPr/>
        </p:nvCxnSpPr>
        <p:spPr>
          <a:xfrm flipV="1">
            <a:off x="4891324" y="5131534"/>
            <a:ext cx="2415" cy="169315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" name="Straight Connector 613">
            <a:extLst>
              <a:ext uri="{FF2B5EF4-FFF2-40B4-BE49-F238E27FC236}">
                <a16:creationId xmlns:a16="http://schemas.microsoft.com/office/drawing/2014/main" id="{780F29D8-7252-45BE-9C3F-D66778741653}"/>
              </a:ext>
            </a:extLst>
          </p:cNvPr>
          <p:cNvCxnSpPr>
            <a:cxnSpLocks/>
          </p:cNvCxnSpPr>
          <p:nvPr/>
        </p:nvCxnSpPr>
        <p:spPr>
          <a:xfrm flipV="1">
            <a:off x="4895510" y="5048671"/>
            <a:ext cx="247213" cy="95579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" name="Straight Connector 614">
            <a:extLst>
              <a:ext uri="{FF2B5EF4-FFF2-40B4-BE49-F238E27FC236}">
                <a16:creationId xmlns:a16="http://schemas.microsoft.com/office/drawing/2014/main" id="{1F952E7A-BB4D-45BF-BDE6-A740191B5FF5}"/>
              </a:ext>
            </a:extLst>
          </p:cNvPr>
          <p:cNvCxnSpPr>
            <a:cxnSpLocks/>
          </p:cNvCxnSpPr>
          <p:nvPr/>
        </p:nvCxnSpPr>
        <p:spPr>
          <a:xfrm>
            <a:off x="4896391" y="4939997"/>
            <a:ext cx="223147" cy="10386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6" name="Straight Connector 615">
            <a:extLst>
              <a:ext uri="{FF2B5EF4-FFF2-40B4-BE49-F238E27FC236}">
                <a16:creationId xmlns:a16="http://schemas.microsoft.com/office/drawing/2014/main" id="{310C9848-B0A3-4E77-9281-DE51558B83BD}"/>
              </a:ext>
            </a:extLst>
          </p:cNvPr>
          <p:cNvCxnSpPr>
            <a:cxnSpLocks/>
          </p:cNvCxnSpPr>
          <p:nvPr/>
        </p:nvCxnSpPr>
        <p:spPr>
          <a:xfrm flipV="1">
            <a:off x="4906860" y="4765870"/>
            <a:ext cx="2415" cy="169315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7" name="Straight Connector 616">
            <a:extLst>
              <a:ext uri="{FF2B5EF4-FFF2-40B4-BE49-F238E27FC236}">
                <a16:creationId xmlns:a16="http://schemas.microsoft.com/office/drawing/2014/main" id="{745F354F-BEBC-41E1-A730-7F75BEB636AD}"/>
              </a:ext>
            </a:extLst>
          </p:cNvPr>
          <p:cNvCxnSpPr>
            <a:cxnSpLocks/>
          </p:cNvCxnSpPr>
          <p:nvPr/>
        </p:nvCxnSpPr>
        <p:spPr>
          <a:xfrm flipV="1">
            <a:off x="4666943" y="4777160"/>
            <a:ext cx="247213" cy="95579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" name="Straight Connector 617">
            <a:extLst>
              <a:ext uri="{FF2B5EF4-FFF2-40B4-BE49-F238E27FC236}">
                <a16:creationId xmlns:a16="http://schemas.microsoft.com/office/drawing/2014/main" id="{3709D2D2-8A02-4202-8FA3-79114C9C1C23}"/>
              </a:ext>
            </a:extLst>
          </p:cNvPr>
          <p:cNvCxnSpPr>
            <a:cxnSpLocks/>
          </p:cNvCxnSpPr>
          <p:nvPr/>
        </p:nvCxnSpPr>
        <p:spPr>
          <a:xfrm flipV="1">
            <a:off x="4679638" y="4859705"/>
            <a:ext cx="8905" cy="37841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0" name="Straight Connector 619">
            <a:extLst>
              <a:ext uri="{FF2B5EF4-FFF2-40B4-BE49-F238E27FC236}">
                <a16:creationId xmlns:a16="http://schemas.microsoft.com/office/drawing/2014/main" id="{E8C6ED91-01EA-40B9-B4D3-F403D75C8E83}"/>
              </a:ext>
            </a:extLst>
          </p:cNvPr>
          <p:cNvCxnSpPr>
            <a:cxnSpLocks/>
          </p:cNvCxnSpPr>
          <p:nvPr/>
        </p:nvCxnSpPr>
        <p:spPr>
          <a:xfrm>
            <a:off x="4444768" y="5117522"/>
            <a:ext cx="235712" cy="112028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2" name="Straight Connector 621">
            <a:extLst>
              <a:ext uri="{FF2B5EF4-FFF2-40B4-BE49-F238E27FC236}">
                <a16:creationId xmlns:a16="http://schemas.microsoft.com/office/drawing/2014/main" id="{36355A13-0F26-4D65-A3C0-E134B5E42F30}"/>
              </a:ext>
            </a:extLst>
          </p:cNvPr>
          <p:cNvCxnSpPr>
            <a:cxnSpLocks/>
          </p:cNvCxnSpPr>
          <p:nvPr/>
        </p:nvCxnSpPr>
        <p:spPr>
          <a:xfrm flipV="1">
            <a:off x="4456480" y="5108636"/>
            <a:ext cx="8905" cy="37841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" name="Straight Connector 622">
            <a:extLst>
              <a:ext uri="{FF2B5EF4-FFF2-40B4-BE49-F238E27FC236}">
                <a16:creationId xmlns:a16="http://schemas.microsoft.com/office/drawing/2014/main" id="{2D363ADC-688C-4618-A64A-01BC9170B5AD}"/>
              </a:ext>
            </a:extLst>
          </p:cNvPr>
          <p:cNvCxnSpPr>
            <a:cxnSpLocks/>
          </p:cNvCxnSpPr>
          <p:nvPr/>
        </p:nvCxnSpPr>
        <p:spPr>
          <a:xfrm>
            <a:off x="4224591" y="5358925"/>
            <a:ext cx="235712" cy="112028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4" name="Straight Connector 623">
            <a:extLst>
              <a:ext uri="{FF2B5EF4-FFF2-40B4-BE49-F238E27FC236}">
                <a16:creationId xmlns:a16="http://schemas.microsoft.com/office/drawing/2014/main" id="{EAC42EA2-853C-4B54-B701-24C506D479E2}"/>
              </a:ext>
            </a:extLst>
          </p:cNvPr>
          <p:cNvCxnSpPr>
            <a:cxnSpLocks/>
          </p:cNvCxnSpPr>
          <p:nvPr/>
        </p:nvCxnSpPr>
        <p:spPr>
          <a:xfrm flipH="1" flipV="1">
            <a:off x="4233694" y="5381135"/>
            <a:ext cx="4731" cy="19776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6" name="Straight Connector 625">
            <a:extLst>
              <a:ext uri="{FF2B5EF4-FFF2-40B4-BE49-F238E27FC236}">
                <a16:creationId xmlns:a16="http://schemas.microsoft.com/office/drawing/2014/main" id="{C69A3009-C8B8-4E9C-99A1-1462A269042A}"/>
              </a:ext>
            </a:extLst>
          </p:cNvPr>
          <p:cNvCxnSpPr>
            <a:cxnSpLocks/>
          </p:cNvCxnSpPr>
          <p:nvPr/>
        </p:nvCxnSpPr>
        <p:spPr>
          <a:xfrm flipV="1">
            <a:off x="3759995" y="5559512"/>
            <a:ext cx="466088" cy="20515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8" name="Straight Connector 627">
            <a:extLst>
              <a:ext uri="{FF2B5EF4-FFF2-40B4-BE49-F238E27FC236}">
                <a16:creationId xmlns:a16="http://schemas.microsoft.com/office/drawing/2014/main" id="{2C4C31E6-1271-43B4-871D-C958FFA4789D}"/>
              </a:ext>
            </a:extLst>
          </p:cNvPr>
          <p:cNvCxnSpPr>
            <a:cxnSpLocks/>
          </p:cNvCxnSpPr>
          <p:nvPr/>
        </p:nvCxnSpPr>
        <p:spPr>
          <a:xfrm flipH="1" flipV="1">
            <a:off x="3764420" y="5566903"/>
            <a:ext cx="4731" cy="19776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9" name="Straight Connector 628">
            <a:extLst>
              <a:ext uri="{FF2B5EF4-FFF2-40B4-BE49-F238E27FC236}">
                <a16:creationId xmlns:a16="http://schemas.microsoft.com/office/drawing/2014/main" id="{03FE3DFE-0CC3-4072-B82D-7199386185F3}"/>
              </a:ext>
            </a:extLst>
          </p:cNvPr>
          <p:cNvCxnSpPr>
            <a:cxnSpLocks/>
          </p:cNvCxnSpPr>
          <p:nvPr/>
        </p:nvCxnSpPr>
        <p:spPr>
          <a:xfrm flipV="1">
            <a:off x="3750858" y="5495490"/>
            <a:ext cx="247213" cy="95579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" name="Straight Connector 629">
            <a:extLst>
              <a:ext uri="{FF2B5EF4-FFF2-40B4-BE49-F238E27FC236}">
                <a16:creationId xmlns:a16="http://schemas.microsoft.com/office/drawing/2014/main" id="{156902EA-70D2-462A-BE99-C7594893EAEC}"/>
              </a:ext>
            </a:extLst>
          </p:cNvPr>
          <p:cNvCxnSpPr>
            <a:cxnSpLocks/>
          </p:cNvCxnSpPr>
          <p:nvPr/>
        </p:nvCxnSpPr>
        <p:spPr>
          <a:xfrm>
            <a:off x="3316661" y="5215610"/>
            <a:ext cx="679708" cy="28079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2" name="Straight Connector 631">
            <a:extLst>
              <a:ext uri="{FF2B5EF4-FFF2-40B4-BE49-F238E27FC236}">
                <a16:creationId xmlns:a16="http://schemas.microsoft.com/office/drawing/2014/main" id="{960AE046-7058-472C-B569-99228FB47908}"/>
              </a:ext>
            </a:extLst>
          </p:cNvPr>
          <p:cNvCxnSpPr>
            <a:cxnSpLocks/>
          </p:cNvCxnSpPr>
          <p:nvPr/>
        </p:nvCxnSpPr>
        <p:spPr>
          <a:xfrm flipH="1" flipV="1">
            <a:off x="3309739" y="5032336"/>
            <a:ext cx="4731" cy="19776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3" name="Straight Connector 632">
            <a:extLst>
              <a:ext uri="{FF2B5EF4-FFF2-40B4-BE49-F238E27FC236}">
                <a16:creationId xmlns:a16="http://schemas.microsoft.com/office/drawing/2014/main" id="{FD4ADDB2-14C9-4204-A992-0F710316F189}"/>
              </a:ext>
            </a:extLst>
          </p:cNvPr>
          <p:cNvCxnSpPr>
            <a:cxnSpLocks/>
          </p:cNvCxnSpPr>
          <p:nvPr/>
        </p:nvCxnSpPr>
        <p:spPr>
          <a:xfrm>
            <a:off x="3095977" y="4768409"/>
            <a:ext cx="431032" cy="19943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4" name="Straight Connector 633">
            <a:extLst>
              <a:ext uri="{FF2B5EF4-FFF2-40B4-BE49-F238E27FC236}">
                <a16:creationId xmlns:a16="http://schemas.microsoft.com/office/drawing/2014/main" id="{76E4A286-945E-4F8E-8694-58D6887F19E4}"/>
              </a:ext>
            </a:extLst>
          </p:cNvPr>
          <p:cNvCxnSpPr>
            <a:cxnSpLocks/>
          </p:cNvCxnSpPr>
          <p:nvPr/>
        </p:nvCxnSpPr>
        <p:spPr>
          <a:xfrm>
            <a:off x="3091240" y="4948555"/>
            <a:ext cx="223147" cy="10386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5" name="Straight Connector 634">
            <a:extLst>
              <a:ext uri="{FF2B5EF4-FFF2-40B4-BE49-F238E27FC236}">
                <a16:creationId xmlns:a16="http://schemas.microsoft.com/office/drawing/2014/main" id="{E1C492BE-96EF-45B0-BD02-4C35A24465E8}"/>
              </a:ext>
            </a:extLst>
          </p:cNvPr>
          <p:cNvCxnSpPr>
            <a:cxnSpLocks/>
          </p:cNvCxnSpPr>
          <p:nvPr/>
        </p:nvCxnSpPr>
        <p:spPr>
          <a:xfrm flipV="1">
            <a:off x="3093023" y="4772976"/>
            <a:ext cx="2605" cy="19794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8" name="Straight Connector 637">
            <a:extLst>
              <a:ext uri="{FF2B5EF4-FFF2-40B4-BE49-F238E27FC236}">
                <a16:creationId xmlns:a16="http://schemas.microsoft.com/office/drawing/2014/main" id="{774C688D-A9E8-4FBE-B37D-59C61FBA189F}"/>
              </a:ext>
            </a:extLst>
          </p:cNvPr>
          <p:cNvCxnSpPr>
            <a:cxnSpLocks/>
          </p:cNvCxnSpPr>
          <p:nvPr/>
        </p:nvCxnSpPr>
        <p:spPr>
          <a:xfrm flipV="1">
            <a:off x="3518814" y="4949877"/>
            <a:ext cx="2605" cy="19794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9" name="Straight Connector 638">
            <a:extLst>
              <a:ext uri="{FF2B5EF4-FFF2-40B4-BE49-F238E27FC236}">
                <a16:creationId xmlns:a16="http://schemas.microsoft.com/office/drawing/2014/main" id="{6D884075-692C-4AA2-A6C7-759E3863AF2E}"/>
              </a:ext>
            </a:extLst>
          </p:cNvPr>
          <p:cNvCxnSpPr>
            <a:cxnSpLocks/>
          </p:cNvCxnSpPr>
          <p:nvPr/>
        </p:nvCxnSpPr>
        <p:spPr>
          <a:xfrm>
            <a:off x="3520593" y="5121441"/>
            <a:ext cx="253988" cy="11124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1" name="Straight Connector 640">
            <a:extLst>
              <a:ext uri="{FF2B5EF4-FFF2-40B4-BE49-F238E27FC236}">
                <a16:creationId xmlns:a16="http://schemas.microsoft.com/office/drawing/2014/main" id="{4718E67E-5CD9-4153-AA72-14F5E83D0D8C}"/>
              </a:ext>
            </a:extLst>
          </p:cNvPr>
          <p:cNvCxnSpPr>
            <a:cxnSpLocks/>
          </p:cNvCxnSpPr>
          <p:nvPr/>
        </p:nvCxnSpPr>
        <p:spPr>
          <a:xfrm flipV="1">
            <a:off x="3762607" y="5140694"/>
            <a:ext cx="247213" cy="95579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2" name="Straight Connector 641">
            <a:extLst>
              <a:ext uri="{FF2B5EF4-FFF2-40B4-BE49-F238E27FC236}">
                <a16:creationId xmlns:a16="http://schemas.microsoft.com/office/drawing/2014/main" id="{F0D334D1-7CAE-4A19-BD02-CADAB589E311}"/>
              </a:ext>
            </a:extLst>
          </p:cNvPr>
          <p:cNvCxnSpPr>
            <a:cxnSpLocks/>
          </p:cNvCxnSpPr>
          <p:nvPr/>
        </p:nvCxnSpPr>
        <p:spPr>
          <a:xfrm>
            <a:off x="3733562" y="5047516"/>
            <a:ext cx="253988" cy="11124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4" name="Straight Connector 643">
            <a:extLst>
              <a:ext uri="{FF2B5EF4-FFF2-40B4-BE49-F238E27FC236}">
                <a16:creationId xmlns:a16="http://schemas.microsoft.com/office/drawing/2014/main" id="{EBFCDA4B-7446-44AB-A594-39CB22295C28}"/>
              </a:ext>
            </a:extLst>
          </p:cNvPr>
          <p:cNvCxnSpPr>
            <a:cxnSpLocks/>
          </p:cNvCxnSpPr>
          <p:nvPr/>
        </p:nvCxnSpPr>
        <p:spPr>
          <a:xfrm flipV="1">
            <a:off x="3766416" y="4863357"/>
            <a:ext cx="2605" cy="19794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5" name="Straight Connector 644">
            <a:extLst>
              <a:ext uri="{FF2B5EF4-FFF2-40B4-BE49-F238E27FC236}">
                <a16:creationId xmlns:a16="http://schemas.microsoft.com/office/drawing/2014/main" id="{93892203-1CBA-4FB3-A504-52BD56F17A8C}"/>
              </a:ext>
            </a:extLst>
          </p:cNvPr>
          <p:cNvCxnSpPr>
            <a:cxnSpLocks/>
          </p:cNvCxnSpPr>
          <p:nvPr/>
        </p:nvCxnSpPr>
        <p:spPr>
          <a:xfrm>
            <a:off x="3343419" y="4693573"/>
            <a:ext cx="442117" cy="19706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7" name="Straight Connector 646">
            <a:extLst>
              <a:ext uri="{FF2B5EF4-FFF2-40B4-BE49-F238E27FC236}">
                <a16:creationId xmlns:a16="http://schemas.microsoft.com/office/drawing/2014/main" id="{88D0D72C-D365-4780-99E8-DE742CA46884}"/>
              </a:ext>
            </a:extLst>
          </p:cNvPr>
          <p:cNvCxnSpPr>
            <a:cxnSpLocks/>
          </p:cNvCxnSpPr>
          <p:nvPr/>
        </p:nvCxnSpPr>
        <p:spPr>
          <a:xfrm flipV="1">
            <a:off x="3296322" y="4591995"/>
            <a:ext cx="259973" cy="1096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8" name="Straight Connector 647">
            <a:extLst>
              <a:ext uri="{FF2B5EF4-FFF2-40B4-BE49-F238E27FC236}">
                <a16:creationId xmlns:a16="http://schemas.microsoft.com/office/drawing/2014/main" id="{A54FC022-3641-4176-B924-8399ACBE9C10}"/>
              </a:ext>
            </a:extLst>
          </p:cNvPr>
          <p:cNvCxnSpPr>
            <a:cxnSpLocks/>
          </p:cNvCxnSpPr>
          <p:nvPr/>
        </p:nvCxnSpPr>
        <p:spPr>
          <a:xfrm>
            <a:off x="3542737" y="4604445"/>
            <a:ext cx="442117" cy="19706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9" name="Straight Connector 648">
            <a:extLst>
              <a:ext uri="{FF2B5EF4-FFF2-40B4-BE49-F238E27FC236}">
                <a16:creationId xmlns:a16="http://schemas.microsoft.com/office/drawing/2014/main" id="{79EAC4C7-8C86-442C-8F70-968D97C14B60}"/>
              </a:ext>
            </a:extLst>
          </p:cNvPr>
          <p:cNvCxnSpPr>
            <a:cxnSpLocks/>
          </p:cNvCxnSpPr>
          <p:nvPr/>
        </p:nvCxnSpPr>
        <p:spPr>
          <a:xfrm flipV="1">
            <a:off x="3976433" y="4798898"/>
            <a:ext cx="2605" cy="19794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0" name="Straight Connector 649">
            <a:extLst>
              <a:ext uri="{FF2B5EF4-FFF2-40B4-BE49-F238E27FC236}">
                <a16:creationId xmlns:a16="http://schemas.microsoft.com/office/drawing/2014/main" id="{326DA381-92C0-4B36-906B-F48C0551DC06}"/>
              </a:ext>
            </a:extLst>
          </p:cNvPr>
          <p:cNvCxnSpPr>
            <a:cxnSpLocks/>
          </p:cNvCxnSpPr>
          <p:nvPr/>
        </p:nvCxnSpPr>
        <p:spPr>
          <a:xfrm flipV="1">
            <a:off x="3973274" y="4868544"/>
            <a:ext cx="259973" cy="1096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1" name="Straight Connector 650">
            <a:extLst>
              <a:ext uri="{FF2B5EF4-FFF2-40B4-BE49-F238E27FC236}">
                <a16:creationId xmlns:a16="http://schemas.microsoft.com/office/drawing/2014/main" id="{1E18872F-3FC4-4440-9A4C-C011FDBF2E8A}"/>
              </a:ext>
            </a:extLst>
          </p:cNvPr>
          <p:cNvCxnSpPr>
            <a:cxnSpLocks/>
          </p:cNvCxnSpPr>
          <p:nvPr/>
        </p:nvCxnSpPr>
        <p:spPr>
          <a:xfrm flipV="1">
            <a:off x="4215134" y="4689570"/>
            <a:ext cx="2605" cy="19794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2" name="Straight Connector 651">
            <a:extLst>
              <a:ext uri="{FF2B5EF4-FFF2-40B4-BE49-F238E27FC236}">
                <a16:creationId xmlns:a16="http://schemas.microsoft.com/office/drawing/2014/main" id="{A0D7AA0D-36EC-4017-9472-A398462FD98D}"/>
              </a:ext>
            </a:extLst>
          </p:cNvPr>
          <p:cNvCxnSpPr>
            <a:cxnSpLocks/>
          </p:cNvCxnSpPr>
          <p:nvPr/>
        </p:nvCxnSpPr>
        <p:spPr>
          <a:xfrm>
            <a:off x="3785619" y="4514895"/>
            <a:ext cx="442117" cy="19706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3" name="Straight Connector 652">
            <a:extLst>
              <a:ext uri="{FF2B5EF4-FFF2-40B4-BE49-F238E27FC236}">
                <a16:creationId xmlns:a16="http://schemas.microsoft.com/office/drawing/2014/main" id="{3E1F9077-36B6-486B-A841-DA792699CBEB}"/>
              </a:ext>
            </a:extLst>
          </p:cNvPr>
          <p:cNvCxnSpPr>
            <a:cxnSpLocks/>
          </p:cNvCxnSpPr>
          <p:nvPr/>
        </p:nvCxnSpPr>
        <p:spPr>
          <a:xfrm flipV="1">
            <a:off x="3777709" y="4444747"/>
            <a:ext cx="248680" cy="7693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4" name="Straight Connector 653">
            <a:extLst>
              <a:ext uri="{FF2B5EF4-FFF2-40B4-BE49-F238E27FC236}">
                <a16:creationId xmlns:a16="http://schemas.microsoft.com/office/drawing/2014/main" id="{56CE0B19-0DAD-4A02-9CE3-5EB6C2F078A0}"/>
              </a:ext>
            </a:extLst>
          </p:cNvPr>
          <p:cNvCxnSpPr>
            <a:cxnSpLocks/>
          </p:cNvCxnSpPr>
          <p:nvPr/>
        </p:nvCxnSpPr>
        <p:spPr>
          <a:xfrm>
            <a:off x="4017366" y="4433001"/>
            <a:ext cx="442117" cy="19706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5" name="Straight Connector 654">
            <a:extLst>
              <a:ext uri="{FF2B5EF4-FFF2-40B4-BE49-F238E27FC236}">
                <a16:creationId xmlns:a16="http://schemas.microsoft.com/office/drawing/2014/main" id="{AF76A6FC-5E8D-48F1-BFE7-21C7AC076467}"/>
              </a:ext>
            </a:extLst>
          </p:cNvPr>
          <p:cNvCxnSpPr>
            <a:cxnSpLocks/>
          </p:cNvCxnSpPr>
          <p:nvPr/>
        </p:nvCxnSpPr>
        <p:spPr>
          <a:xfrm flipV="1">
            <a:off x="4424599" y="4538306"/>
            <a:ext cx="245365" cy="77755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6" name="Straight Connector 655">
            <a:extLst>
              <a:ext uri="{FF2B5EF4-FFF2-40B4-BE49-F238E27FC236}">
                <a16:creationId xmlns:a16="http://schemas.microsoft.com/office/drawing/2014/main" id="{970E6710-C193-4364-AE5E-D7EE006FC19C}"/>
              </a:ext>
            </a:extLst>
          </p:cNvPr>
          <p:cNvCxnSpPr>
            <a:cxnSpLocks/>
          </p:cNvCxnSpPr>
          <p:nvPr/>
        </p:nvCxnSpPr>
        <p:spPr>
          <a:xfrm>
            <a:off x="4221604" y="4351963"/>
            <a:ext cx="442870" cy="174885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0" name="Straight Connector 659">
            <a:extLst>
              <a:ext uri="{FF2B5EF4-FFF2-40B4-BE49-F238E27FC236}">
                <a16:creationId xmlns:a16="http://schemas.microsoft.com/office/drawing/2014/main" id="{E5684EE2-E9BA-4802-AF6F-CC8574FEFE3B}"/>
              </a:ext>
            </a:extLst>
          </p:cNvPr>
          <p:cNvCxnSpPr>
            <a:cxnSpLocks/>
          </p:cNvCxnSpPr>
          <p:nvPr/>
        </p:nvCxnSpPr>
        <p:spPr>
          <a:xfrm flipV="1">
            <a:off x="4211486" y="4272603"/>
            <a:ext cx="245365" cy="77755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1" name="Straight Connector 660">
            <a:extLst>
              <a:ext uri="{FF2B5EF4-FFF2-40B4-BE49-F238E27FC236}">
                <a16:creationId xmlns:a16="http://schemas.microsoft.com/office/drawing/2014/main" id="{DC5ABBB5-2877-40E3-B171-9B30C89AAB9C}"/>
              </a:ext>
            </a:extLst>
          </p:cNvPr>
          <p:cNvCxnSpPr>
            <a:cxnSpLocks/>
          </p:cNvCxnSpPr>
          <p:nvPr/>
        </p:nvCxnSpPr>
        <p:spPr>
          <a:xfrm>
            <a:off x="4452595" y="4259290"/>
            <a:ext cx="442870" cy="174885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2" name="Straight Connector 661">
            <a:extLst>
              <a:ext uri="{FF2B5EF4-FFF2-40B4-BE49-F238E27FC236}">
                <a16:creationId xmlns:a16="http://schemas.microsoft.com/office/drawing/2014/main" id="{C551A8BC-3883-4114-A608-CC3B98ADD68A}"/>
              </a:ext>
            </a:extLst>
          </p:cNvPr>
          <p:cNvCxnSpPr>
            <a:cxnSpLocks/>
          </p:cNvCxnSpPr>
          <p:nvPr/>
        </p:nvCxnSpPr>
        <p:spPr>
          <a:xfrm flipV="1">
            <a:off x="4891987" y="4253331"/>
            <a:ext cx="2605" cy="19794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3" name="Straight Connector 662">
            <a:extLst>
              <a:ext uri="{FF2B5EF4-FFF2-40B4-BE49-F238E27FC236}">
                <a16:creationId xmlns:a16="http://schemas.microsoft.com/office/drawing/2014/main" id="{0D7FC7C8-0A1B-4BD7-89BE-F605827B6CC4}"/>
              </a:ext>
            </a:extLst>
          </p:cNvPr>
          <p:cNvCxnSpPr>
            <a:cxnSpLocks/>
          </p:cNvCxnSpPr>
          <p:nvPr/>
        </p:nvCxnSpPr>
        <p:spPr>
          <a:xfrm flipV="1">
            <a:off x="4874807" y="4184526"/>
            <a:ext cx="245365" cy="77755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4" name="Straight Connector 663">
            <a:extLst>
              <a:ext uri="{FF2B5EF4-FFF2-40B4-BE49-F238E27FC236}">
                <a16:creationId xmlns:a16="http://schemas.microsoft.com/office/drawing/2014/main" id="{27E4194A-4143-4F50-8E8D-823E0B44EFA6}"/>
              </a:ext>
            </a:extLst>
          </p:cNvPr>
          <p:cNvCxnSpPr>
            <a:cxnSpLocks/>
          </p:cNvCxnSpPr>
          <p:nvPr/>
        </p:nvCxnSpPr>
        <p:spPr>
          <a:xfrm flipV="1">
            <a:off x="5111695" y="3984080"/>
            <a:ext cx="2605" cy="19794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6" name="Straight Connector 665">
            <a:extLst>
              <a:ext uri="{FF2B5EF4-FFF2-40B4-BE49-F238E27FC236}">
                <a16:creationId xmlns:a16="http://schemas.microsoft.com/office/drawing/2014/main" id="{84E7AC3B-BCEA-4466-A946-2D943A9A121E}"/>
              </a:ext>
            </a:extLst>
          </p:cNvPr>
          <p:cNvCxnSpPr>
            <a:cxnSpLocks/>
          </p:cNvCxnSpPr>
          <p:nvPr/>
        </p:nvCxnSpPr>
        <p:spPr>
          <a:xfrm>
            <a:off x="4899659" y="3913768"/>
            <a:ext cx="214595" cy="7922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8" name="Straight Connector 667">
            <a:extLst>
              <a:ext uri="{FF2B5EF4-FFF2-40B4-BE49-F238E27FC236}">
                <a16:creationId xmlns:a16="http://schemas.microsoft.com/office/drawing/2014/main" id="{3EA3B275-1784-4B05-AC5C-50492604E619}"/>
              </a:ext>
            </a:extLst>
          </p:cNvPr>
          <p:cNvCxnSpPr>
            <a:cxnSpLocks/>
          </p:cNvCxnSpPr>
          <p:nvPr/>
        </p:nvCxnSpPr>
        <p:spPr>
          <a:xfrm flipV="1">
            <a:off x="4904777" y="3904159"/>
            <a:ext cx="2605" cy="19794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9" name="Straight Connector 668">
            <a:extLst>
              <a:ext uri="{FF2B5EF4-FFF2-40B4-BE49-F238E27FC236}">
                <a16:creationId xmlns:a16="http://schemas.microsoft.com/office/drawing/2014/main" id="{DD6319CB-69CD-4B2D-8127-98ED7472CE29}"/>
              </a:ext>
            </a:extLst>
          </p:cNvPr>
          <p:cNvCxnSpPr>
            <a:cxnSpLocks/>
          </p:cNvCxnSpPr>
          <p:nvPr/>
        </p:nvCxnSpPr>
        <p:spPr>
          <a:xfrm flipV="1">
            <a:off x="4668791" y="4095011"/>
            <a:ext cx="245365" cy="77755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0" name="Straight Connector 669">
            <a:extLst>
              <a:ext uri="{FF2B5EF4-FFF2-40B4-BE49-F238E27FC236}">
                <a16:creationId xmlns:a16="http://schemas.microsoft.com/office/drawing/2014/main" id="{828B011C-B023-4163-9B21-C9B8617FB7FA}"/>
              </a:ext>
            </a:extLst>
          </p:cNvPr>
          <p:cNvCxnSpPr>
            <a:cxnSpLocks/>
          </p:cNvCxnSpPr>
          <p:nvPr/>
        </p:nvCxnSpPr>
        <p:spPr>
          <a:xfrm flipV="1">
            <a:off x="4685938" y="3833097"/>
            <a:ext cx="2605" cy="33589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2" name="Straight Connector 671">
            <a:extLst>
              <a:ext uri="{FF2B5EF4-FFF2-40B4-BE49-F238E27FC236}">
                <a16:creationId xmlns:a16="http://schemas.microsoft.com/office/drawing/2014/main" id="{5ADFADE4-8583-4634-82DE-79F364164081}"/>
              </a:ext>
            </a:extLst>
          </p:cNvPr>
          <p:cNvCxnSpPr>
            <a:cxnSpLocks/>
          </p:cNvCxnSpPr>
          <p:nvPr/>
        </p:nvCxnSpPr>
        <p:spPr>
          <a:xfrm flipV="1">
            <a:off x="4454234" y="3837862"/>
            <a:ext cx="245365" cy="77755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3" name="Straight Connector 672">
            <a:extLst>
              <a:ext uri="{FF2B5EF4-FFF2-40B4-BE49-F238E27FC236}">
                <a16:creationId xmlns:a16="http://schemas.microsoft.com/office/drawing/2014/main" id="{336E472D-091B-45CC-8EDB-46774A83D40C}"/>
              </a:ext>
            </a:extLst>
          </p:cNvPr>
          <p:cNvCxnSpPr>
            <a:cxnSpLocks/>
          </p:cNvCxnSpPr>
          <p:nvPr/>
        </p:nvCxnSpPr>
        <p:spPr>
          <a:xfrm flipV="1">
            <a:off x="4457665" y="3376470"/>
            <a:ext cx="1818" cy="53084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5" name="Straight Connector 674">
            <a:extLst>
              <a:ext uri="{FF2B5EF4-FFF2-40B4-BE49-F238E27FC236}">
                <a16:creationId xmlns:a16="http://schemas.microsoft.com/office/drawing/2014/main" id="{33D78394-9B1F-4864-A856-B7048768DCAB}"/>
              </a:ext>
            </a:extLst>
          </p:cNvPr>
          <p:cNvCxnSpPr>
            <a:cxnSpLocks/>
          </p:cNvCxnSpPr>
          <p:nvPr/>
        </p:nvCxnSpPr>
        <p:spPr>
          <a:xfrm flipV="1">
            <a:off x="4210584" y="3384481"/>
            <a:ext cx="245365" cy="77755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6" name="Straight Connector 675">
            <a:extLst>
              <a:ext uri="{FF2B5EF4-FFF2-40B4-BE49-F238E27FC236}">
                <a16:creationId xmlns:a16="http://schemas.microsoft.com/office/drawing/2014/main" id="{62A1933A-34C3-4374-A930-11FD43E471D1}"/>
              </a:ext>
            </a:extLst>
          </p:cNvPr>
          <p:cNvCxnSpPr>
            <a:cxnSpLocks/>
          </p:cNvCxnSpPr>
          <p:nvPr/>
        </p:nvCxnSpPr>
        <p:spPr>
          <a:xfrm flipV="1">
            <a:off x="4231143" y="3461986"/>
            <a:ext cx="1818" cy="53084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7" name="Straight Connector 676">
            <a:extLst>
              <a:ext uri="{FF2B5EF4-FFF2-40B4-BE49-F238E27FC236}">
                <a16:creationId xmlns:a16="http://schemas.microsoft.com/office/drawing/2014/main" id="{CC3E3E7A-6532-45D3-8EFE-91DD93CC5164}"/>
              </a:ext>
            </a:extLst>
          </p:cNvPr>
          <p:cNvCxnSpPr>
            <a:cxnSpLocks/>
          </p:cNvCxnSpPr>
          <p:nvPr/>
        </p:nvCxnSpPr>
        <p:spPr>
          <a:xfrm flipV="1">
            <a:off x="3983241" y="4009374"/>
            <a:ext cx="245365" cy="77755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8" name="Straight Connector 677">
            <a:extLst>
              <a:ext uri="{FF2B5EF4-FFF2-40B4-BE49-F238E27FC236}">
                <a16:creationId xmlns:a16="http://schemas.microsoft.com/office/drawing/2014/main" id="{766E19B3-3987-407D-9AA7-A03253A12156}"/>
              </a:ext>
            </a:extLst>
          </p:cNvPr>
          <p:cNvCxnSpPr>
            <a:cxnSpLocks/>
          </p:cNvCxnSpPr>
          <p:nvPr/>
        </p:nvCxnSpPr>
        <p:spPr>
          <a:xfrm flipV="1">
            <a:off x="4912263" y="3903489"/>
            <a:ext cx="2605" cy="19794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9" name="Straight Connector 678">
            <a:extLst>
              <a:ext uri="{FF2B5EF4-FFF2-40B4-BE49-F238E27FC236}">
                <a16:creationId xmlns:a16="http://schemas.microsoft.com/office/drawing/2014/main" id="{1AC0DE72-74C0-4D8A-AC68-4A9E9804913F}"/>
              </a:ext>
            </a:extLst>
          </p:cNvPr>
          <p:cNvCxnSpPr>
            <a:cxnSpLocks/>
          </p:cNvCxnSpPr>
          <p:nvPr/>
        </p:nvCxnSpPr>
        <p:spPr>
          <a:xfrm flipV="1">
            <a:off x="4009974" y="4070082"/>
            <a:ext cx="2605" cy="19794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0" name="Straight Connector 679">
            <a:extLst>
              <a:ext uri="{FF2B5EF4-FFF2-40B4-BE49-F238E27FC236}">
                <a16:creationId xmlns:a16="http://schemas.microsoft.com/office/drawing/2014/main" id="{B759640E-43C8-43B4-9867-8D9B18F339FA}"/>
              </a:ext>
            </a:extLst>
          </p:cNvPr>
          <p:cNvCxnSpPr>
            <a:cxnSpLocks/>
          </p:cNvCxnSpPr>
          <p:nvPr/>
        </p:nvCxnSpPr>
        <p:spPr>
          <a:xfrm>
            <a:off x="3781536" y="4180439"/>
            <a:ext cx="214595" cy="7922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1" name="Straight Connector 680">
            <a:extLst>
              <a:ext uri="{FF2B5EF4-FFF2-40B4-BE49-F238E27FC236}">
                <a16:creationId xmlns:a16="http://schemas.microsoft.com/office/drawing/2014/main" id="{E015CA86-3F39-475F-A3D5-80F464FEC147}"/>
              </a:ext>
            </a:extLst>
          </p:cNvPr>
          <p:cNvCxnSpPr>
            <a:cxnSpLocks/>
          </p:cNvCxnSpPr>
          <p:nvPr/>
        </p:nvCxnSpPr>
        <p:spPr>
          <a:xfrm flipV="1">
            <a:off x="3787972" y="3991099"/>
            <a:ext cx="2605" cy="19794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2" name="Straight Connector 681">
            <a:extLst>
              <a:ext uri="{FF2B5EF4-FFF2-40B4-BE49-F238E27FC236}">
                <a16:creationId xmlns:a16="http://schemas.microsoft.com/office/drawing/2014/main" id="{75E822B7-F034-4656-AF57-930837266580}"/>
              </a:ext>
            </a:extLst>
          </p:cNvPr>
          <p:cNvCxnSpPr>
            <a:cxnSpLocks/>
          </p:cNvCxnSpPr>
          <p:nvPr/>
        </p:nvCxnSpPr>
        <p:spPr>
          <a:xfrm flipV="1">
            <a:off x="3768435" y="3896432"/>
            <a:ext cx="238988" cy="10461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4" name="Straight Connector 683">
            <a:extLst>
              <a:ext uri="{FF2B5EF4-FFF2-40B4-BE49-F238E27FC236}">
                <a16:creationId xmlns:a16="http://schemas.microsoft.com/office/drawing/2014/main" id="{714F3BE4-8F09-4110-9D4A-31C5809F9A96}"/>
              </a:ext>
            </a:extLst>
          </p:cNvPr>
          <p:cNvCxnSpPr>
            <a:cxnSpLocks/>
          </p:cNvCxnSpPr>
          <p:nvPr/>
        </p:nvCxnSpPr>
        <p:spPr>
          <a:xfrm flipH="1" flipV="1">
            <a:off x="3993039" y="3376470"/>
            <a:ext cx="6833" cy="529383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6" name="Straight Connector 685">
            <a:extLst>
              <a:ext uri="{FF2B5EF4-FFF2-40B4-BE49-F238E27FC236}">
                <a16:creationId xmlns:a16="http://schemas.microsoft.com/office/drawing/2014/main" id="{C947D7DF-D88A-4187-821D-5FE3CA95FAF6}"/>
              </a:ext>
            </a:extLst>
          </p:cNvPr>
          <p:cNvCxnSpPr>
            <a:cxnSpLocks/>
          </p:cNvCxnSpPr>
          <p:nvPr/>
        </p:nvCxnSpPr>
        <p:spPr>
          <a:xfrm flipV="1">
            <a:off x="3760600" y="3394375"/>
            <a:ext cx="245365" cy="77755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7" name="Straight Connector 686">
            <a:extLst>
              <a:ext uri="{FF2B5EF4-FFF2-40B4-BE49-F238E27FC236}">
                <a16:creationId xmlns:a16="http://schemas.microsoft.com/office/drawing/2014/main" id="{519B03CD-9AE0-4C44-8858-614C1A81C102}"/>
              </a:ext>
            </a:extLst>
          </p:cNvPr>
          <p:cNvCxnSpPr>
            <a:cxnSpLocks/>
          </p:cNvCxnSpPr>
          <p:nvPr/>
        </p:nvCxnSpPr>
        <p:spPr>
          <a:xfrm flipV="1">
            <a:off x="3764044" y="3449768"/>
            <a:ext cx="2605" cy="19794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8" name="Straight Connector 687">
            <a:extLst>
              <a:ext uri="{FF2B5EF4-FFF2-40B4-BE49-F238E27FC236}">
                <a16:creationId xmlns:a16="http://schemas.microsoft.com/office/drawing/2014/main" id="{A77843DE-F713-4194-83ED-1288D7653A9E}"/>
              </a:ext>
            </a:extLst>
          </p:cNvPr>
          <p:cNvCxnSpPr>
            <a:cxnSpLocks/>
          </p:cNvCxnSpPr>
          <p:nvPr/>
        </p:nvCxnSpPr>
        <p:spPr>
          <a:xfrm>
            <a:off x="3548252" y="3561881"/>
            <a:ext cx="214595" cy="7922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9" name="Straight Connector 688">
            <a:extLst>
              <a:ext uri="{FF2B5EF4-FFF2-40B4-BE49-F238E27FC236}">
                <a16:creationId xmlns:a16="http://schemas.microsoft.com/office/drawing/2014/main" id="{A3D511C7-10B6-4A9C-B9D8-97BFA34C08E4}"/>
              </a:ext>
            </a:extLst>
          </p:cNvPr>
          <p:cNvCxnSpPr>
            <a:cxnSpLocks/>
          </p:cNvCxnSpPr>
          <p:nvPr/>
        </p:nvCxnSpPr>
        <p:spPr>
          <a:xfrm flipV="1">
            <a:off x="3551750" y="3390289"/>
            <a:ext cx="2605" cy="19794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0" name="Straight Connector 689">
            <a:extLst>
              <a:ext uri="{FF2B5EF4-FFF2-40B4-BE49-F238E27FC236}">
                <a16:creationId xmlns:a16="http://schemas.microsoft.com/office/drawing/2014/main" id="{4ED67F68-5D50-4E75-96E2-83D3623F9ECB}"/>
              </a:ext>
            </a:extLst>
          </p:cNvPr>
          <p:cNvCxnSpPr>
            <a:cxnSpLocks/>
          </p:cNvCxnSpPr>
          <p:nvPr/>
        </p:nvCxnSpPr>
        <p:spPr>
          <a:xfrm>
            <a:off x="3329731" y="3298161"/>
            <a:ext cx="214595" cy="7922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1" name="Straight Connector 690">
            <a:extLst>
              <a:ext uri="{FF2B5EF4-FFF2-40B4-BE49-F238E27FC236}">
                <a16:creationId xmlns:a16="http://schemas.microsoft.com/office/drawing/2014/main" id="{6307DF50-C893-465B-B500-6B935D497C7E}"/>
              </a:ext>
            </a:extLst>
          </p:cNvPr>
          <p:cNvCxnSpPr>
            <a:cxnSpLocks/>
          </p:cNvCxnSpPr>
          <p:nvPr/>
        </p:nvCxnSpPr>
        <p:spPr>
          <a:xfrm flipV="1">
            <a:off x="3316661" y="3277613"/>
            <a:ext cx="9042" cy="543528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3" name="Straight Connector 692">
            <a:extLst>
              <a:ext uri="{FF2B5EF4-FFF2-40B4-BE49-F238E27FC236}">
                <a16:creationId xmlns:a16="http://schemas.microsoft.com/office/drawing/2014/main" id="{FD54F262-FCC6-4CF9-8764-724953EA1963}"/>
              </a:ext>
            </a:extLst>
          </p:cNvPr>
          <p:cNvCxnSpPr>
            <a:cxnSpLocks/>
          </p:cNvCxnSpPr>
          <p:nvPr/>
        </p:nvCxnSpPr>
        <p:spPr>
          <a:xfrm>
            <a:off x="3334498" y="3817151"/>
            <a:ext cx="214595" cy="7922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4" name="Straight Connector 693">
            <a:extLst>
              <a:ext uri="{FF2B5EF4-FFF2-40B4-BE49-F238E27FC236}">
                <a16:creationId xmlns:a16="http://schemas.microsoft.com/office/drawing/2014/main" id="{A2A13F0C-653F-4B03-A7B2-ACFACFA3E34C}"/>
              </a:ext>
            </a:extLst>
          </p:cNvPr>
          <p:cNvCxnSpPr>
            <a:cxnSpLocks/>
          </p:cNvCxnSpPr>
          <p:nvPr/>
        </p:nvCxnSpPr>
        <p:spPr>
          <a:xfrm flipV="1">
            <a:off x="3551369" y="3888476"/>
            <a:ext cx="2605" cy="19794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5" name="Straight Connector 694">
            <a:extLst>
              <a:ext uri="{FF2B5EF4-FFF2-40B4-BE49-F238E27FC236}">
                <a16:creationId xmlns:a16="http://schemas.microsoft.com/office/drawing/2014/main" id="{4ADF8A4F-5853-4EF5-954D-88FDF1C4C13F}"/>
              </a:ext>
            </a:extLst>
          </p:cNvPr>
          <p:cNvCxnSpPr>
            <a:cxnSpLocks/>
          </p:cNvCxnSpPr>
          <p:nvPr/>
        </p:nvCxnSpPr>
        <p:spPr>
          <a:xfrm>
            <a:off x="3326147" y="3994098"/>
            <a:ext cx="214595" cy="7922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6" name="Straight Connector 695">
            <a:extLst>
              <a:ext uri="{FF2B5EF4-FFF2-40B4-BE49-F238E27FC236}">
                <a16:creationId xmlns:a16="http://schemas.microsoft.com/office/drawing/2014/main" id="{36EBEE7C-493A-4D44-AEF5-6A50282DC5EA}"/>
              </a:ext>
            </a:extLst>
          </p:cNvPr>
          <p:cNvCxnSpPr>
            <a:cxnSpLocks/>
          </p:cNvCxnSpPr>
          <p:nvPr/>
        </p:nvCxnSpPr>
        <p:spPr>
          <a:xfrm flipV="1">
            <a:off x="3091240" y="3992828"/>
            <a:ext cx="247845" cy="10860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8" name="Straight Connector 697">
            <a:extLst>
              <a:ext uri="{FF2B5EF4-FFF2-40B4-BE49-F238E27FC236}">
                <a16:creationId xmlns:a16="http://schemas.microsoft.com/office/drawing/2014/main" id="{DC8AB398-4570-4C1D-AA28-CA817DAA14F7}"/>
              </a:ext>
            </a:extLst>
          </p:cNvPr>
          <p:cNvCxnSpPr>
            <a:cxnSpLocks/>
          </p:cNvCxnSpPr>
          <p:nvPr/>
        </p:nvCxnSpPr>
        <p:spPr>
          <a:xfrm flipV="1">
            <a:off x="3107776" y="4094890"/>
            <a:ext cx="2605" cy="19794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9" name="Straight Connector 698">
            <a:extLst>
              <a:ext uri="{FF2B5EF4-FFF2-40B4-BE49-F238E27FC236}">
                <a16:creationId xmlns:a16="http://schemas.microsoft.com/office/drawing/2014/main" id="{21DFF82D-7D55-4287-8D6A-40F40CC10A1B}"/>
              </a:ext>
            </a:extLst>
          </p:cNvPr>
          <p:cNvCxnSpPr>
            <a:cxnSpLocks/>
          </p:cNvCxnSpPr>
          <p:nvPr/>
        </p:nvCxnSpPr>
        <p:spPr>
          <a:xfrm flipV="1">
            <a:off x="2860243" y="4257458"/>
            <a:ext cx="247845" cy="10860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0" name="Straight Connector 699">
            <a:extLst>
              <a:ext uri="{FF2B5EF4-FFF2-40B4-BE49-F238E27FC236}">
                <a16:creationId xmlns:a16="http://schemas.microsoft.com/office/drawing/2014/main" id="{D6C94AB0-BDF9-4E90-9878-0522C5B476B3}"/>
              </a:ext>
            </a:extLst>
          </p:cNvPr>
          <p:cNvCxnSpPr>
            <a:cxnSpLocks/>
          </p:cNvCxnSpPr>
          <p:nvPr/>
        </p:nvCxnSpPr>
        <p:spPr>
          <a:xfrm flipV="1">
            <a:off x="2867619" y="4354840"/>
            <a:ext cx="2605" cy="19794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CBDFC959-F5F6-4A23-8739-668AB421FD79}"/>
              </a:ext>
            </a:extLst>
          </p:cNvPr>
          <p:cNvCxnSpPr>
            <a:cxnSpLocks/>
          </p:cNvCxnSpPr>
          <p:nvPr/>
        </p:nvCxnSpPr>
        <p:spPr>
          <a:xfrm>
            <a:off x="2625703" y="4458397"/>
            <a:ext cx="214595" cy="7922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2" name="Straight Connector 701">
            <a:extLst>
              <a:ext uri="{FF2B5EF4-FFF2-40B4-BE49-F238E27FC236}">
                <a16:creationId xmlns:a16="http://schemas.microsoft.com/office/drawing/2014/main" id="{B4DA6B47-6179-46DD-8430-3E6921C90EA5}"/>
              </a:ext>
            </a:extLst>
          </p:cNvPr>
          <p:cNvCxnSpPr>
            <a:cxnSpLocks/>
          </p:cNvCxnSpPr>
          <p:nvPr/>
        </p:nvCxnSpPr>
        <p:spPr>
          <a:xfrm flipV="1">
            <a:off x="2649038" y="4262281"/>
            <a:ext cx="2605" cy="19794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3" name="Straight Connector 702">
            <a:extLst>
              <a:ext uri="{FF2B5EF4-FFF2-40B4-BE49-F238E27FC236}">
                <a16:creationId xmlns:a16="http://schemas.microsoft.com/office/drawing/2014/main" id="{5AE43AD9-3AF9-4595-9AD3-D87C52AF1FF6}"/>
              </a:ext>
            </a:extLst>
          </p:cNvPr>
          <p:cNvCxnSpPr>
            <a:cxnSpLocks/>
          </p:cNvCxnSpPr>
          <p:nvPr/>
        </p:nvCxnSpPr>
        <p:spPr>
          <a:xfrm flipV="1">
            <a:off x="2636523" y="4166643"/>
            <a:ext cx="247845" cy="10860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4" name="Straight Connector 703">
            <a:extLst>
              <a:ext uri="{FF2B5EF4-FFF2-40B4-BE49-F238E27FC236}">
                <a16:creationId xmlns:a16="http://schemas.microsoft.com/office/drawing/2014/main" id="{C2EC04A2-EA6D-4E3F-81A4-9C27B933E640}"/>
              </a:ext>
            </a:extLst>
          </p:cNvPr>
          <p:cNvCxnSpPr>
            <a:cxnSpLocks/>
          </p:cNvCxnSpPr>
          <p:nvPr/>
        </p:nvCxnSpPr>
        <p:spPr>
          <a:xfrm flipV="1">
            <a:off x="2872790" y="3985547"/>
            <a:ext cx="2605" cy="19794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5" name="Straight Connector 704">
            <a:extLst>
              <a:ext uri="{FF2B5EF4-FFF2-40B4-BE49-F238E27FC236}">
                <a16:creationId xmlns:a16="http://schemas.microsoft.com/office/drawing/2014/main" id="{667335C4-64CC-4487-9A02-26D33D2E9E3A}"/>
              </a:ext>
            </a:extLst>
          </p:cNvPr>
          <p:cNvCxnSpPr>
            <a:cxnSpLocks/>
          </p:cNvCxnSpPr>
          <p:nvPr/>
        </p:nvCxnSpPr>
        <p:spPr>
          <a:xfrm flipV="1">
            <a:off x="2874092" y="3904439"/>
            <a:ext cx="247845" cy="10860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6" name="Straight Connector 705">
            <a:extLst>
              <a:ext uri="{FF2B5EF4-FFF2-40B4-BE49-F238E27FC236}">
                <a16:creationId xmlns:a16="http://schemas.microsoft.com/office/drawing/2014/main" id="{40645A07-A759-4CAD-80A1-F89454C08D6A}"/>
              </a:ext>
            </a:extLst>
          </p:cNvPr>
          <p:cNvCxnSpPr>
            <a:cxnSpLocks/>
          </p:cNvCxnSpPr>
          <p:nvPr/>
        </p:nvCxnSpPr>
        <p:spPr>
          <a:xfrm flipH="1" flipV="1">
            <a:off x="3091240" y="3222149"/>
            <a:ext cx="14263" cy="711873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8" name="Straight Connector 707">
            <a:extLst>
              <a:ext uri="{FF2B5EF4-FFF2-40B4-BE49-F238E27FC236}">
                <a16:creationId xmlns:a16="http://schemas.microsoft.com/office/drawing/2014/main" id="{25A4EABA-8161-4758-818D-8EEA84E2D93A}"/>
              </a:ext>
            </a:extLst>
          </p:cNvPr>
          <p:cNvCxnSpPr>
            <a:cxnSpLocks/>
          </p:cNvCxnSpPr>
          <p:nvPr/>
        </p:nvCxnSpPr>
        <p:spPr>
          <a:xfrm>
            <a:off x="2874384" y="3126229"/>
            <a:ext cx="214595" cy="7922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9" name="Straight Connector 708">
            <a:extLst>
              <a:ext uri="{FF2B5EF4-FFF2-40B4-BE49-F238E27FC236}">
                <a16:creationId xmlns:a16="http://schemas.microsoft.com/office/drawing/2014/main" id="{77F2FA26-0873-414E-9A33-492964D10B12}"/>
              </a:ext>
            </a:extLst>
          </p:cNvPr>
          <p:cNvCxnSpPr>
            <a:cxnSpLocks/>
          </p:cNvCxnSpPr>
          <p:nvPr/>
        </p:nvCxnSpPr>
        <p:spPr>
          <a:xfrm flipH="1" flipV="1">
            <a:off x="2884995" y="3105545"/>
            <a:ext cx="14263" cy="711873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0" name="Straight Connector 709">
            <a:extLst>
              <a:ext uri="{FF2B5EF4-FFF2-40B4-BE49-F238E27FC236}">
                <a16:creationId xmlns:a16="http://schemas.microsoft.com/office/drawing/2014/main" id="{F23B58F8-2F99-40D9-9553-AC5CEF633774}"/>
              </a:ext>
            </a:extLst>
          </p:cNvPr>
          <p:cNvCxnSpPr>
            <a:cxnSpLocks/>
          </p:cNvCxnSpPr>
          <p:nvPr/>
        </p:nvCxnSpPr>
        <p:spPr>
          <a:xfrm flipV="1">
            <a:off x="2661428" y="3814284"/>
            <a:ext cx="247845" cy="10860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1" name="Straight Connector 710">
            <a:extLst>
              <a:ext uri="{FF2B5EF4-FFF2-40B4-BE49-F238E27FC236}">
                <a16:creationId xmlns:a16="http://schemas.microsoft.com/office/drawing/2014/main" id="{0BD77AEA-9D01-4FFD-8233-8338D157FA92}"/>
              </a:ext>
            </a:extLst>
          </p:cNvPr>
          <p:cNvCxnSpPr>
            <a:cxnSpLocks/>
          </p:cNvCxnSpPr>
          <p:nvPr/>
        </p:nvCxnSpPr>
        <p:spPr>
          <a:xfrm flipV="1">
            <a:off x="2680126" y="3920034"/>
            <a:ext cx="2605" cy="19794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2" name="Straight Connector 711">
            <a:extLst>
              <a:ext uri="{FF2B5EF4-FFF2-40B4-BE49-F238E27FC236}">
                <a16:creationId xmlns:a16="http://schemas.microsoft.com/office/drawing/2014/main" id="{B4255763-3906-421E-8207-9617619124A8}"/>
              </a:ext>
            </a:extLst>
          </p:cNvPr>
          <p:cNvCxnSpPr>
            <a:cxnSpLocks/>
          </p:cNvCxnSpPr>
          <p:nvPr/>
        </p:nvCxnSpPr>
        <p:spPr>
          <a:xfrm>
            <a:off x="2426235" y="3994098"/>
            <a:ext cx="254033" cy="91009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4" name="Straight Connector 713">
            <a:extLst>
              <a:ext uri="{FF2B5EF4-FFF2-40B4-BE49-F238E27FC236}">
                <a16:creationId xmlns:a16="http://schemas.microsoft.com/office/drawing/2014/main" id="{5FE85D55-99CB-4EDB-996E-34CE914AF087}"/>
              </a:ext>
            </a:extLst>
          </p:cNvPr>
          <p:cNvCxnSpPr>
            <a:cxnSpLocks/>
          </p:cNvCxnSpPr>
          <p:nvPr/>
        </p:nvCxnSpPr>
        <p:spPr>
          <a:xfrm flipV="1">
            <a:off x="2435103" y="3824145"/>
            <a:ext cx="2605" cy="19794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5" name="Straight Connector 714">
            <a:extLst>
              <a:ext uri="{FF2B5EF4-FFF2-40B4-BE49-F238E27FC236}">
                <a16:creationId xmlns:a16="http://schemas.microsoft.com/office/drawing/2014/main" id="{3BAB1EC3-A72B-48F8-A5FC-F21554248120}"/>
              </a:ext>
            </a:extLst>
          </p:cNvPr>
          <p:cNvCxnSpPr>
            <a:cxnSpLocks/>
          </p:cNvCxnSpPr>
          <p:nvPr/>
        </p:nvCxnSpPr>
        <p:spPr>
          <a:xfrm flipV="1">
            <a:off x="2445194" y="3740140"/>
            <a:ext cx="247845" cy="10860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6" name="Straight Connector 715">
            <a:extLst>
              <a:ext uri="{FF2B5EF4-FFF2-40B4-BE49-F238E27FC236}">
                <a16:creationId xmlns:a16="http://schemas.microsoft.com/office/drawing/2014/main" id="{5F453F94-E4BD-4AB8-A83B-8BE84A89577D}"/>
              </a:ext>
            </a:extLst>
          </p:cNvPr>
          <p:cNvCxnSpPr>
            <a:cxnSpLocks/>
          </p:cNvCxnSpPr>
          <p:nvPr/>
        </p:nvCxnSpPr>
        <p:spPr>
          <a:xfrm flipV="1">
            <a:off x="2669636" y="3570527"/>
            <a:ext cx="2605" cy="19794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7" name="Straight Connector 716">
            <a:extLst>
              <a:ext uri="{FF2B5EF4-FFF2-40B4-BE49-F238E27FC236}">
                <a16:creationId xmlns:a16="http://schemas.microsoft.com/office/drawing/2014/main" id="{758F9ADE-0FB8-482A-B1AB-528FBF887522}"/>
              </a:ext>
            </a:extLst>
          </p:cNvPr>
          <p:cNvCxnSpPr>
            <a:cxnSpLocks/>
          </p:cNvCxnSpPr>
          <p:nvPr/>
        </p:nvCxnSpPr>
        <p:spPr>
          <a:xfrm flipV="1">
            <a:off x="2199321" y="3547822"/>
            <a:ext cx="475511" cy="193656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9" name="Straight Connector 718">
            <a:extLst>
              <a:ext uri="{FF2B5EF4-FFF2-40B4-BE49-F238E27FC236}">
                <a16:creationId xmlns:a16="http://schemas.microsoft.com/office/drawing/2014/main" id="{91D97DA4-3997-4E6A-8BF2-07FAFE7930F6}"/>
              </a:ext>
            </a:extLst>
          </p:cNvPr>
          <p:cNvCxnSpPr>
            <a:cxnSpLocks/>
          </p:cNvCxnSpPr>
          <p:nvPr/>
        </p:nvCxnSpPr>
        <p:spPr>
          <a:xfrm flipH="1" flipV="1">
            <a:off x="1971656" y="3647709"/>
            <a:ext cx="227853" cy="105168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2" name="Straight Connector 721">
            <a:extLst>
              <a:ext uri="{FF2B5EF4-FFF2-40B4-BE49-F238E27FC236}">
                <a16:creationId xmlns:a16="http://schemas.microsoft.com/office/drawing/2014/main" id="{DAF3E5CC-7BAF-40B1-9DEB-8798DAB61CD7}"/>
              </a:ext>
            </a:extLst>
          </p:cNvPr>
          <p:cNvCxnSpPr>
            <a:cxnSpLocks/>
          </p:cNvCxnSpPr>
          <p:nvPr/>
        </p:nvCxnSpPr>
        <p:spPr>
          <a:xfrm flipV="1">
            <a:off x="1970663" y="3561881"/>
            <a:ext cx="232004" cy="824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3" name="Straight Connector 722">
            <a:extLst>
              <a:ext uri="{FF2B5EF4-FFF2-40B4-BE49-F238E27FC236}">
                <a16:creationId xmlns:a16="http://schemas.microsoft.com/office/drawing/2014/main" id="{B39EAB00-A622-456C-AE0F-031DAC8EED98}"/>
              </a:ext>
            </a:extLst>
          </p:cNvPr>
          <p:cNvCxnSpPr>
            <a:cxnSpLocks/>
          </p:cNvCxnSpPr>
          <p:nvPr/>
        </p:nvCxnSpPr>
        <p:spPr>
          <a:xfrm flipH="1" flipV="1">
            <a:off x="1971050" y="3471242"/>
            <a:ext cx="227852" cy="105168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4" name="Straight Connector 723">
            <a:extLst>
              <a:ext uri="{FF2B5EF4-FFF2-40B4-BE49-F238E27FC236}">
                <a16:creationId xmlns:a16="http://schemas.microsoft.com/office/drawing/2014/main" id="{5D9254D8-3243-468A-9944-BDB91BE02BAC}"/>
              </a:ext>
            </a:extLst>
          </p:cNvPr>
          <p:cNvCxnSpPr>
            <a:cxnSpLocks/>
          </p:cNvCxnSpPr>
          <p:nvPr/>
        </p:nvCxnSpPr>
        <p:spPr>
          <a:xfrm flipV="1">
            <a:off x="1973089" y="3359252"/>
            <a:ext cx="244812" cy="131833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8" name="Straight Connector 727">
            <a:extLst>
              <a:ext uri="{FF2B5EF4-FFF2-40B4-BE49-F238E27FC236}">
                <a16:creationId xmlns:a16="http://schemas.microsoft.com/office/drawing/2014/main" id="{E1758268-4FEF-4EC0-9B88-F328A57B8EFA}"/>
              </a:ext>
            </a:extLst>
          </p:cNvPr>
          <p:cNvCxnSpPr>
            <a:cxnSpLocks/>
          </p:cNvCxnSpPr>
          <p:nvPr/>
        </p:nvCxnSpPr>
        <p:spPr>
          <a:xfrm flipV="1">
            <a:off x="2196294" y="3201738"/>
            <a:ext cx="2605" cy="19794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9" name="Straight Connector 728">
            <a:extLst>
              <a:ext uri="{FF2B5EF4-FFF2-40B4-BE49-F238E27FC236}">
                <a16:creationId xmlns:a16="http://schemas.microsoft.com/office/drawing/2014/main" id="{CCE05987-2922-4D1A-87A3-B35906A235EA}"/>
              </a:ext>
            </a:extLst>
          </p:cNvPr>
          <p:cNvCxnSpPr>
            <a:cxnSpLocks/>
          </p:cNvCxnSpPr>
          <p:nvPr/>
        </p:nvCxnSpPr>
        <p:spPr>
          <a:xfrm flipV="1">
            <a:off x="2191962" y="3045024"/>
            <a:ext cx="455960" cy="189172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1" name="Straight Connector 730">
            <a:extLst>
              <a:ext uri="{FF2B5EF4-FFF2-40B4-BE49-F238E27FC236}">
                <a16:creationId xmlns:a16="http://schemas.microsoft.com/office/drawing/2014/main" id="{F466F193-A990-4616-A32D-0A7EB4CE8427}"/>
              </a:ext>
            </a:extLst>
          </p:cNvPr>
          <p:cNvCxnSpPr>
            <a:cxnSpLocks/>
          </p:cNvCxnSpPr>
          <p:nvPr/>
        </p:nvCxnSpPr>
        <p:spPr>
          <a:xfrm flipV="1">
            <a:off x="2649255" y="2861077"/>
            <a:ext cx="2605" cy="19794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2" name="Straight Connector 731">
            <a:extLst>
              <a:ext uri="{FF2B5EF4-FFF2-40B4-BE49-F238E27FC236}">
                <a16:creationId xmlns:a16="http://schemas.microsoft.com/office/drawing/2014/main" id="{A6A452C6-EAAF-4EAA-A255-A131E47C5350}"/>
              </a:ext>
            </a:extLst>
          </p:cNvPr>
          <p:cNvCxnSpPr>
            <a:cxnSpLocks/>
          </p:cNvCxnSpPr>
          <p:nvPr/>
        </p:nvCxnSpPr>
        <p:spPr>
          <a:xfrm flipH="1" flipV="1">
            <a:off x="2423569" y="2775137"/>
            <a:ext cx="227852" cy="105168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3" name="Straight Connector 732">
            <a:extLst>
              <a:ext uri="{FF2B5EF4-FFF2-40B4-BE49-F238E27FC236}">
                <a16:creationId xmlns:a16="http://schemas.microsoft.com/office/drawing/2014/main" id="{FA6C59A4-C2FC-47BA-92F7-1B3D2FA78831}"/>
              </a:ext>
            </a:extLst>
          </p:cNvPr>
          <p:cNvCxnSpPr>
            <a:cxnSpLocks/>
          </p:cNvCxnSpPr>
          <p:nvPr/>
        </p:nvCxnSpPr>
        <p:spPr>
          <a:xfrm flipV="1">
            <a:off x="2431953" y="2764416"/>
            <a:ext cx="2605" cy="19794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4" name="Straight Connector 733">
            <a:extLst>
              <a:ext uri="{FF2B5EF4-FFF2-40B4-BE49-F238E27FC236}">
                <a16:creationId xmlns:a16="http://schemas.microsoft.com/office/drawing/2014/main" id="{C450EF78-F4CE-489D-990F-A8D2C35C21A8}"/>
              </a:ext>
            </a:extLst>
          </p:cNvPr>
          <p:cNvCxnSpPr>
            <a:cxnSpLocks/>
          </p:cNvCxnSpPr>
          <p:nvPr/>
        </p:nvCxnSpPr>
        <p:spPr>
          <a:xfrm flipV="1">
            <a:off x="2193587" y="2937641"/>
            <a:ext cx="244812" cy="131833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5" name="Straight Connector 734">
            <a:extLst>
              <a:ext uri="{FF2B5EF4-FFF2-40B4-BE49-F238E27FC236}">
                <a16:creationId xmlns:a16="http://schemas.microsoft.com/office/drawing/2014/main" id="{3D396AF9-6CF3-4808-AD3B-DDE8A7FB1270}"/>
              </a:ext>
            </a:extLst>
          </p:cNvPr>
          <p:cNvCxnSpPr>
            <a:cxnSpLocks/>
          </p:cNvCxnSpPr>
          <p:nvPr/>
        </p:nvCxnSpPr>
        <p:spPr>
          <a:xfrm flipV="1">
            <a:off x="2208112" y="2696374"/>
            <a:ext cx="0" cy="372286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7" name="Straight Connector 736">
            <a:extLst>
              <a:ext uri="{FF2B5EF4-FFF2-40B4-BE49-F238E27FC236}">
                <a16:creationId xmlns:a16="http://schemas.microsoft.com/office/drawing/2014/main" id="{8E32881B-21B8-46DA-919B-A8E3A94EC22B}"/>
              </a:ext>
            </a:extLst>
          </p:cNvPr>
          <p:cNvCxnSpPr>
            <a:cxnSpLocks/>
          </p:cNvCxnSpPr>
          <p:nvPr/>
        </p:nvCxnSpPr>
        <p:spPr>
          <a:xfrm flipV="1">
            <a:off x="1978557" y="2658076"/>
            <a:ext cx="244812" cy="131833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8" name="Straight Connector 737">
            <a:extLst>
              <a:ext uri="{FF2B5EF4-FFF2-40B4-BE49-F238E27FC236}">
                <a16:creationId xmlns:a16="http://schemas.microsoft.com/office/drawing/2014/main" id="{AC06157E-B6FF-4D5E-BF91-A7E6D8EB06BE}"/>
              </a:ext>
            </a:extLst>
          </p:cNvPr>
          <p:cNvCxnSpPr>
            <a:cxnSpLocks/>
          </p:cNvCxnSpPr>
          <p:nvPr/>
        </p:nvCxnSpPr>
        <p:spPr>
          <a:xfrm flipV="1">
            <a:off x="1974854" y="2767324"/>
            <a:ext cx="14314" cy="530837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0" name="Straight Connector 739">
            <a:extLst>
              <a:ext uri="{FF2B5EF4-FFF2-40B4-BE49-F238E27FC236}">
                <a16:creationId xmlns:a16="http://schemas.microsoft.com/office/drawing/2014/main" id="{347529BB-B8E0-4578-9F2D-9A57DEC70097}"/>
              </a:ext>
            </a:extLst>
          </p:cNvPr>
          <p:cNvCxnSpPr>
            <a:cxnSpLocks/>
          </p:cNvCxnSpPr>
          <p:nvPr/>
        </p:nvCxnSpPr>
        <p:spPr>
          <a:xfrm flipH="1" flipV="1">
            <a:off x="1753768" y="3195415"/>
            <a:ext cx="227852" cy="105168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1" name="Straight Connector 740">
            <a:extLst>
              <a:ext uri="{FF2B5EF4-FFF2-40B4-BE49-F238E27FC236}">
                <a16:creationId xmlns:a16="http://schemas.microsoft.com/office/drawing/2014/main" id="{55DBD32C-CB68-47CA-B2DB-12E4265E23C8}"/>
              </a:ext>
            </a:extLst>
          </p:cNvPr>
          <p:cNvCxnSpPr>
            <a:cxnSpLocks/>
          </p:cNvCxnSpPr>
          <p:nvPr/>
        </p:nvCxnSpPr>
        <p:spPr>
          <a:xfrm flipV="1">
            <a:off x="1528003" y="3217393"/>
            <a:ext cx="232004" cy="824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2" name="Straight Connector 741">
            <a:extLst>
              <a:ext uri="{FF2B5EF4-FFF2-40B4-BE49-F238E27FC236}">
                <a16:creationId xmlns:a16="http://schemas.microsoft.com/office/drawing/2014/main" id="{C5CF8707-FDB9-4BE3-BC1F-D426E69F56E1}"/>
              </a:ext>
            </a:extLst>
          </p:cNvPr>
          <p:cNvCxnSpPr>
            <a:cxnSpLocks/>
          </p:cNvCxnSpPr>
          <p:nvPr/>
        </p:nvCxnSpPr>
        <p:spPr>
          <a:xfrm flipV="1">
            <a:off x="1541370" y="3099240"/>
            <a:ext cx="2605" cy="19794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3" name="Straight Connector 742">
            <a:extLst>
              <a:ext uri="{FF2B5EF4-FFF2-40B4-BE49-F238E27FC236}">
                <a16:creationId xmlns:a16="http://schemas.microsoft.com/office/drawing/2014/main" id="{E81E8213-0D4C-4CF4-A89B-9508463819A2}"/>
              </a:ext>
            </a:extLst>
          </p:cNvPr>
          <p:cNvCxnSpPr>
            <a:cxnSpLocks/>
          </p:cNvCxnSpPr>
          <p:nvPr/>
        </p:nvCxnSpPr>
        <p:spPr>
          <a:xfrm flipV="1">
            <a:off x="1537194" y="3049784"/>
            <a:ext cx="232004" cy="824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4" name="Straight Connector 743">
            <a:extLst>
              <a:ext uri="{FF2B5EF4-FFF2-40B4-BE49-F238E27FC236}">
                <a16:creationId xmlns:a16="http://schemas.microsoft.com/office/drawing/2014/main" id="{74ACAFDD-176E-4FEB-B4B3-A8864AA60E51}"/>
              </a:ext>
            </a:extLst>
          </p:cNvPr>
          <p:cNvCxnSpPr>
            <a:cxnSpLocks/>
          </p:cNvCxnSpPr>
          <p:nvPr/>
        </p:nvCxnSpPr>
        <p:spPr>
          <a:xfrm flipV="1">
            <a:off x="1755386" y="2854102"/>
            <a:ext cx="2605" cy="19794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5" name="Straight Connector 744">
            <a:extLst>
              <a:ext uri="{FF2B5EF4-FFF2-40B4-BE49-F238E27FC236}">
                <a16:creationId xmlns:a16="http://schemas.microsoft.com/office/drawing/2014/main" id="{674AA882-2EFA-44AF-A355-4B97B07774CB}"/>
              </a:ext>
            </a:extLst>
          </p:cNvPr>
          <p:cNvCxnSpPr>
            <a:cxnSpLocks/>
          </p:cNvCxnSpPr>
          <p:nvPr/>
        </p:nvCxnSpPr>
        <p:spPr>
          <a:xfrm flipH="1" flipV="1">
            <a:off x="1536603" y="2764690"/>
            <a:ext cx="227852" cy="105168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6" name="Straight Connector 745">
            <a:extLst>
              <a:ext uri="{FF2B5EF4-FFF2-40B4-BE49-F238E27FC236}">
                <a16:creationId xmlns:a16="http://schemas.microsoft.com/office/drawing/2014/main" id="{19AC73F5-61B9-45E9-BF1B-DBA384116B57}"/>
              </a:ext>
            </a:extLst>
          </p:cNvPr>
          <p:cNvCxnSpPr>
            <a:cxnSpLocks/>
          </p:cNvCxnSpPr>
          <p:nvPr/>
        </p:nvCxnSpPr>
        <p:spPr>
          <a:xfrm flipV="1">
            <a:off x="1542382" y="2750687"/>
            <a:ext cx="2605" cy="19794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7" name="Straight Connector 746">
            <a:extLst>
              <a:ext uri="{FF2B5EF4-FFF2-40B4-BE49-F238E27FC236}">
                <a16:creationId xmlns:a16="http://schemas.microsoft.com/office/drawing/2014/main" id="{18A5A728-8B28-431E-978B-90E43C3FFA17}"/>
              </a:ext>
            </a:extLst>
          </p:cNvPr>
          <p:cNvCxnSpPr>
            <a:cxnSpLocks/>
          </p:cNvCxnSpPr>
          <p:nvPr/>
        </p:nvCxnSpPr>
        <p:spPr>
          <a:xfrm flipV="1">
            <a:off x="1309913" y="2946613"/>
            <a:ext cx="232004" cy="824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8" name="Straight Connector 747">
            <a:extLst>
              <a:ext uri="{FF2B5EF4-FFF2-40B4-BE49-F238E27FC236}">
                <a16:creationId xmlns:a16="http://schemas.microsoft.com/office/drawing/2014/main" id="{F40A2C89-5406-4166-98C2-416755D292A9}"/>
              </a:ext>
            </a:extLst>
          </p:cNvPr>
          <p:cNvCxnSpPr>
            <a:cxnSpLocks/>
          </p:cNvCxnSpPr>
          <p:nvPr/>
        </p:nvCxnSpPr>
        <p:spPr>
          <a:xfrm flipH="1" flipV="1">
            <a:off x="1070108" y="2928290"/>
            <a:ext cx="227852" cy="105168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41BF4A9D-18D3-4611-BB60-87228C116863}"/>
              </a:ext>
            </a:extLst>
          </p:cNvPr>
          <p:cNvCxnSpPr>
            <a:cxnSpLocks/>
          </p:cNvCxnSpPr>
          <p:nvPr/>
        </p:nvCxnSpPr>
        <p:spPr>
          <a:xfrm flipH="1" flipV="1">
            <a:off x="5339370" y="1997073"/>
            <a:ext cx="245458" cy="8622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168CEF71-E95A-4BE3-A1FD-7C6F58814B59}"/>
              </a:ext>
            </a:extLst>
          </p:cNvPr>
          <p:cNvCxnSpPr>
            <a:cxnSpLocks/>
          </p:cNvCxnSpPr>
          <p:nvPr/>
        </p:nvCxnSpPr>
        <p:spPr>
          <a:xfrm flipH="1">
            <a:off x="5583627" y="1986198"/>
            <a:ext cx="245458" cy="92401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6BAEBD56-5158-409A-8338-9A75A5B63B46}"/>
              </a:ext>
            </a:extLst>
          </p:cNvPr>
          <p:cNvCxnSpPr>
            <a:cxnSpLocks/>
          </p:cNvCxnSpPr>
          <p:nvPr/>
        </p:nvCxnSpPr>
        <p:spPr>
          <a:xfrm flipH="1" flipV="1">
            <a:off x="5803265" y="1991916"/>
            <a:ext cx="656270" cy="279384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" name="Straight Connector 514">
            <a:extLst>
              <a:ext uri="{FF2B5EF4-FFF2-40B4-BE49-F238E27FC236}">
                <a16:creationId xmlns:a16="http://schemas.microsoft.com/office/drawing/2014/main" id="{0BC2BFE1-D82B-4658-A719-043B4CAECBCA}"/>
              </a:ext>
            </a:extLst>
          </p:cNvPr>
          <p:cNvCxnSpPr>
            <a:cxnSpLocks/>
          </p:cNvCxnSpPr>
          <p:nvPr/>
        </p:nvCxnSpPr>
        <p:spPr>
          <a:xfrm flipH="1">
            <a:off x="6460928" y="2255294"/>
            <a:ext cx="1210" cy="187713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7" name="Straight Connector 516">
            <a:extLst>
              <a:ext uri="{FF2B5EF4-FFF2-40B4-BE49-F238E27FC236}">
                <a16:creationId xmlns:a16="http://schemas.microsoft.com/office/drawing/2014/main" id="{2D0C5F09-EB6D-45C8-9430-B4BCC32A009A}"/>
              </a:ext>
            </a:extLst>
          </p:cNvPr>
          <p:cNvCxnSpPr>
            <a:cxnSpLocks/>
          </p:cNvCxnSpPr>
          <p:nvPr/>
        </p:nvCxnSpPr>
        <p:spPr>
          <a:xfrm flipH="1" flipV="1">
            <a:off x="5803265" y="2167626"/>
            <a:ext cx="656270" cy="279384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9" name="Straight Connector 518">
            <a:extLst>
              <a:ext uri="{FF2B5EF4-FFF2-40B4-BE49-F238E27FC236}">
                <a16:creationId xmlns:a16="http://schemas.microsoft.com/office/drawing/2014/main" id="{13209990-7AA6-4A8A-88C5-5BAA9C16306E}"/>
              </a:ext>
            </a:extLst>
          </p:cNvPr>
          <p:cNvCxnSpPr>
            <a:cxnSpLocks/>
          </p:cNvCxnSpPr>
          <p:nvPr/>
        </p:nvCxnSpPr>
        <p:spPr>
          <a:xfrm flipH="1">
            <a:off x="5808344" y="2173544"/>
            <a:ext cx="1210" cy="187713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Straight Connector 521">
            <a:extLst>
              <a:ext uri="{FF2B5EF4-FFF2-40B4-BE49-F238E27FC236}">
                <a16:creationId xmlns:a16="http://schemas.microsoft.com/office/drawing/2014/main" id="{C79EFC53-79B1-4299-B4F9-7B87862FD340}"/>
              </a:ext>
            </a:extLst>
          </p:cNvPr>
          <p:cNvCxnSpPr>
            <a:cxnSpLocks/>
          </p:cNvCxnSpPr>
          <p:nvPr/>
        </p:nvCxnSpPr>
        <p:spPr>
          <a:xfrm>
            <a:off x="4884398" y="949839"/>
            <a:ext cx="0" cy="185384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6" name="Straight Connector 525">
            <a:extLst>
              <a:ext uri="{FF2B5EF4-FFF2-40B4-BE49-F238E27FC236}">
                <a16:creationId xmlns:a16="http://schemas.microsoft.com/office/drawing/2014/main" id="{E5D354FB-3F4F-4A16-9E52-B3768C152353}"/>
              </a:ext>
            </a:extLst>
          </p:cNvPr>
          <p:cNvCxnSpPr>
            <a:cxnSpLocks/>
          </p:cNvCxnSpPr>
          <p:nvPr/>
        </p:nvCxnSpPr>
        <p:spPr>
          <a:xfrm flipH="1" flipV="1">
            <a:off x="8921116" y="4433001"/>
            <a:ext cx="223838" cy="116682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0" name="Straight Connector 529">
            <a:extLst>
              <a:ext uri="{FF2B5EF4-FFF2-40B4-BE49-F238E27FC236}">
                <a16:creationId xmlns:a16="http://schemas.microsoft.com/office/drawing/2014/main" id="{FCBE0373-B2E4-4565-8C50-46D72E17F594}"/>
              </a:ext>
            </a:extLst>
          </p:cNvPr>
          <p:cNvCxnSpPr>
            <a:cxnSpLocks/>
          </p:cNvCxnSpPr>
          <p:nvPr/>
        </p:nvCxnSpPr>
        <p:spPr>
          <a:xfrm flipH="1" flipV="1">
            <a:off x="6466342" y="4361251"/>
            <a:ext cx="668738" cy="265202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2" name="Straight Connector 531">
            <a:extLst>
              <a:ext uri="{FF2B5EF4-FFF2-40B4-BE49-F238E27FC236}">
                <a16:creationId xmlns:a16="http://schemas.microsoft.com/office/drawing/2014/main" id="{C8A9A061-0EEF-4694-9237-96A3A438FAEE}"/>
              </a:ext>
            </a:extLst>
          </p:cNvPr>
          <p:cNvCxnSpPr>
            <a:cxnSpLocks/>
          </p:cNvCxnSpPr>
          <p:nvPr/>
        </p:nvCxnSpPr>
        <p:spPr>
          <a:xfrm flipH="1">
            <a:off x="5999437" y="5315427"/>
            <a:ext cx="250188" cy="81758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7" name="Straight Connector 536">
            <a:extLst>
              <a:ext uri="{FF2B5EF4-FFF2-40B4-BE49-F238E27FC236}">
                <a16:creationId xmlns:a16="http://schemas.microsoft.com/office/drawing/2014/main" id="{47A501CF-99CE-46D5-ACEC-4ED3FC4EB36B}"/>
              </a:ext>
            </a:extLst>
          </p:cNvPr>
          <p:cNvCxnSpPr>
            <a:cxnSpLocks/>
          </p:cNvCxnSpPr>
          <p:nvPr/>
        </p:nvCxnSpPr>
        <p:spPr>
          <a:xfrm flipH="1" flipV="1">
            <a:off x="5998092" y="5219386"/>
            <a:ext cx="262142" cy="100211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" name="Straight Connector 537">
            <a:extLst>
              <a:ext uri="{FF2B5EF4-FFF2-40B4-BE49-F238E27FC236}">
                <a16:creationId xmlns:a16="http://schemas.microsoft.com/office/drawing/2014/main" id="{2ED0A73D-A83A-4F74-86DA-691A5D58ED2D}"/>
              </a:ext>
            </a:extLst>
          </p:cNvPr>
          <p:cNvCxnSpPr>
            <a:cxnSpLocks/>
          </p:cNvCxnSpPr>
          <p:nvPr/>
        </p:nvCxnSpPr>
        <p:spPr>
          <a:xfrm flipH="1">
            <a:off x="635159" y="4328891"/>
            <a:ext cx="469746" cy="192787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0" name="Straight Connector 539">
            <a:extLst>
              <a:ext uri="{FF2B5EF4-FFF2-40B4-BE49-F238E27FC236}">
                <a16:creationId xmlns:a16="http://schemas.microsoft.com/office/drawing/2014/main" id="{1C1E44FE-D17B-4CF2-BB0C-46021898F665}"/>
              </a:ext>
            </a:extLst>
          </p:cNvPr>
          <p:cNvCxnSpPr>
            <a:cxnSpLocks/>
          </p:cNvCxnSpPr>
          <p:nvPr/>
        </p:nvCxnSpPr>
        <p:spPr>
          <a:xfrm>
            <a:off x="635159" y="4521678"/>
            <a:ext cx="6588" cy="179957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9" name="Straight Connector 548">
            <a:extLst>
              <a:ext uri="{FF2B5EF4-FFF2-40B4-BE49-F238E27FC236}">
                <a16:creationId xmlns:a16="http://schemas.microsoft.com/office/drawing/2014/main" id="{233630E7-711A-4219-8025-372324DA92E2}"/>
              </a:ext>
            </a:extLst>
          </p:cNvPr>
          <p:cNvCxnSpPr>
            <a:cxnSpLocks/>
          </p:cNvCxnSpPr>
          <p:nvPr/>
        </p:nvCxnSpPr>
        <p:spPr>
          <a:xfrm flipV="1">
            <a:off x="381774" y="4682463"/>
            <a:ext cx="259973" cy="1096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0" name="Straight Connector 549">
            <a:extLst>
              <a:ext uri="{FF2B5EF4-FFF2-40B4-BE49-F238E27FC236}">
                <a16:creationId xmlns:a16="http://schemas.microsoft.com/office/drawing/2014/main" id="{32D6B61C-6777-41FC-B3CA-DFE8E7E2E0DC}"/>
              </a:ext>
            </a:extLst>
          </p:cNvPr>
          <p:cNvCxnSpPr>
            <a:cxnSpLocks/>
          </p:cNvCxnSpPr>
          <p:nvPr/>
        </p:nvCxnSpPr>
        <p:spPr>
          <a:xfrm>
            <a:off x="408718" y="4788540"/>
            <a:ext cx="6588" cy="179957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7" name="Straight Connector 556">
            <a:extLst>
              <a:ext uri="{FF2B5EF4-FFF2-40B4-BE49-F238E27FC236}">
                <a16:creationId xmlns:a16="http://schemas.microsoft.com/office/drawing/2014/main" id="{89152093-AA7F-49B0-8C1C-AEC9422D5FC5}"/>
              </a:ext>
            </a:extLst>
          </p:cNvPr>
          <p:cNvCxnSpPr>
            <a:cxnSpLocks/>
          </p:cNvCxnSpPr>
          <p:nvPr/>
        </p:nvCxnSpPr>
        <p:spPr>
          <a:xfrm flipV="1">
            <a:off x="399234" y="4875558"/>
            <a:ext cx="259973" cy="1096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1" name="Straight Connector 560">
            <a:extLst>
              <a:ext uri="{FF2B5EF4-FFF2-40B4-BE49-F238E27FC236}">
                <a16:creationId xmlns:a16="http://schemas.microsoft.com/office/drawing/2014/main" id="{0FD0C021-64E0-4C67-AD10-A28125381BA1}"/>
              </a:ext>
            </a:extLst>
          </p:cNvPr>
          <p:cNvCxnSpPr>
            <a:cxnSpLocks/>
          </p:cNvCxnSpPr>
          <p:nvPr/>
        </p:nvCxnSpPr>
        <p:spPr>
          <a:xfrm>
            <a:off x="646986" y="4867559"/>
            <a:ext cx="0" cy="535199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9" name="Straight Connector 568">
            <a:extLst>
              <a:ext uri="{FF2B5EF4-FFF2-40B4-BE49-F238E27FC236}">
                <a16:creationId xmlns:a16="http://schemas.microsoft.com/office/drawing/2014/main" id="{E4D46354-A45B-4E01-B421-E1154A99E9D2}"/>
              </a:ext>
            </a:extLst>
          </p:cNvPr>
          <p:cNvCxnSpPr>
            <a:cxnSpLocks/>
          </p:cNvCxnSpPr>
          <p:nvPr/>
        </p:nvCxnSpPr>
        <p:spPr>
          <a:xfrm>
            <a:off x="629633" y="5409421"/>
            <a:ext cx="245082" cy="7657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6" name="Straight Connector 575">
            <a:extLst>
              <a:ext uri="{FF2B5EF4-FFF2-40B4-BE49-F238E27FC236}">
                <a16:creationId xmlns:a16="http://schemas.microsoft.com/office/drawing/2014/main" id="{4D8FF326-74F3-43F1-B5F2-344FB71BE14F}"/>
              </a:ext>
            </a:extLst>
          </p:cNvPr>
          <p:cNvCxnSpPr>
            <a:cxnSpLocks/>
          </p:cNvCxnSpPr>
          <p:nvPr/>
        </p:nvCxnSpPr>
        <p:spPr>
          <a:xfrm flipH="1">
            <a:off x="865193" y="4611656"/>
            <a:ext cx="9522" cy="88383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2" name="Straight Connector 581">
            <a:extLst>
              <a:ext uri="{FF2B5EF4-FFF2-40B4-BE49-F238E27FC236}">
                <a16:creationId xmlns:a16="http://schemas.microsoft.com/office/drawing/2014/main" id="{3109A95F-37B9-4C49-A6D7-58BFAA5EB953}"/>
              </a:ext>
            </a:extLst>
          </p:cNvPr>
          <p:cNvCxnSpPr>
            <a:cxnSpLocks/>
          </p:cNvCxnSpPr>
          <p:nvPr/>
        </p:nvCxnSpPr>
        <p:spPr>
          <a:xfrm flipV="1">
            <a:off x="872253" y="4514895"/>
            <a:ext cx="221187" cy="9676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4" name="Straight Connector 583">
            <a:extLst>
              <a:ext uri="{FF2B5EF4-FFF2-40B4-BE49-F238E27FC236}">
                <a16:creationId xmlns:a16="http://schemas.microsoft.com/office/drawing/2014/main" id="{B34A133F-13AF-424F-853F-9DDECC1741A2}"/>
              </a:ext>
            </a:extLst>
          </p:cNvPr>
          <p:cNvCxnSpPr>
            <a:cxnSpLocks/>
          </p:cNvCxnSpPr>
          <p:nvPr/>
        </p:nvCxnSpPr>
        <p:spPr>
          <a:xfrm>
            <a:off x="1087800" y="4504733"/>
            <a:ext cx="231" cy="370825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9" name="Straight Connector 588">
            <a:extLst>
              <a:ext uri="{FF2B5EF4-FFF2-40B4-BE49-F238E27FC236}">
                <a16:creationId xmlns:a16="http://schemas.microsoft.com/office/drawing/2014/main" id="{27D2A5D9-53D2-4419-A889-EE831F59BC76}"/>
              </a:ext>
            </a:extLst>
          </p:cNvPr>
          <p:cNvCxnSpPr>
            <a:cxnSpLocks/>
          </p:cNvCxnSpPr>
          <p:nvPr/>
        </p:nvCxnSpPr>
        <p:spPr>
          <a:xfrm flipV="1">
            <a:off x="1091756" y="4777418"/>
            <a:ext cx="221187" cy="9676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A379B9E4-CF0D-472E-B67F-88B70BBE91A5}"/>
              </a:ext>
            </a:extLst>
          </p:cNvPr>
          <p:cNvCxnSpPr>
            <a:cxnSpLocks/>
          </p:cNvCxnSpPr>
          <p:nvPr/>
        </p:nvCxnSpPr>
        <p:spPr>
          <a:xfrm>
            <a:off x="1295532" y="4409023"/>
            <a:ext cx="231" cy="370825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1" name="Straight Connector 590">
            <a:extLst>
              <a:ext uri="{FF2B5EF4-FFF2-40B4-BE49-F238E27FC236}">
                <a16:creationId xmlns:a16="http://schemas.microsoft.com/office/drawing/2014/main" id="{27BC044A-D718-4520-A0E5-97C25984867F}"/>
              </a:ext>
            </a:extLst>
          </p:cNvPr>
          <p:cNvCxnSpPr>
            <a:cxnSpLocks/>
          </p:cNvCxnSpPr>
          <p:nvPr/>
        </p:nvCxnSpPr>
        <p:spPr>
          <a:xfrm>
            <a:off x="1295286" y="4430393"/>
            <a:ext cx="237486" cy="91197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4" name="Straight Connector 593">
            <a:extLst>
              <a:ext uri="{FF2B5EF4-FFF2-40B4-BE49-F238E27FC236}">
                <a16:creationId xmlns:a16="http://schemas.microsoft.com/office/drawing/2014/main" id="{8CBBA6D1-9B24-4E9C-B41D-D0B66792A729}"/>
              </a:ext>
            </a:extLst>
          </p:cNvPr>
          <p:cNvCxnSpPr>
            <a:cxnSpLocks/>
          </p:cNvCxnSpPr>
          <p:nvPr/>
        </p:nvCxnSpPr>
        <p:spPr>
          <a:xfrm>
            <a:off x="1526514" y="4521590"/>
            <a:ext cx="231" cy="370825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C795C5A1-C618-4019-BA92-7E644D49CD91}"/>
              </a:ext>
            </a:extLst>
          </p:cNvPr>
          <p:cNvCxnSpPr>
            <a:cxnSpLocks/>
          </p:cNvCxnSpPr>
          <p:nvPr/>
        </p:nvCxnSpPr>
        <p:spPr>
          <a:xfrm flipV="1">
            <a:off x="1529714" y="4786407"/>
            <a:ext cx="221187" cy="9676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9" name="Straight Connector 598">
            <a:extLst>
              <a:ext uri="{FF2B5EF4-FFF2-40B4-BE49-F238E27FC236}">
                <a16:creationId xmlns:a16="http://schemas.microsoft.com/office/drawing/2014/main" id="{CEBE9B85-9696-4127-96E6-0C07DB607ACA}"/>
              </a:ext>
            </a:extLst>
          </p:cNvPr>
          <p:cNvCxnSpPr>
            <a:cxnSpLocks/>
          </p:cNvCxnSpPr>
          <p:nvPr/>
        </p:nvCxnSpPr>
        <p:spPr>
          <a:xfrm>
            <a:off x="1750349" y="4432910"/>
            <a:ext cx="231" cy="370825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2" name="Straight Connector 601">
            <a:extLst>
              <a:ext uri="{FF2B5EF4-FFF2-40B4-BE49-F238E27FC236}">
                <a16:creationId xmlns:a16="http://schemas.microsoft.com/office/drawing/2014/main" id="{7170B7BB-DF2D-4488-8B15-25DBD5F82803}"/>
              </a:ext>
            </a:extLst>
          </p:cNvPr>
          <p:cNvCxnSpPr>
            <a:cxnSpLocks/>
          </p:cNvCxnSpPr>
          <p:nvPr/>
        </p:nvCxnSpPr>
        <p:spPr>
          <a:xfrm>
            <a:off x="1750065" y="4437589"/>
            <a:ext cx="237486" cy="91197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3" name="Straight Connector 602">
            <a:extLst>
              <a:ext uri="{FF2B5EF4-FFF2-40B4-BE49-F238E27FC236}">
                <a16:creationId xmlns:a16="http://schemas.microsoft.com/office/drawing/2014/main" id="{2B82AC08-8BAD-4424-B52D-5C5C7A222B87}"/>
              </a:ext>
            </a:extLst>
          </p:cNvPr>
          <p:cNvCxnSpPr>
            <a:cxnSpLocks/>
          </p:cNvCxnSpPr>
          <p:nvPr/>
        </p:nvCxnSpPr>
        <p:spPr>
          <a:xfrm>
            <a:off x="1979903" y="4514598"/>
            <a:ext cx="231" cy="370825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4" name="Straight Connector 603">
            <a:extLst>
              <a:ext uri="{FF2B5EF4-FFF2-40B4-BE49-F238E27FC236}">
                <a16:creationId xmlns:a16="http://schemas.microsoft.com/office/drawing/2014/main" id="{2EF2D9A0-8DA7-4CAB-B171-0489AB7128F4}"/>
              </a:ext>
            </a:extLst>
          </p:cNvPr>
          <p:cNvCxnSpPr>
            <a:cxnSpLocks/>
          </p:cNvCxnSpPr>
          <p:nvPr/>
        </p:nvCxnSpPr>
        <p:spPr>
          <a:xfrm flipV="1">
            <a:off x="1988260" y="4772976"/>
            <a:ext cx="221187" cy="9676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9" name="Straight Connector 608">
            <a:extLst>
              <a:ext uri="{FF2B5EF4-FFF2-40B4-BE49-F238E27FC236}">
                <a16:creationId xmlns:a16="http://schemas.microsoft.com/office/drawing/2014/main" id="{ABAB66D1-B166-4362-8124-9D0C81E93EF7}"/>
              </a:ext>
            </a:extLst>
          </p:cNvPr>
          <p:cNvCxnSpPr>
            <a:cxnSpLocks/>
          </p:cNvCxnSpPr>
          <p:nvPr/>
        </p:nvCxnSpPr>
        <p:spPr>
          <a:xfrm>
            <a:off x="2209986" y="4765870"/>
            <a:ext cx="231" cy="370825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3" name="Straight Connector 612">
            <a:extLst>
              <a:ext uri="{FF2B5EF4-FFF2-40B4-BE49-F238E27FC236}">
                <a16:creationId xmlns:a16="http://schemas.microsoft.com/office/drawing/2014/main" id="{77EE57B3-B809-4DA7-AE24-D906949A377F}"/>
              </a:ext>
            </a:extLst>
          </p:cNvPr>
          <p:cNvCxnSpPr>
            <a:cxnSpLocks/>
          </p:cNvCxnSpPr>
          <p:nvPr/>
        </p:nvCxnSpPr>
        <p:spPr>
          <a:xfrm>
            <a:off x="1990780" y="5046640"/>
            <a:ext cx="237486" cy="91197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9" name="Straight Connector 618">
            <a:extLst>
              <a:ext uri="{FF2B5EF4-FFF2-40B4-BE49-F238E27FC236}">
                <a16:creationId xmlns:a16="http://schemas.microsoft.com/office/drawing/2014/main" id="{A8E67A28-DAA1-4A71-8C88-5966313ADB90}"/>
              </a:ext>
            </a:extLst>
          </p:cNvPr>
          <p:cNvCxnSpPr>
            <a:cxnSpLocks/>
          </p:cNvCxnSpPr>
          <p:nvPr/>
        </p:nvCxnSpPr>
        <p:spPr>
          <a:xfrm>
            <a:off x="1994956" y="5041237"/>
            <a:ext cx="0" cy="187988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1" name="Straight Connector 620">
            <a:extLst>
              <a:ext uri="{FF2B5EF4-FFF2-40B4-BE49-F238E27FC236}">
                <a16:creationId xmlns:a16="http://schemas.microsoft.com/office/drawing/2014/main" id="{CCFDB6C0-694B-4EE2-A640-3BFDB9CBB119}"/>
              </a:ext>
            </a:extLst>
          </p:cNvPr>
          <p:cNvCxnSpPr>
            <a:cxnSpLocks/>
          </p:cNvCxnSpPr>
          <p:nvPr/>
        </p:nvCxnSpPr>
        <p:spPr>
          <a:xfrm>
            <a:off x="1768492" y="5131216"/>
            <a:ext cx="237486" cy="91197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5" name="Straight Connector 624">
            <a:extLst>
              <a:ext uri="{FF2B5EF4-FFF2-40B4-BE49-F238E27FC236}">
                <a16:creationId xmlns:a16="http://schemas.microsoft.com/office/drawing/2014/main" id="{641FF15D-6B04-4955-A8DF-2475BAA73FEB}"/>
              </a:ext>
            </a:extLst>
          </p:cNvPr>
          <p:cNvCxnSpPr>
            <a:cxnSpLocks/>
          </p:cNvCxnSpPr>
          <p:nvPr/>
        </p:nvCxnSpPr>
        <p:spPr>
          <a:xfrm>
            <a:off x="1774022" y="4964266"/>
            <a:ext cx="0" cy="187988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Connector 626">
            <a:extLst>
              <a:ext uri="{FF2B5EF4-FFF2-40B4-BE49-F238E27FC236}">
                <a16:creationId xmlns:a16="http://schemas.microsoft.com/office/drawing/2014/main" id="{AF563E6C-3B04-4EA1-9697-9145A56F46DA}"/>
              </a:ext>
            </a:extLst>
          </p:cNvPr>
          <p:cNvCxnSpPr>
            <a:cxnSpLocks/>
          </p:cNvCxnSpPr>
          <p:nvPr/>
        </p:nvCxnSpPr>
        <p:spPr>
          <a:xfrm flipV="1">
            <a:off x="1309594" y="4975413"/>
            <a:ext cx="441990" cy="16528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1" name="Straight Connector 630">
            <a:extLst>
              <a:ext uri="{FF2B5EF4-FFF2-40B4-BE49-F238E27FC236}">
                <a16:creationId xmlns:a16="http://schemas.microsoft.com/office/drawing/2014/main" id="{322D7D16-3510-430E-84C6-456DEE2B04AE}"/>
              </a:ext>
            </a:extLst>
          </p:cNvPr>
          <p:cNvCxnSpPr>
            <a:cxnSpLocks/>
          </p:cNvCxnSpPr>
          <p:nvPr/>
        </p:nvCxnSpPr>
        <p:spPr>
          <a:xfrm>
            <a:off x="1072461" y="5039896"/>
            <a:ext cx="237486" cy="91197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90111357-3E82-4961-A3D3-2506964DA3C7}"/>
              </a:ext>
            </a:extLst>
          </p:cNvPr>
          <p:cNvCxnSpPr>
            <a:cxnSpLocks/>
          </p:cNvCxnSpPr>
          <p:nvPr/>
        </p:nvCxnSpPr>
        <p:spPr>
          <a:xfrm flipH="1">
            <a:off x="1083470" y="5037099"/>
            <a:ext cx="8297" cy="56629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7" name="Straight Connector 636">
            <a:extLst>
              <a:ext uri="{FF2B5EF4-FFF2-40B4-BE49-F238E27FC236}">
                <a16:creationId xmlns:a16="http://schemas.microsoft.com/office/drawing/2014/main" id="{B7294032-7213-466A-BFAF-F682B32F4F85}"/>
              </a:ext>
            </a:extLst>
          </p:cNvPr>
          <p:cNvCxnSpPr>
            <a:cxnSpLocks/>
          </p:cNvCxnSpPr>
          <p:nvPr/>
        </p:nvCxnSpPr>
        <p:spPr>
          <a:xfrm flipV="1">
            <a:off x="1070622" y="5501525"/>
            <a:ext cx="255825" cy="9954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0" name="Straight Connector 639">
            <a:extLst>
              <a:ext uri="{FF2B5EF4-FFF2-40B4-BE49-F238E27FC236}">
                <a16:creationId xmlns:a16="http://schemas.microsoft.com/office/drawing/2014/main" id="{FEBB9B1D-CC89-4063-B7C0-F00902B7FAFF}"/>
              </a:ext>
            </a:extLst>
          </p:cNvPr>
          <p:cNvCxnSpPr>
            <a:cxnSpLocks/>
          </p:cNvCxnSpPr>
          <p:nvPr/>
        </p:nvCxnSpPr>
        <p:spPr>
          <a:xfrm>
            <a:off x="1317644" y="5493380"/>
            <a:ext cx="237486" cy="91197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6" name="Straight Connector 645">
            <a:extLst>
              <a:ext uri="{FF2B5EF4-FFF2-40B4-BE49-F238E27FC236}">
                <a16:creationId xmlns:a16="http://schemas.microsoft.com/office/drawing/2014/main" id="{C6B785C0-B9AB-497B-B3EE-A6CB033EF3EF}"/>
              </a:ext>
            </a:extLst>
          </p:cNvPr>
          <p:cNvCxnSpPr>
            <a:cxnSpLocks/>
          </p:cNvCxnSpPr>
          <p:nvPr/>
        </p:nvCxnSpPr>
        <p:spPr>
          <a:xfrm flipV="1">
            <a:off x="1521083" y="5499081"/>
            <a:ext cx="255825" cy="9954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7" name="Straight Connector 656">
            <a:extLst>
              <a:ext uri="{FF2B5EF4-FFF2-40B4-BE49-F238E27FC236}">
                <a16:creationId xmlns:a16="http://schemas.microsoft.com/office/drawing/2014/main" id="{26B2C602-4E6D-47FE-A603-FF41B5C87246}"/>
              </a:ext>
            </a:extLst>
          </p:cNvPr>
          <p:cNvCxnSpPr>
            <a:cxnSpLocks/>
          </p:cNvCxnSpPr>
          <p:nvPr/>
        </p:nvCxnSpPr>
        <p:spPr>
          <a:xfrm>
            <a:off x="1763388" y="5312256"/>
            <a:ext cx="0" cy="187988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8" name="Straight Connector 657">
            <a:extLst>
              <a:ext uri="{FF2B5EF4-FFF2-40B4-BE49-F238E27FC236}">
                <a16:creationId xmlns:a16="http://schemas.microsoft.com/office/drawing/2014/main" id="{984522E7-A945-46C5-B932-391B41DE3C1A}"/>
              </a:ext>
            </a:extLst>
          </p:cNvPr>
          <p:cNvCxnSpPr>
            <a:cxnSpLocks/>
          </p:cNvCxnSpPr>
          <p:nvPr/>
        </p:nvCxnSpPr>
        <p:spPr>
          <a:xfrm>
            <a:off x="1522030" y="5215892"/>
            <a:ext cx="237486" cy="91197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9" name="Straight Connector 658">
            <a:extLst>
              <a:ext uri="{FF2B5EF4-FFF2-40B4-BE49-F238E27FC236}">
                <a16:creationId xmlns:a16="http://schemas.microsoft.com/office/drawing/2014/main" id="{F6E8DE6D-E56C-493F-ADCE-90A664877927}"/>
              </a:ext>
            </a:extLst>
          </p:cNvPr>
          <p:cNvCxnSpPr>
            <a:cxnSpLocks/>
          </p:cNvCxnSpPr>
          <p:nvPr/>
        </p:nvCxnSpPr>
        <p:spPr>
          <a:xfrm>
            <a:off x="1542382" y="5205438"/>
            <a:ext cx="0" cy="187988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AA377BFD-99B4-4ACD-80F4-752823DC0043}"/>
              </a:ext>
            </a:extLst>
          </p:cNvPr>
          <p:cNvCxnSpPr>
            <a:cxnSpLocks/>
          </p:cNvCxnSpPr>
          <p:nvPr/>
        </p:nvCxnSpPr>
        <p:spPr>
          <a:xfrm>
            <a:off x="1299117" y="5310927"/>
            <a:ext cx="237486" cy="91197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7" name="Straight Connector 666">
            <a:extLst>
              <a:ext uri="{FF2B5EF4-FFF2-40B4-BE49-F238E27FC236}">
                <a16:creationId xmlns:a16="http://schemas.microsoft.com/office/drawing/2014/main" id="{DB0619CF-623B-4FD5-96B5-5E6AB32512A7}"/>
              </a:ext>
            </a:extLst>
          </p:cNvPr>
          <p:cNvCxnSpPr>
            <a:cxnSpLocks/>
          </p:cNvCxnSpPr>
          <p:nvPr/>
        </p:nvCxnSpPr>
        <p:spPr>
          <a:xfrm flipH="1" flipV="1">
            <a:off x="7572903" y="4271487"/>
            <a:ext cx="1" cy="179785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1" name="Straight Connector 670">
            <a:extLst>
              <a:ext uri="{FF2B5EF4-FFF2-40B4-BE49-F238E27FC236}">
                <a16:creationId xmlns:a16="http://schemas.microsoft.com/office/drawing/2014/main" id="{17739368-A741-48DA-85B9-329A7D83BBF3}"/>
              </a:ext>
            </a:extLst>
          </p:cNvPr>
          <p:cNvCxnSpPr>
            <a:cxnSpLocks/>
          </p:cNvCxnSpPr>
          <p:nvPr/>
        </p:nvCxnSpPr>
        <p:spPr>
          <a:xfrm flipH="1" flipV="1">
            <a:off x="6910859" y="4006795"/>
            <a:ext cx="677547" cy="267867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4" name="Straight Connector 673">
            <a:extLst>
              <a:ext uri="{FF2B5EF4-FFF2-40B4-BE49-F238E27FC236}">
                <a16:creationId xmlns:a16="http://schemas.microsoft.com/office/drawing/2014/main" id="{96BEE6E8-E50F-4C4B-8A8F-88F5426A9FBC}"/>
              </a:ext>
            </a:extLst>
          </p:cNvPr>
          <p:cNvCxnSpPr>
            <a:cxnSpLocks/>
          </p:cNvCxnSpPr>
          <p:nvPr/>
        </p:nvCxnSpPr>
        <p:spPr>
          <a:xfrm flipH="1" flipV="1">
            <a:off x="6924237" y="3833412"/>
            <a:ext cx="1" cy="179785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3" name="Straight Connector 682">
            <a:extLst>
              <a:ext uri="{FF2B5EF4-FFF2-40B4-BE49-F238E27FC236}">
                <a16:creationId xmlns:a16="http://schemas.microsoft.com/office/drawing/2014/main" id="{36971542-5203-4C28-B264-CE712C3FC7AC}"/>
              </a:ext>
            </a:extLst>
          </p:cNvPr>
          <p:cNvCxnSpPr>
            <a:cxnSpLocks/>
          </p:cNvCxnSpPr>
          <p:nvPr/>
        </p:nvCxnSpPr>
        <p:spPr>
          <a:xfrm flipH="1">
            <a:off x="6910859" y="3739115"/>
            <a:ext cx="243841" cy="90488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5" name="Straight Connector 684">
            <a:extLst>
              <a:ext uri="{FF2B5EF4-FFF2-40B4-BE49-F238E27FC236}">
                <a16:creationId xmlns:a16="http://schemas.microsoft.com/office/drawing/2014/main" id="{A146EB31-31C1-4E98-8FD1-989C23512950}"/>
              </a:ext>
            </a:extLst>
          </p:cNvPr>
          <p:cNvCxnSpPr>
            <a:cxnSpLocks/>
          </p:cNvCxnSpPr>
          <p:nvPr/>
        </p:nvCxnSpPr>
        <p:spPr>
          <a:xfrm flipH="1" flipV="1">
            <a:off x="7136121" y="3738414"/>
            <a:ext cx="1" cy="179785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2" name="Straight Connector 691">
            <a:extLst>
              <a:ext uri="{FF2B5EF4-FFF2-40B4-BE49-F238E27FC236}">
                <a16:creationId xmlns:a16="http://schemas.microsoft.com/office/drawing/2014/main" id="{7FA01557-BC78-44E9-A172-81E94739872E}"/>
              </a:ext>
            </a:extLst>
          </p:cNvPr>
          <p:cNvCxnSpPr>
            <a:cxnSpLocks/>
          </p:cNvCxnSpPr>
          <p:nvPr/>
        </p:nvCxnSpPr>
        <p:spPr>
          <a:xfrm flipH="1">
            <a:off x="7127711" y="3821141"/>
            <a:ext cx="231458" cy="70032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7" name="Straight Connector 696">
            <a:extLst>
              <a:ext uri="{FF2B5EF4-FFF2-40B4-BE49-F238E27FC236}">
                <a16:creationId xmlns:a16="http://schemas.microsoft.com/office/drawing/2014/main" id="{D9F2FE52-DA2A-48E1-9271-17B553C4F55A}"/>
              </a:ext>
            </a:extLst>
          </p:cNvPr>
          <p:cNvCxnSpPr>
            <a:cxnSpLocks/>
          </p:cNvCxnSpPr>
          <p:nvPr/>
        </p:nvCxnSpPr>
        <p:spPr>
          <a:xfrm flipH="1" flipV="1">
            <a:off x="7349683" y="3806480"/>
            <a:ext cx="1" cy="179785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7" name="Straight Connector 706">
            <a:extLst>
              <a:ext uri="{FF2B5EF4-FFF2-40B4-BE49-F238E27FC236}">
                <a16:creationId xmlns:a16="http://schemas.microsoft.com/office/drawing/2014/main" id="{BC00B792-E671-4194-B82B-A98A494D9CB8}"/>
              </a:ext>
            </a:extLst>
          </p:cNvPr>
          <p:cNvCxnSpPr>
            <a:cxnSpLocks/>
          </p:cNvCxnSpPr>
          <p:nvPr/>
        </p:nvCxnSpPr>
        <p:spPr>
          <a:xfrm>
            <a:off x="7334399" y="3987742"/>
            <a:ext cx="237540" cy="113147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3" name="Straight Connector 712">
            <a:extLst>
              <a:ext uri="{FF2B5EF4-FFF2-40B4-BE49-F238E27FC236}">
                <a16:creationId xmlns:a16="http://schemas.microsoft.com/office/drawing/2014/main" id="{8D7193FA-2775-44ED-9C62-A4AE302187EE}"/>
              </a:ext>
            </a:extLst>
          </p:cNvPr>
          <p:cNvCxnSpPr>
            <a:cxnSpLocks/>
          </p:cNvCxnSpPr>
          <p:nvPr/>
        </p:nvCxnSpPr>
        <p:spPr>
          <a:xfrm flipH="1">
            <a:off x="7554315" y="3991099"/>
            <a:ext cx="247614" cy="98970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8" name="Straight Connector 717">
            <a:extLst>
              <a:ext uri="{FF2B5EF4-FFF2-40B4-BE49-F238E27FC236}">
                <a16:creationId xmlns:a16="http://schemas.microsoft.com/office/drawing/2014/main" id="{7FC94FF5-D060-4852-BE04-6CA4C6B9A8CF}"/>
              </a:ext>
            </a:extLst>
          </p:cNvPr>
          <p:cNvCxnSpPr>
            <a:cxnSpLocks/>
          </p:cNvCxnSpPr>
          <p:nvPr/>
        </p:nvCxnSpPr>
        <p:spPr>
          <a:xfrm flipV="1">
            <a:off x="7791855" y="3987447"/>
            <a:ext cx="693" cy="355954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0" name="Straight Connector 719">
            <a:extLst>
              <a:ext uri="{FF2B5EF4-FFF2-40B4-BE49-F238E27FC236}">
                <a16:creationId xmlns:a16="http://schemas.microsoft.com/office/drawing/2014/main" id="{9C603AE6-3292-42A5-BF6B-97126C59D53F}"/>
              </a:ext>
            </a:extLst>
          </p:cNvPr>
          <p:cNvCxnSpPr>
            <a:cxnSpLocks/>
          </p:cNvCxnSpPr>
          <p:nvPr/>
        </p:nvCxnSpPr>
        <p:spPr>
          <a:xfrm>
            <a:off x="7792548" y="4323413"/>
            <a:ext cx="237540" cy="113147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1" name="Straight Connector 720">
            <a:extLst>
              <a:ext uri="{FF2B5EF4-FFF2-40B4-BE49-F238E27FC236}">
                <a16:creationId xmlns:a16="http://schemas.microsoft.com/office/drawing/2014/main" id="{2E11D886-D8E9-4F61-8ECE-4422DE346CFD}"/>
              </a:ext>
            </a:extLst>
          </p:cNvPr>
          <p:cNvCxnSpPr>
            <a:cxnSpLocks/>
          </p:cNvCxnSpPr>
          <p:nvPr/>
        </p:nvCxnSpPr>
        <p:spPr>
          <a:xfrm flipH="1" flipV="1">
            <a:off x="8013516" y="4083050"/>
            <a:ext cx="1" cy="354194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5" name="Straight Connector 724">
            <a:extLst>
              <a:ext uri="{FF2B5EF4-FFF2-40B4-BE49-F238E27FC236}">
                <a16:creationId xmlns:a16="http://schemas.microsoft.com/office/drawing/2014/main" id="{AFF3988C-CF02-4785-B93E-A262DD6C6BF2}"/>
              </a:ext>
            </a:extLst>
          </p:cNvPr>
          <p:cNvCxnSpPr>
            <a:cxnSpLocks/>
          </p:cNvCxnSpPr>
          <p:nvPr/>
        </p:nvCxnSpPr>
        <p:spPr>
          <a:xfrm>
            <a:off x="8008379" y="4088130"/>
            <a:ext cx="679339" cy="255271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6" name="Straight Connector 725">
            <a:extLst>
              <a:ext uri="{FF2B5EF4-FFF2-40B4-BE49-F238E27FC236}">
                <a16:creationId xmlns:a16="http://schemas.microsoft.com/office/drawing/2014/main" id="{A07979AD-5814-4235-85E4-9DECF2B28FAA}"/>
              </a:ext>
            </a:extLst>
          </p:cNvPr>
          <p:cNvCxnSpPr>
            <a:cxnSpLocks/>
          </p:cNvCxnSpPr>
          <p:nvPr/>
        </p:nvCxnSpPr>
        <p:spPr>
          <a:xfrm flipH="1" flipV="1">
            <a:off x="8690336" y="4178130"/>
            <a:ext cx="1" cy="179785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7" name="Straight Connector 726">
            <a:extLst>
              <a:ext uri="{FF2B5EF4-FFF2-40B4-BE49-F238E27FC236}">
                <a16:creationId xmlns:a16="http://schemas.microsoft.com/office/drawing/2014/main" id="{738C8E95-16C0-4434-9851-4CE073D6FD09}"/>
              </a:ext>
            </a:extLst>
          </p:cNvPr>
          <p:cNvCxnSpPr>
            <a:cxnSpLocks/>
          </p:cNvCxnSpPr>
          <p:nvPr/>
        </p:nvCxnSpPr>
        <p:spPr>
          <a:xfrm>
            <a:off x="8466528" y="4082253"/>
            <a:ext cx="237540" cy="113147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90F750C2-18C4-46C4-B4AB-9429820E0D9D}"/>
              </a:ext>
            </a:extLst>
          </p:cNvPr>
          <p:cNvCxnSpPr>
            <a:cxnSpLocks/>
          </p:cNvCxnSpPr>
          <p:nvPr/>
        </p:nvCxnSpPr>
        <p:spPr>
          <a:xfrm flipH="1">
            <a:off x="8456454" y="3828306"/>
            <a:ext cx="688500" cy="261771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6" name="Straight Connector 735">
            <a:extLst>
              <a:ext uri="{FF2B5EF4-FFF2-40B4-BE49-F238E27FC236}">
                <a16:creationId xmlns:a16="http://schemas.microsoft.com/office/drawing/2014/main" id="{F60DD52A-BE45-40E4-AEEE-7507B0EA47D2}"/>
              </a:ext>
            </a:extLst>
          </p:cNvPr>
          <p:cNvCxnSpPr>
            <a:cxnSpLocks/>
          </p:cNvCxnSpPr>
          <p:nvPr/>
        </p:nvCxnSpPr>
        <p:spPr>
          <a:xfrm flipV="1">
            <a:off x="9134474" y="3828307"/>
            <a:ext cx="1" cy="522051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9" name="Straight Connector 738">
            <a:extLst>
              <a:ext uri="{FF2B5EF4-FFF2-40B4-BE49-F238E27FC236}">
                <a16:creationId xmlns:a16="http://schemas.microsoft.com/office/drawing/2014/main" id="{04A6EB5F-8601-4EB9-ABE8-79DB34D2A1EC}"/>
              </a:ext>
            </a:extLst>
          </p:cNvPr>
          <p:cNvCxnSpPr>
            <a:cxnSpLocks/>
          </p:cNvCxnSpPr>
          <p:nvPr/>
        </p:nvCxnSpPr>
        <p:spPr>
          <a:xfrm flipH="1" flipV="1">
            <a:off x="5764000" y="2888903"/>
            <a:ext cx="238578" cy="86502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9" name="Straight Connector 748">
            <a:extLst>
              <a:ext uri="{FF2B5EF4-FFF2-40B4-BE49-F238E27FC236}">
                <a16:creationId xmlns:a16="http://schemas.microsoft.com/office/drawing/2014/main" id="{05C83381-C2A6-4C98-852C-FC44E56AF740}"/>
              </a:ext>
            </a:extLst>
          </p:cNvPr>
          <p:cNvCxnSpPr>
            <a:cxnSpLocks/>
          </p:cNvCxnSpPr>
          <p:nvPr/>
        </p:nvCxnSpPr>
        <p:spPr>
          <a:xfrm flipH="1">
            <a:off x="5995947" y="2629561"/>
            <a:ext cx="3490" cy="345095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0" name="Straight Connector 749">
            <a:extLst>
              <a:ext uri="{FF2B5EF4-FFF2-40B4-BE49-F238E27FC236}">
                <a16:creationId xmlns:a16="http://schemas.microsoft.com/office/drawing/2014/main" id="{8E84627A-7242-4201-BE37-488645B340EF}"/>
              </a:ext>
            </a:extLst>
          </p:cNvPr>
          <p:cNvCxnSpPr>
            <a:cxnSpLocks/>
          </p:cNvCxnSpPr>
          <p:nvPr/>
        </p:nvCxnSpPr>
        <p:spPr>
          <a:xfrm flipH="1">
            <a:off x="5989437" y="2532736"/>
            <a:ext cx="245458" cy="92401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1" name="Straight Connector 750">
            <a:extLst>
              <a:ext uri="{FF2B5EF4-FFF2-40B4-BE49-F238E27FC236}">
                <a16:creationId xmlns:a16="http://schemas.microsoft.com/office/drawing/2014/main" id="{964BCD5D-3312-4611-877E-81F803EA22F1}"/>
              </a:ext>
            </a:extLst>
          </p:cNvPr>
          <p:cNvCxnSpPr>
            <a:cxnSpLocks/>
          </p:cNvCxnSpPr>
          <p:nvPr/>
        </p:nvCxnSpPr>
        <p:spPr>
          <a:xfrm>
            <a:off x="6228526" y="2515045"/>
            <a:ext cx="0" cy="373858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2" name="Straight Connector 751">
            <a:extLst>
              <a:ext uri="{FF2B5EF4-FFF2-40B4-BE49-F238E27FC236}">
                <a16:creationId xmlns:a16="http://schemas.microsoft.com/office/drawing/2014/main" id="{68EC94AC-CD9E-4984-AFEF-31B2A72826E3}"/>
              </a:ext>
            </a:extLst>
          </p:cNvPr>
          <p:cNvCxnSpPr>
            <a:cxnSpLocks/>
          </p:cNvCxnSpPr>
          <p:nvPr/>
        </p:nvCxnSpPr>
        <p:spPr>
          <a:xfrm flipH="1">
            <a:off x="6227316" y="2781823"/>
            <a:ext cx="245459" cy="95086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3" name="Straight Connector 752">
            <a:extLst>
              <a:ext uri="{FF2B5EF4-FFF2-40B4-BE49-F238E27FC236}">
                <a16:creationId xmlns:a16="http://schemas.microsoft.com/office/drawing/2014/main" id="{B89A90D0-FB90-4E57-8830-65C9604D8912}"/>
              </a:ext>
            </a:extLst>
          </p:cNvPr>
          <p:cNvCxnSpPr>
            <a:cxnSpLocks/>
          </p:cNvCxnSpPr>
          <p:nvPr/>
        </p:nvCxnSpPr>
        <p:spPr>
          <a:xfrm>
            <a:off x="6457154" y="2759684"/>
            <a:ext cx="0" cy="373858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4" name="Straight Connector 753">
            <a:extLst>
              <a:ext uri="{FF2B5EF4-FFF2-40B4-BE49-F238E27FC236}">
                <a16:creationId xmlns:a16="http://schemas.microsoft.com/office/drawing/2014/main" id="{B14F3FC3-79AB-480D-9B57-58D460B0EE05}"/>
              </a:ext>
            </a:extLst>
          </p:cNvPr>
          <p:cNvCxnSpPr>
            <a:cxnSpLocks/>
          </p:cNvCxnSpPr>
          <p:nvPr/>
        </p:nvCxnSpPr>
        <p:spPr>
          <a:xfrm flipH="1">
            <a:off x="5999437" y="3121404"/>
            <a:ext cx="473339" cy="197327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5" name="Straight Connector 754">
            <a:extLst>
              <a:ext uri="{FF2B5EF4-FFF2-40B4-BE49-F238E27FC236}">
                <a16:creationId xmlns:a16="http://schemas.microsoft.com/office/drawing/2014/main" id="{DB129CE4-FA8C-42E5-BF1D-39A015E96060}"/>
              </a:ext>
            </a:extLst>
          </p:cNvPr>
          <p:cNvCxnSpPr>
            <a:cxnSpLocks/>
          </p:cNvCxnSpPr>
          <p:nvPr/>
        </p:nvCxnSpPr>
        <p:spPr>
          <a:xfrm flipH="1" flipV="1">
            <a:off x="5780664" y="3225196"/>
            <a:ext cx="238578" cy="86502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6" name="Straight Connector 755">
            <a:extLst>
              <a:ext uri="{FF2B5EF4-FFF2-40B4-BE49-F238E27FC236}">
                <a16:creationId xmlns:a16="http://schemas.microsoft.com/office/drawing/2014/main" id="{FFBCAB51-2B92-4FCF-8D63-D588A2F749B7}"/>
              </a:ext>
            </a:extLst>
          </p:cNvPr>
          <p:cNvCxnSpPr>
            <a:cxnSpLocks/>
          </p:cNvCxnSpPr>
          <p:nvPr/>
        </p:nvCxnSpPr>
        <p:spPr>
          <a:xfrm flipH="1">
            <a:off x="5789458" y="3229968"/>
            <a:ext cx="1210" cy="187713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7" name="Straight Connector 756">
            <a:extLst>
              <a:ext uri="{FF2B5EF4-FFF2-40B4-BE49-F238E27FC236}">
                <a16:creationId xmlns:a16="http://schemas.microsoft.com/office/drawing/2014/main" id="{F5D5917F-5E8C-40CE-8AE8-FC5F6802CE17}"/>
              </a:ext>
            </a:extLst>
          </p:cNvPr>
          <p:cNvCxnSpPr>
            <a:cxnSpLocks/>
          </p:cNvCxnSpPr>
          <p:nvPr/>
        </p:nvCxnSpPr>
        <p:spPr>
          <a:xfrm flipH="1" flipV="1">
            <a:off x="5767696" y="3398063"/>
            <a:ext cx="238578" cy="86502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8" name="Straight Connector 757">
            <a:extLst>
              <a:ext uri="{FF2B5EF4-FFF2-40B4-BE49-F238E27FC236}">
                <a16:creationId xmlns:a16="http://schemas.microsoft.com/office/drawing/2014/main" id="{7D463A95-5742-4AB4-B5D0-B4124BE03669}"/>
              </a:ext>
            </a:extLst>
          </p:cNvPr>
          <p:cNvCxnSpPr>
            <a:cxnSpLocks/>
          </p:cNvCxnSpPr>
          <p:nvPr/>
        </p:nvCxnSpPr>
        <p:spPr>
          <a:xfrm flipH="1">
            <a:off x="6006295" y="3465524"/>
            <a:ext cx="1210" cy="187713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0FB34FBE-0F35-4A6F-B112-4B0D7C78ADEB}"/>
              </a:ext>
            </a:extLst>
          </p:cNvPr>
          <p:cNvCxnSpPr>
            <a:cxnSpLocks/>
          </p:cNvCxnSpPr>
          <p:nvPr/>
        </p:nvCxnSpPr>
        <p:spPr>
          <a:xfrm flipH="1" flipV="1">
            <a:off x="6009874" y="3645320"/>
            <a:ext cx="238578" cy="86502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0" name="Straight Connector 759">
            <a:extLst>
              <a:ext uri="{FF2B5EF4-FFF2-40B4-BE49-F238E27FC236}">
                <a16:creationId xmlns:a16="http://schemas.microsoft.com/office/drawing/2014/main" id="{68D9A117-9E84-4B5E-9E1C-46E5ACAB99BD}"/>
              </a:ext>
            </a:extLst>
          </p:cNvPr>
          <p:cNvCxnSpPr>
            <a:cxnSpLocks/>
          </p:cNvCxnSpPr>
          <p:nvPr/>
        </p:nvCxnSpPr>
        <p:spPr>
          <a:xfrm flipH="1">
            <a:off x="6241022" y="3407295"/>
            <a:ext cx="605" cy="342753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1" name="Straight Connector 760">
            <a:extLst>
              <a:ext uri="{FF2B5EF4-FFF2-40B4-BE49-F238E27FC236}">
                <a16:creationId xmlns:a16="http://schemas.microsoft.com/office/drawing/2014/main" id="{30C66B53-C64E-4AB5-879A-E19589AB9222}"/>
              </a:ext>
            </a:extLst>
          </p:cNvPr>
          <p:cNvCxnSpPr>
            <a:cxnSpLocks/>
          </p:cNvCxnSpPr>
          <p:nvPr/>
        </p:nvCxnSpPr>
        <p:spPr>
          <a:xfrm flipH="1">
            <a:off x="6217193" y="3305089"/>
            <a:ext cx="245459" cy="95086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2" name="Straight Connector 761">
            <a:extLst>
              <a:ext uri="{FF2B5EF4-FFF2-40B4-BE49-F238E27FC236}">
                <a16:creationId xmlns:a16="http://schemas.microsoft.com/office/drawing/2014/main" id="{FD2D15AD-83A8-4CDC-9CE6-E76501F4867F}"/>
              </a:ext>
            </a:extLst>
          </p:cNvPr>
          <p:cNvCxnSpPr>
            <a:cxnSpLocks/>
          </p:cNvCxnSpPr>
          <p:nvPr/>
        </p:nvCxnSpPr>
        <p:spPr>
          <a:xfrm flipH="1">
            <a:off x="6450396" y="3300045"/>
            <a:ext cx="605" cy="342753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3" name="Straight Connector 762">
            <a:extLst>
              <a:ext uri="{FF2B5EF4-FFF2-40B4-BE49-F238E27FC236}">
                <a16:creationId xmlns:a16="http://schemas.microsoft.com/office/drawing/2014/main" id="{E923F41A-C610-4AFB-B61C-020E20F92CEB}"/>
              </a:ext>
            </a:extLst>
          </p:cNvPr>
          <p:cNvCxnSpPr>
            <a:cxnSpLocks/>
          </p:cNvCxnSpPr>
          <p:nvPr/>
        </p:nvCxnSpPr>
        <p:spPr>
          <a:xfrm flipH="1" flipV="1">
            <a:off x="6449740" y="3648220"/>
            <a:ext cx="238578" cy="86502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4" name="Straight Connector 763">
            <a:extLst>
              <a:ext uri="{FF2B5EF4-FFF2-40B4-BE49-F238E27FC236}">
                <a16:creationId xmlns:a16="http://schemas.microsoft.com/office/drawing/2014/main" id="{C10F89E6-F3B3-4C3D-B472-C379B54ACCE2}"/>
              </a:ext>
            </a:extLst>
          </p:cNvPr>
          <p:cNvCxnSpPr>
            <a:cxnSpLocks/>
          </p:cNvCxnSpPr>
          <p:nvPr/>
        </p:nvCxnSpPr>
        <p:spPr>
          <a:xfrm flipH="1">
            <a:off x="6694792" y="3647709"/>
            <a:ext cx="216067" cy="102339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5" name="Straight Connector 764">
            <a:extLst>
              <a:ext uri="{FF2B5EF4-FFF2-40B4-BE49-F238E27FC236}">
                <a16:creationId xmlns:a16="http://schemas.microsoft.com/office/drawing/2014/main" id="{5366B01A-56E6-4162-B062-B3807C8C1459}"/>
              </a:ext>
            </a:extLst>
          </p:cNvPr>
          <p:cNvCxnSpPr>
            <a:cxnSpLocks/>
          </p:cNvCxnSpPr>
          <p:nvPr/>
        </p:nvCxnSpPr>
        <p:spPr>
          <a:xfrm flipH="1" flipV="1">
            <a:off x="9149274" y="4346732"/>
            <a:ext cx="207267" cy="83617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6" name="Straight Connector 765">
            <a:extLst>
              <a:ext uri="{FF2B5EF4-FFF2-40B4-BE49-F238E27FC236}">
                <a16:creationId xmlns:a16="http://schemas.microsoft.com/office/drawing/2014/main" id="{7A428C3E-E971-40B4-8A87-F863111C5342}"/>
              </a:ext>
            </a:extLst>
          </p:cNvPr>
          <p:cNvCxnSpPr>
            <a:cxnSpLocks/>
          </p:cNvCxnSpPr>
          <p:nvPr/>
        </p:nvCxnSpPr>
        <p:spPr>
          <a:xfrm flipV="1">
            <a:off x="9356997" y="4409023"/>
            <a:ext cx="1" cy="522051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7" name="Straight Connector 766">
            <a:extLst>
              <a:ext uri="{FF2B5EF4-FFF2-40B4-BE49-F238E27FC236}">
                <a16:creationId xmlns:a16="http://schemas.microsoft.com/office/drawing/2014/main" id="{93A0BBC5-4B30-4BCC-A826-C975E8D32264}"/>
              </a:ext>
            </a:extLst>
          </p:cNvPr>
          <p:cNvCxnSpPr>
            <a:cxnSpLocks/>
          </p:cNvCxnSpPr>
          <p:nvPr/>
        </p:nvCxnSpPr>
        <p:spPr>
          <a:xfrm flipH="1">
            <a:off x="8687718" y="4930378"/>
            <a:ext cx="681600" cy="275060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8" name="Straight Connector 767">
            <a:extLst>
              <a:ext uri="{FF2B5EF4-FFF2-40B4-BE49-F238E27FC236}">
                <a16:creationId xmlns:a16="http://schemas.microsoft.com/office/drawing/2014/main" id="{6FCA9E92-90AE-4382-9C62-93C1BBF2EEBD}"/>
              </a:ext>
            </a:extLst>
          </p:cNvPr>
          <p:cNvCxnSpPr>
            <a:cxnSpLocks/>
          </p:cNvCxnSpPr>
          <p:nvPr/>
        </p:nvCxnSpPr>
        <p:spPr>
          <a:xfrm>
            <a:off x="8692957" y="5205438"/>
            <a:ext cx="0" cy="180975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9" name="Straight Connector 768">
            <a:extLst>
              <a:ext uri="{FF2B5EF4-FFF2-40B4-BE49-F238E27FC236}">
                <a16:creationId xmlns:a16="http://schemas.microsoft.com/office/drawing/2014/main" id="{3CB424E4-8F36-40FC-973B-DB12B64488AB}"/>
              </a:ext>
            </a:extLst>
          </p:cNvPr>
          <p:cNvCxnSpPr>
            <a:cxnSpLocks/>
          </p:cNvCxnSpPr>
          <p:nvPr/>
        </p:nvCxnSpPr>
        <p:spPr>
          <a:xfrm flipH="1">
            <a:off x="8462962" y="5391125"/>
            <a:ext cx="234314" cy="85725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0" name="Straight Connector 769">
            <a:extLst>
              <a:ext uri="{FF2B5EF4-FFF2-40B4-BE49-F238E27FC236}">
                <a16:creationId xmlns:a16="http://schemas.microsoft.com/office/drawing/2014/main" id="{12FCD9AF-5415-4DD5-A513-8145C211358A}"/>
              </a:ext>
            </a:extLst>
          </p:cNvPr>
          <p:cNvCxnSpPr>
            <a:cxnSpLocks/>
          </p:cNvCxnSpPr>
          <p:nvPr/>
        </p:nvCxnSpPr>
        <p:spPr>
          <a:xfrm flipH="1" flipV="1">
            <a:off x="8013516" y="5310927"/>
            <a:ext cx="446451" cy="156835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1" name="Straight Connector 770">
            <a:extLst>
              <a:ext uri="{FF2B5EF4-FFF2-40B4-BE49-F238E27FC236}">
                <a16:creationId xmlns:a16="http://schemas.microsoft.com/office/drawing/2014/main" id="{0A49C5DC-56FA-49C0-92DD-207064427D22}"/>
              </a:ext>
            </a:extLst>
          </p:cNvPr>
          <p:cNvCxnSpPr>
            <a:cxnSpLocks/>
          </p:cNvCxnSpPr>
          <p:nvPr/>
        </p:nvCxnSpPr>
        <p:spPr>
          <a:xfrm>
            <a:off x="8027472" y="5131093"/>
            <a:ext cx="0" cy="180975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3" name="TextBox 772">
            <a:extLst>
              <a:ext uri="{FF2B5EF4-FFF2-40B4-BE49-F238E27FC236}">
                <a16:creationId xmlns:a16="http://schemas.microsoft.com/office/drawing/2014/main" id="{DE09083F-1498-4980-A95F-B5F8A5C0D7AF}"/>
              </a:ext>
            </a:extLst>
          </p:cNvPr>
          <p:cNvSpPr txBox="1"/>
          <p:nvPr/>
        </p:nvSpPr>
        <p:spPr>
          <a:xfrm>
            <a:off x="937586" y="5065425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520</a:t>
            </a:r>
            <a:endParaRPr lang="en-US" dirty="0"/>
          </a:p>
        </p:txBody>
      </p:sp>
      <p:sp>
        <p:nvSpPr>
          <p:cNvPr id="774" name="TextBox 773">
            <a:extLst>
              <a:ext uri="{FF2B5EF4-FFF2-40B4-BE49-F238E27FC236}">
                <a16:creationId xmlns:a16="http://schemas.microsoft.com/office/drawing/2014/main" id="{24E917A0-D6DF-48C7-9DBA-54B4C8F72EAB}"/>
              </a:ext>
            </a:extLst>
          </p:cNvPr>
          <p:cNvSpPr txBox="1"/>
          <p:nvPr/>
        </p:nvSpPr>
        <p:spPr>
          <a:xfrm>
            <a:off x="7579196" y="4954729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159</a:t>
            </a:r>
            <a:endParaRPr lang="en-US" dirty="0"/>
          </a:p>
        </p:txBody>
      </p:sp>
      <p:sp>
        <p:nvSpPr>
          <p:cNvPr id="775" name="TextBox 774">
            <a:extLst>
              <a:ext uri="{FF2B5EF4-FFF2-40B4-BE49-F238E27FC236}">
                <a16:creationId xmlns:a16="http://schemas.microsoft.com/office/drawing/2014/main" id="{E00B57AE-C4C6-4E9D-B569-E7574311D13A}"/>
              </a:ext>
            </a:extLst>
          </p:cNvPr>
          <p:cNvSpPr txBox="1"/>
          <p:nvPr/>
        </p:nvSpPr>
        <p:spPr>
          <a:xfrm>
            <a:off x="3586293" y="485572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365</a:t>
            </a:r>
          </a:p>
        </p:txBody>
      </p:sp>
      <p:sp>
        <p:nvSpPr>
          <p:cNvPr id="776" name="TextBox 775">
            <a:extLst>
              <a:ext uri="{FF2B5EF4-FFF2-40B4-BE49-F238E27FC236}">
                <a16:creationId xmlns:a16="http://schemas.microsoft.com/office/drawing/2014/main" id="{339581A9-15C1-48B2-80ED-679F6F79DABD}"/>
              </a:ext>
            </a:extLst>
          </p:cNvPr>
          <p:cNvSpPr txBox="1"/>
          <p:nvPr/>
        </p:nvSpPr>
        <p:spPr>
          <a:xfrm>
            <a:off x="6596192" y="343105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222</a:t>
            </a:r>
          </a:p>
        </p:txBody>
      </p:sp>
      <p:cxnSp>
        <p:nvCxnSpPr>
          <p:cNvPr id="777" name="Straight Connector 776">
            <a:extLst>
              <a:ext uri="{FF2B5EF4-FFF2-40B4-BE49-F238E27FC236}">
                <a16:creationId xmlns:a16="http://schemas.microsoft.com/office/drawing/2014/main" id="{0618D42F-39E1-4D53-90F2-98BF135CA9E9}"/>
              </a:ext>
            </a:extLst>
          </p:cNvPr>
          <p:cNvCxnSpPr>
            <a:cxnSpLocks/>
          </p:cNvCxnSpPr>
          <p:nvPr/>
        </p:nvCxnSpPr>
        <p:spPr>
          <a:xfrm flipH="1" flipV="1">
            <a:off x="11592219" y="8778460"/>
            <a:ext cx="453731" cy="186335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8" name="Straight Connector 777">
            <a:extLst>
              <a:ext uri="{FF2B5EF4-FFF2-40B4-BE49-F238E27FC236}">
                <a16:creationId xmlns:a16="http://schemas.microsoft.com/office/drawing/2014/main" id="{C4CDA3C9-9588-4F84-876D-DC0EF6FAFDF1}"/>
              </a:ext>
            </a:extLst>
          </p:cNvPr>
          <p:cNvCxnSpPr>
            <a:cxnSpLocks/>
          </p:cNvCxnSpPr>
          <p:nvPr/>
        </p:nvCxnSpPr>
        <p:spPr>
          <a:xfrm flipV="1">
            <a:off x="11801768" y="9041169"/>
            <a:ext cx="0" cy="177779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9" name="Straight Connector 778">
            <a:extLst>
              <a:ext uri="{FF2B5EF4-FFF2-40B4-BE49-F238E27FC236}">
                <a16:creationId xmlns:a16="http://schemas.microsoft.com/office/drawing/2014/main" id="{79B3A210-F440-4E4E-BB05-2F490074A7EA}"/>
              </a:ext>
            </a:extLst>
          </p:cNvPr>
          <p:cNvCxnSpPr>
            <a:cxnSpLocks/>
          </p:cNvCxnSpPr>
          <p:nvPr/>
        </p:nvCxnSpPr>
        <p:spPr>
          <a:xfrm flipV="1">
            <a:off x="11566527" y="9198281"/>
            <a:ext cx="263525" cy="109473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0" name="Straight Connector 779">
            <a:extLst>
              <a:ext uri="{FF2B5EF4-FFF2-40B4-BE49-F238E27FC236}">
                <a16:creationId xmlns:a16="http://schemas.microsoft.com/office/drawing/2014/main" id="{8AC3263B-8424-45A8-976C-4B49BFE282D1}"/>
              </a:ext>
            </a:extLst>
          </p:cNvPr>
          <p:cNvCxnSpPr>
            <a:cxnSpLocks/>
          </p:cNvCxnSpPr>
          <p:nvPr/>
        </p:nvCxnSpPr>
        <p:spPr>
          <a:xfrm flipV="1">
            <a:off x="11592219" y="8964795"/>
            <a:ext cx="0" cy="343043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1" name="Straight Connector 780">
            <a:extLst>
              <a:ext uri="{FF2B5EF4-FFF2-40B4-BE49-F238E27FC236}">
                <a16:creationId xmlns:a16="http://schemas.microsoft.com/office/drawing/2014/main" id="{F643F168-961E-4757-898B-D7DF97F8E759}"/>
              </a:ext>
            </a:extLst>
          </p:cNvPr>
          <p:cNvCxnSpPr>
            <a:cxnSpLocks/>
          </p:cNvCxnSpPr>
          <p:nvPr/>
        </p:nvCxnSpPr>
        <p:spPr>
          <a:xfrm flipH="1" flipV="1">
            <a:off x="11345495" y="8870982"/>
            <a:ext cx="260391" cy="103826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2" name="Straight Connector 781">
            <a:extLst>
              <a:ext uri="{FF2B5EF4-FFF2-40B4-BE49-F238E27FC236}">
                <a16:creationId xmlns:a16="http://schemas.microsoft.com/office/drawing/2014/main" id="{6BA4E405-6FBB-4F94-B2BC-B0F84B22F07F}"/>
              </a:ext>
            </a:extLst>
          </p:cNvPr>
          <p:cNvCxnSpPr>
            <a:cxnSpLocks/>
          </p:cNvCxnSpPr>
          <p:nvPr/>
        </p:nvCxnSpPr>
        <p:spPr>
          <a:xfrm flipV="1">
            <a:off x="11361738" y="8357550"/>
            <a:ext cx="0" cy="536806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3" name="Straight Connector 782">
            <a:extLst>
              <a:ext uri="{FF2B5EF4-FFF2-40B4-BE49-F238E27FC236}">
                <a16:creationId xmlns:a16="http://schemas.microsoft.com/office/drawing/2014/main" id="{49266E63-78AF-4760-BDD6-91A627005D08}"/>
              </a:ext>
            </a:extLst>
          </p:cNvPr>
          <p:cNvCxnSpPr>
            <a:cxnSpLocks/>
          </p:cNvCxnSpPr>
          <p:nvPr/>
        </p:nvCxnSpPr>
        <p:spPr>
          <a:xfrm flipV="1">
            <a:off x="11122818" y="8350748"/>
            <a:ext cx="263525" cy="109473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4" name="Straight Connector 783">
            <a:extLst>
              <a:ext uri="{FF2B5EF4-FFF2-40B4-BE49-F238E27FC236}">
                <a16:creationId xmlns:a16="http://schemas.microsoft.com/office/drawing/2014/main" id="{025EAEEC-86E3-4E67-AE0B-E7B542AF2097}"/>
              </a:ext>
            </a:extLst>
          </p:cNvPr>
          <p:cNvCxnSpPr>
            <a:cxnSpLocks/>
          </p:cNvCxnSpPr>
          <p:nvPr/>
        </p:nvCxnSpPr>
        <p:spPr>
          <a:xfrm flipV="1">
            <a:off x="11150893" y="8440424"/>
            <a:ext cx="0" cy="177779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5" name="Straight Connector 784">
            <a:extLst>
              <a:ext uri="{FF2B5EF4-FFF2-40B4-BE49-F238E27FC236}">
                <a16:creationId xmlns:a16="http://schemas.microsoft.com/office/drawing/2014/main" id="{DD2442A4-642A-4A1E-9A06-8DEDB3B2567E}"/>
              </a:ext>
            </a:extLst>
          </p:cNvPr>
          <p:cNvCxnSpPr>
            <a:cxnSpLocks/>
          </p:cNvCxnSpPr>
          <p:nvPr/>
        </p:nvCxnSpPr>
        <p:spPr>
          <a:xfrm flipH="1" flipV="1">
            <a:off x="10709275" y="8440424"/>
            <a:ext cx="466767" cy="178096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6" name="Straight Connector 785">
            <a:extLst>
              <a:ext uri="{FF2B5EF4-FFF2-40B4-BE49-F238E27FC236}">
                <a16:creationId xmlns:a16="http://schemas.microsoft.com/office/drawing/2014/main" id="{9E4E4C82-3CAE-499F-AE88-DECCED9B1139}"/>
              </a:ext>
            </a:extLst>
          </p:cNvPr>
          <p:cNvCxnSpPr>
            <a:cxnSpLocks/>
          </p:cNvCxnSpPr>
          <p:nvPr/>
        </p:nvCxnSpPr>
        <p:spPr>
          <a:xfrm flipV="1">
            <a:off x="10460831" y="8433039"/>
            <a:ext cx="242092" cy="107513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7" name="Straight Connector 786">
            <a:extLst>
              <a:ext uri="{FF2B5EF4-FFF2-40B4-BE49-F238E27FC236}">
                <a16:creationId xmlns:a16="http://schemas.microsoft.com/office/drawing/2014/main" id="{0EFE76BE-8CE9-48A5-B338-30224FDD6B10}"/>
              </a:ext>
            </a:extLst>
          </p:cNvPr>
          <p:cNvCxnSpPr>
            <a:cxnSpLocks/>
          </p:cNvCxnSpPr>
          <p:nvPr/>
        </p:nvCxnSpPr>
        <p:spPr>
          <a:xfrm flipV="1">
            <a:off x="10487318" y="8529313"/>
            <a:ext cx="0" cy="177779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8" name="Straight Connector 787">
            <a:extLst>
              <a:ext uri="{FF2B5EF4-FFF2-40B4-BE49-F238E27FC236}">
                <a16:creationId xmlns:a16="http://schemas.microsoft.com/office/drawing/2014/main" id="{D74BE426-F667-4B62-9D6B-B2430AE24448}"/>
              </a:ext>
            </a:extLst>
          </p:cNvPr>
          <p:cNvCxnSpPr>
            <a:cxnSpLocks/>
          </p:cNvCxnSpPr>
          <p:nvPr/>
        </p:nvCxnSpPr>
        <p:spPr>
          <a:xfrm flipV="1">
            <a:off x="10466894" y="8604529"/>
            <a:ext cx="242092" cy="107513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9" name="Straight Connector 788">
            <a:extLst>
              <a:ext uri="{FF2B5EF4-FFF2-40B4-BE49-F238E27FC236}">
                <a16:creationId xmlns:a16="http://schemas.microsoft.com/office/drawing/2014/main" id="{0BACD695-69FE-4DD0-9410-AE22AC5718F5}"/>
              </a:ext>
            </a:extLst>
          </p:cNvPr>
          <p:cNvCxnSpPr>
            <a:cxnSpLocks/>
          </p:cNvCxnSpPr>
          <p:nvPr/>
        </p:nvCxnSpPr>
        <p:spPr>
          <a:xfrm flipH="1" flipV="1">
            <a:off x="10694031" y="8613504"/>
            <a:ext cx="260391" cy="103826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0" name="Straight Connector 789">
            <a:extLst>
              <a:ext uri="{FF2B5EF4-FFF2-40B4-BE49-F238E27FC236}">
                <a16:creationId xmlns:a16="http://schemas.microsoft.com/office/drawing/2014/main" id="{B4B3550A-8BBE-4436-B731-2A359A53E71B}"/>
              </a:ext>
            </a:extLst>
          </p:cNvPr>
          <p:cNvCxnSpPr>
            <a:cxnSpLocks/>
          </p:cNvCxnSpPr>
          <p:nvPr/>
        </p:nvCxnSpPr>
        <p:spPr>
          <a:xfrm flipV="1">
            <a:off x="10928643" y="8696050"/>
            <a:ext cx="0" cy="177779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1" name="Straight Connector 790">
            <a:extLst>
              <a:ext uri="{FF2B5EF4-FFF2-40B4-BE49-F238E27FC236}">
                <a16:creationId xmlns:a16="http://schemas.microsoft.com/office/drawing/2014/main" id="{F139CE44-47EF-44AB-8D37-E03D5F72746D}"/>
              </a:ext>
            </a:extLst>
          </p:cNvPr>
          <p:cNvCxnSpPr>
            <a:cxnSpLocks/>
          </p:cNvCxnSpPr>
          <p:nvPr/>
        </p:nvCxnSpPr>
        <p:spPr>
          <a:xfrm flipV="1">
            <a:off x="10466894" y="8782625"/>
            <a:ext cx="242092" cy="107513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2" name="Straight Connector 791">
            <a:extLst>
              <a:ext uri="{FF2B5EF4-FFF2-40B4-BE49-F238E27FC236}">
                <a16:creationId xmlns:a16="http://schemas.microsoft.com/office/drawing/2014/main" id="{A4B6D002-B24E-45D6-8E08-3D178C15AC0C}"/>
              </a:ext>
            </a:extLst>
          </p:cNvPr>
          <p:cNvCxnSpPr>
            <a:cxnSpLocks/>
          </p:cNvCxnSpPr>
          <p:nvPr/>
        </p:nvCxnSpPr>
        <p:spPr>
          <a:xfrm flipH="1" flipV="1">
            <a:off x="10694032" y="8791600"/>
            <a:ext cx="245434" cy="900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3" name="Straight Connector 792">
            <a:extLst>
              <a:ext uri="{FF2B5EF4-FFF2-40B4-BE49-F238E27FC236}">
                <a16:creationId xmlns:a16="http://schemas.microsoft.com/office/drawing/2014/main" id="{CD19F5B5-20CE-4608-AC63-A5B777E5AD29}"/>
              </a:ext>
            </a:extLst>
          </p:cNvPr>
          <p:cNvCxnSpPr>
            <a:cxnSpLocks/>
          </p:cNvCxnSpPr>
          <p:nvPr/>
        </p:nvCxnSpPr>
        <p:spPr>
          <a:xfrm flipH="1" flipV="1">
            <a:off x="10467946" y="8880485"/>
            <a:ext cx="245434" cy="900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4" name="Straight Connector 793">
            <a:extLst>
              <a:ext uri="{FF2B5EF4-FFF2-40B4-BE49-F238E27FC236}">
                <a16:creationId xmlns:a16="http://schemas.microsoft.com/office/drawing/2014/main" id="{A68A52AF-7E70-4E0C-8828-7BE61B865A6A}"/>
              </a:ext>
            </a:extLst>
          </p:cNvPr>
          <p:cNvCxnSpPr>
            <a:cxnSpLocks/>
          </p:cNvCxnSpPr>
          <p:nvPr/>
        </p:nvCxnSpPr>
        <p:spPr>
          <a:xfrm flipV="1">
            <a:off x="10709275" y="8961289"/>
            <a:ext cx="0" cy="177779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5" name="Straight Connector 794">
            <a:extLst>
              <a:ext uri="{FF2B5EF4-FFF2-40B4-BE49-F238E27FC236}">
                <a16:creationId xmlns:a16="http://schemas.microsoft.com/office/drawing/2014/main" id="{910A13C9-F5FB-49A3-83B1-1F308148AB4B}"/>
              </a:ext>
            </a:extLst>
          </p:cNvPr>
          <p:cNvCxnSpPr>
            <a:cxnSpLocks/>
          </p:cNvCxnSpPr>
          <p:nvPr/>
        </p:nvCxnSpPr>
        <p:spPr>
          <a:xfrm flipV="1">
            <a:off x="10469236" y="9130058"/>
            <a:ext cx="242092" cy="107513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6" name="Straight Connector 795">
            <a:extLst>
              <a:ext uri="{FF2B5EF4-FFF2-40B4-BE49-F238E27FC236}">
                <a16:creationId xmlns:a16="http://schemas.microsoft.com/office/drawing/2014/main" id="{4A486E05-A788-4240-B861-3F7EB4ED4611}"/>
              </a:ext>
            </a:extLst>
          </p:cNvPr>
          <p:cNvCxnSpPr>
            <a:cxnSpLocks/>
          </p:cNvCxnSpPr>
          <p:nvPr/>
        </p:nvCxnSpPr>
        <p:spPr>
          <a:xfrm flipV="1">
            <a:off x="10467946" y="9229315"/>
            <a:ext cx="0" cy="177779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7" name="Straight Connector 796">
            <a:extLst>
              <a:ext uri="{FF2B5EF4-FFF2-40B4-BE49-F238E27FC236}">
                <a16:creationId xmlns:a16="http://schemas.microsoft.com/office/drawing/2014/main" id="{EF3B55B6-16CC-486E-8271-F8C312CEAE9F}"/>
              </a:ext>
            </a:extLst>
          </p:cNvPr>
          <p:cNvCxnSpPr>
            <a:cxnSpLocks/>
          </p:cNvCxnSpPr>
          <p:nvPr/>
        </p:nvCxnSpPr>
        <p:spPr>
          <a:xfrm flipH="1" flipV="1">
            <a:off x="10459160" y="9407094"/>
            <a:ext cx="245434" cy="900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8" name="Straight Connector 797">
            <a:extLst>
              <a:ext uri="{FF2B5EF4-FFF2-40B4-BE49-F238E27FC236}">
                <a16:creationId xmlns:a16="http://schemas.microsoft.com/office/drawing/2014/main" id="{B267C1F3-0020-46C7-BFFC-7F2A38837D37}"/>
              </a:ext>
            </a:extLst>
          </p:cNvPr>
          <p:cNvCxnSpPr>
            <a:cxnSpLocks/>
          </p:cNvCxnSpPr>
          <p:nvPr/>
        </p:nvCxnSpPr>
        <p:spPr>
          <a:xfrm flipV="1">
            <a:off x="10688240" y="9331543"/>
            <a:ext cx="0" cy="177779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9" name="Straight Connector 798">
            <a:extLst>
              <a:ext uri="{FF2B5EF4-FFF2-40B4-BE49-F238E27FC236}">
                <a16:creationId xmlns:a16="http://schemas.microsoft.com/office/drawing/2014/main" id="{95EB0BF5-318C-47BE-A707-A43145EA982A}"/>
              </a:ext>
            </a:extLst>
          </p:cNvPr>
          <p:cNvCxnSpPr>
            <a:cxnSpLocks/>
          </p:cNvCxnSpPr>
          <p:nvPr/>
        </p:nvCxnSpPr>
        <p:spPr>
          <a:xfrm flipH="1" flipV="1">
            <a:off x="10672423" y="9315088"/>
            <a:ext cx="243227" cy="92006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0" name="Straight Connector 799">
            <a:extLst>
              <a:ext uri="{FF2B5EF4-FFF2-40B4-BE49-F238E27FC236}">
                <a16:creationId xmlns:a16="http://schemas.microsoft.com/office/drawing/2014/main" id="{A483C9F9-CEDB-407E-82B1-A0E1643170B9}"/>
              </a:ext>
            </a:extLst>
          </p:cNvPr>
          <p:cNvCxnSpPr>
            <a:cxnSpLocks/>
          </p:cNvCxnSpPr>
          <p:nvPr/>
        </p:nvCxnSpPr>
        <p:spPr>
          <a:xfrm flipV="1">
            <a:off x="10915650" y="9041169"/>
            <a:ext cx="0" cy="38356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1" name="Straight Connector 800">
            <a:extLst>
              <a:ext uri="{FF2B5EF4-FFF2-40B4-BE49-F238E27FC236}">
                <a16:creationId xmlns:a16="http://schemas.microsoft.com/office/drawing/2014/main" id="{1A05C64B-512A-4FCD-BFC8-74DA694FD9AC}"/>
              </a:ext>
            </a:extLst>
          </p:cNvPr>
          <p:cNvCxnSpPr>
            <a:cxnSpLocks/>
          </p:cNvCxnSpPr>
          <p:nvPr/>
        </p:nvCxnSpPr>
        <p:spPr>
          <a:xfrm flipV="1">
            <a:off x="10911434" y="8952997"/>
            <a:ext cx="242092" cy="107513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2" name="Straight Connector 801">
            <a:extLst>
              <a:ext uri="{FF2B5EF4-FFF2-40B4-BE49-F238E27FC236}">
                <a16:creationId xmlns:a16="http://schemas.microsoft.com/office/drawing/2014/main" id="{6EE42832-668A-4209-8AFE-FD14CDD05BAE}"/>
              </a:ext>
            </a:extLst>
          </p:cNvPr>
          <p:cNvCxnSpPr>
            <a:cxnSpLocks/>
          </p:cNvCxnSpPr>
          <p:nvPr/>
        </p:nvCxnSpPr>
        <p:spPr>
          <a:xfrm flipH="1" flipV="1">
            <a:off x="11132623" y="8958121"/>
            <a:ext cx="245434" cy="900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3" name="Straight Connector 802">
            <a:extLst>
              <a:ext uri="{FF2B5EF4-FFF2-40B4-BE49-F238E27FC236}">
                <a16:creationId xmlns:a16="http://schemas.microsoft.com/office/drawing/2014/main" id="{35CCAD57-B052-4F36-8885-A8D6E7FB83C4}"/>
              </a:ext>
            </a:extLst>
          </p:cNvPr>
          <p:cNvCxnSpPr>
            <a:cxnSpLocks/>
          </p:cNvCxnSpPr>
          <p:nvPr/>
        </p:nvCxnSpPr>
        <p:spPr>
          <a:xfrm flipV="1">
            <a:off x="11358563" y="9028765"/>
            <a:ext cx="0" cy="190183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4" name="Straight Connector 803">
            <a:extLst>
              <a:ext uri="{FF2B5EF4-FFF2-40B4-BE49-F238E27FC236}">
                <a16:creationId xmlns:a16="http://schemas.microsoft.com/office/drawing/2014/main" id="{86221775-F4DE-4AC9-90EF-448755BBBB05}"/>
              </a:ext>
            </a:extLst>
          </p:cNvPr>
          <p:cNvCxnSpPr>
            <a:cxnSpLocks/>
          </p:cNvCxnSpPr>
          <p:nvPr/>
        </p:nvCxnSpPr>
        <p:spPr>
          <a:xfrm flipH="1" flipV="1">
            <a:off x="11132623" y="9126029"/>
            <a:ext cx="245434" cy="900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5" name="Straight Connector 804">
            <a:extLst>
              <a:ext uri="{FF2B5EF4-FFF2-40B4-BE49-F238E27FC236}">
                <a16:creationId xmlns:a16="http://schemas.microsoft.com/office/drawing/2014/main" id="{5D2EE284-95E7-4AD7-B61D-3271B9AD6CE8}"/>
              </a:ext>
            </a:extLst>
          </p:cNvPr>
          <p:cNvCxnSpPr>
            <a:cxnSpLocks/>
          </p:cNvCxnSpPr>
          <p:nvPr/>
        </p:nvCxnSpPr>
        <p:spPr>
          <a:xfrm flipV="1">
            <a:off x="11133534" y="9117573"/>
            <a:ext cx="3852" cy="365695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6" name="Straight Connector 805">
            <a:extLst>
              <a:ext uri="{FF2B5EF4-FFF2-40B4-BE49-F238E27FC236}">
                <a16:creationId xmlns:a16="http://schemas.microsoft.com/office/drawing/2014/main" id="{3AEA59D2-161A-456B-B118-BB6FC7848F5F}"/>
              </a:ext>
            </a:extLst>
          </p:cNvPr>
          <p:cNvCxnSpPr>
            <a:cxnSpLocks/>
          </p:cNvCxnSpPr>
          <p:nvPr/>
        </p:nvCxnSpPr>
        <p:spPr>
          <a:xfrm flipH="1" flipV="1">
            <a:off x="11125993" y="9483268"/>
            <a:ext cx="243227" cy="92006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7" name="Straight Connector 806">
            <a:extLst>
              <a:ext uri="{FF2B5EF4-FFF2-40B4-BE49-F238E27FC236}">
                <a16:creationId xmlns:a16="http://schemas.microsoft.com/office/drawing/2014/main" id="{820241DD-BF0B-4140-82C5-BC1357A5F2F6}"/>
              </a:ext>
            </a:extLst>
          </p:cNvPr>
          <p:cNvCxnSpPr>
            <a:cxnSpLocks/>
          </p:cNvCxnSpPr>
          <p:nvPr/>
        </p:nvCxnSpPr>
        <p:spPr>
          <a:xfrm flipV="1">
            <a:off x="11358563" y="9391537"/>
            <a:ext cx="0" cy="177779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Straight Connector 807">
            <a:extLst>
              <a:ext uri="{FF2B5EF4-FFF2-40B4-BE49-F238E27FC236}">
                <a16:creationId xmlns:a16="http://schemas.microsoft.com/office/drawing/2014/main" id="{1FEFE88D-53CD-4C4D-89D2-56D6A771CFD8}"/>
              </a:ext>
            </a:extLst>
          </p:cNvPr>
          <p:cNvCxnSpPr>
            <a:cxnSpLocks/>
          </p:cNvCxnSpPr>
          <p:nvPr/>
        </p:nvCxnSpPr>
        <p:spPr>
          <a:xfrm flipH="1" flipV="1">
            <a:off x="11352167" y="9391537"/>
            <a:ext cx="243227" cy="92006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9" name="Straight Connector 808">
            <a:extLst>
              <a:ext uri="{FF2B5EF4-FFF2-40B4-BE49-F238E27FC236}">
                <a16:creationId xmlns:a16="http://schemas.microsoft.com/office/drawing/2014/main" id="{D4F13A23-2531-4E3C-9294-D2354016E659}"/>
              </a:ext>
            </a:extLst>
          </p:cNvPr>
          <p:cNvCxnSpPr>
            <a:cxnSpLocks/>
          </p:cNvCxnSpPr>
          <p:nvPr/>
        </p:nvCxnSpPr>
        <p:spPr>
          <a:xfrm flipV="1">
            <a:off x="11581104" y="9476727"/>
            <a:ext cx="0" cy="177779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0" name="Straight Connector 809">
            <a:extLst>
              <a:ext uri="{FF2B5EF4-FFF2-40B4-BE49-F238E27FC236}">
                <a16:creationId xmlns:a16="http://schemas.microsoft.com/office/drawing/2014/main" id="{11006FBC-CEFE-4746-9844-08B2F0726461}"/>
              </a:ext>
            </a:extLst>
          </p:cNvPr>
          <p:cNvCxnSpPr>
            <a:cxnSpLocks/>
          </p:cNvCxnSpPr>
          <p:nvPr/>
        </p:nvCxnSpPr>
        <p:spPr>
          <a:xfrm flipH="1" flipV="1">
            <a:off x="11585297" y="9654506"/>
            <a:ext cx="243227" cy="92006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1" name="TextBox 810">
            <a:extLst>
              <a:ext uri="{FF2B5EF4-FFF2-40B4-BE49-F238E27FC236}">
                <a16:creationId xmlns:a16="http://schemas.microsoft.com/office/drawing/2014/main" id="{EDA3954B-1454-450A-A877-A97B41527DD8}"/>
              </a:ext>
            </a:extLst>
          </p:cNvPr>
          <p:cNvSpPr txBox="1"/>
          <p:nvPr/>
        </p:nvSpPr>
        <p:spPr>
          <a:xfrm>
            <a:off x="11533906" y="96877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81</a:t>
            </a:r>
          </a:p>
        </p:txBody>
      </p:sp>
      <p:cxnSp>
        <p:nvCxnSpPr>
          <p:cNvPr id="812" name="Straight Connector 811">
            <a:extLst>
              <a:ext uri="{FF2B5EF4-FFF2-40B4-BE49-F238E27FC236}">
                <a16:creationId xmlns:a16="http://schemas.microsoft.com/office/drawing/2014/main" id="{8D88EC8F-E409-4356-88F7-7F1D23FC2CC5}"/>
              </a:ext>
            </a:extLst>
          </p:cNvPr>
          <p:cNvCxnSpPr>
            <a:cxnSpLocks/>
          </p:cNvCxnSpPr>
          <p:nvPr/>
        </p:nvCxnSpPr>
        <p:spPr>
          <a:xfrm>
            <a:off x="10913222" y="5221226"/>
            <a:ext cx="445341" cy="190153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3" name="Straight Connector 812">
            <a:extLst>
              <a:ext uri="{FF2B5EF4-FFF2-40B4-BE49-F238E27FC236}">
                <a16:creationId xmlns:a16="http://schemas.microsoft.com/office/drawing/2014/main" id="{294D3246-ED91-4E8C-91B3-0912EDDC93B0}"/>
              </a:ext>
            </a:extLst>
          </p:cNvPr>
          <p:cNvCxnSpPr>
            <a:cxnSpLocks/>
          </p:cNvCxnSpPr>
          <p:nvPr/>
        </p:nvCxnSpPr>
        <p:spPr>
          <a:xfrm flipV="1">
            <a:off x="11358563" y="5214681"/>
            <a:ext cx="454819" cy="190499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4" name="Straight Connector 813">
            <a:extLst>
              <a:ext uri="{FF2B5EF4-FFF2-40B4-BE49-F238E27FC236}">
                <a16:creationId xmlns:a16="http://schemas.microsoft.com/office/drawing/2014/main" id="{E3BC02C4-B5E6-4C85-8587-37270776512C}"/>
              </a:ext>
            </a:extLst>
          </p:cNvPr>
          <p:cNvCxnSpPr>
            <a:cxnSpLocks/>
          </p:cNvCxnSpPr>
          <p:nvPr/>
        </p:nvCxnSpPr>
        <p:spPr>
          <a:xfrm flipV="1">
            <a:off x="11813382" y="4540877"/>
            <a:ext cx="0" cy="67380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3" name="TextBox 642">
            <a:extLst>
              <a:ext uri="{FF2B5EF4-FFF2-40B4-BE49-F238E27FC236}">
                <a16:creationId xmlns:a16="http://schemas.microsoft.com/office/drawing/2014/main" id="{5257CBBE-975F-4BB1-BE88-7B6EE4FB77AA}"/>
              </a:ext>
            </a:extLst>
          </p:cNvPr>
          <p:cNvSpPr txBox="1"/>
          <p:nvPr/>
        </p:nvSpPr>
        <p:spPr>
          <a:xfrm>
            <a:off x="10941541" y="799741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34</a:t>
            </a:r>
            <a:endParaRPr lang="en-US" dirty="0"/>
          </a:p>
        </p:txBody>
      </p:sp>
      <p:sp>
        <p:nvSpPr>
          <p:cNvPr id="815" name="TextBox 814">
            <a:extLst>
              <a:ext uri="{FF2B5EF4-FFF2-40B4-BE49-F238E27FC236}">
                <a16:creationId xmlns:a16="http://schemas.microsoft.com/office/drawing/2014/main" id="{7D85AFF7-B71E-4C24-9231-B76371D569A1}"/>
              </a:ext>
            </a:extLst>
          </p:cNvPr>
          <p:cNvSpPr txBox="1"/>
          <p:nvPr/>
        </p:nvSpPr>
        <p:spPr>
          <a:xfrm>
            <a:off x="6206415" y="586233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47</a:t>
            </a:r>
            <a:endParaRPr lang="en-US" dirty="0"/>
          </a:p>
        </p:txBody>
      </p:sp>
      <p:sp>
        <p:nvSpPr>
          <p:cNvPr id="817" name="TextBox 816">
            <a:extLst>
              <a:ext uri="{FF2B5EF4-FFF2-40B4-BE49-F238E27FC236}">
                <a16:creationId xmlns:a16="http://schemas.microsoft.com/office/drawing/2014/main" id="{A32C1381-B263-4F94-A1E2-529735C95104}"/>
              </a:ext>
            </a:extLst>
          </p:cNvPr>
          <p:cNvSpPr txBox="1"/>
          <p:nvPr/>
        </p:nvSpPr>
        <p:spPr>
          <a:xfrm>
            <a:off x="607605" y="2740865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471</a:t>
            </a:r>
            <a:endParaRPr lang="en-US" dirty="0"/>
          </a:p>
        </p:txBody>
      </p:sp>
      <p:sp>
        <p:nvSpPr>
          <p:cNvPr id="818" name="TextBox 817">
            <a:extLst>
              <a:ext uri="{FF2B5EF4-FFF2-40B4-BE49-F238E27FC236}">
                <a16:creationId xmlns:a16="http://schemas.microsoft.com/office/drawing/2014/main" id="{3EC40988-2F03-41BA-838D-BE954A1B14D9}"/>
              </a:ext>
            </a:extLst>
          </p:cNvPr>
          <p:cNvSpPr txBox="1"/>
          <p:nvPr/>
        </p:nvSpPr>
        <p:spPr>
          <a:xfrm>
            <a:off x="1871934" y="8601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345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6902</TotalTime>
  <Words>213</Words>
  <Application>Microsoft Office PowerPoint</Application>
  <PresentationFormat>Custom</PresentationFormat>
  <Paragraphs>53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Jiang, Ruoli</dc:creator>
  <cp:lastModifiedBy>Jiang, Ruoli</cp:lastModifiedBy>
  <cp:revision>88</cp:revision>
  <dcterms:created xsi:type="dcterms:W3CDTF">2021-03-25T22:26:05Z</dcterms:created>
  <dcterms:modified xsi:type="dcterms:W3CDTF">2021-04-05T22:07:30Z</dcterms:modified>
</cp:coreProperties>
</file>