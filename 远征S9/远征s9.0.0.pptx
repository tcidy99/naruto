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7"/>
  </p:notesMasterIdLst>
  <p:sldIdLst>
    <p:sldId id="286" r:id="rId2"/>
    <p:sldId id="283" r:id="rId3"/>
    <p:sldId id="281" r:id="rId4"/>
    <p:sldId id="285" r:id="rId5"/>
    <p:sldId id="284" r:id="rId6"/>
    <p:sldId id="282" r:id="rId7"/>
    <p:sldId id="274" r:id="rId8"/>
    <p:sldId id="280" r:id="rId9"/>
    <p:sldId id="273" r:id="rId10"/>
    <p:sldId id="279" r:id="rId11"/>
    <p:sldId id="278" r:id="rId12"/>
    <p:sldId id="277" r:id="rId13"/>
    <p:sldId id="271" r:id="rId14"/>
    <p:sldId id="275" r:id="rId15"/>
    <p:sldId id="276" r:id="rId16"/>
    <p:sldId id="272" r:id="rId17"/>
    <p:sldId id="270" r:id="rId18"/>
    <p:sldId id="268" r:id="rId19"/>
    <p:sldId id="269" r:id="rId20"/>
    <p:sldId id="262" r:id="rId21"/>
    <p:sldId id="267" r:id="rId22"/>
    <p:sldId id="266" r:id="rId23"/>
    <p:sldId id="257" r:id="rId24"/>
    <p:sldId id="259" r:id="rId25"/>
    <p:sldId id="265" r:id="rId26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C000"/>
    <a:srgbClr val="99FFCC"/>
    <a:srgbClr val="41719C"/>
    <a:srgbClr val="5B9BD5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2" autoAdjust="0"/>
    <p:restoredTop sz="92500" autoAdjust="0"/>
  </p:normalViewPr>
  <p:slideViewPr>
    <p:cSldViewPr snapToGrid="0">
      <p:cViewPr varScale="1">
        <p:scale>
          <a:sx n="57" d="100"/>
          <a:sy n="57" d="100"/>
        </p:scale>
        <p:origin x="160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20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35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43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54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76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71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89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67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19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25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80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27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50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68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71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0" y="1143000"/>
            <a:ext cx="2730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5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9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58" indent="0" algn="ctr">
              <a:buNone/>
              <a:defRPr sz="2124"/>
            </a:lvl2pPr>
            <a:lvl3pPr marL="971117" indent="0" algn="ctr">
              <a:buNone/>
              <a:defRPr sz="1913"/>
            </a:lvl3pPr>
            <a:lvl4pPr marL="1456675" indent="0" algn="ctr">
              <a:buNone/>
              <a:defRPr sz="1699"/>
            </a:lvl4pPr>
            <a:lvl5pPr marL="1942234" indent="0" algn="ctr">
              <a:buNone/>
              <a:defRPr sz="1699"/>
            </a:lvl5pPr>
            <a:lvl6pPr marL="2427792" indent="0" algn="ctr">
              <a:buNone/>
              <a:defRPr sz="1699"/>
            </a:lvl6pPr>
            <a:lvl7pPr marL="2913350" indent="0" algn="ctr">
              <a:buNone/>
              <a:defRPr sz="1699"/>
            </a:lvl7pPr>
            <a:lvl8pPr marL="3398910" indent="0" algn="ctr">
              <a:buNone/>
              <a:defRPr sz="1699"/>
            </a:lvl8pPr>
            <a:lvl9pPr marL="3884468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58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11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667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234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9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350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910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46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3" y="3894668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50" y="3894668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5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58" indent="0">
              <a:buNone/>
              <a:defRPr sz="2124" b="1"/>
            </a:lvl2pPr>
            <a:lvl3pPr marL="971117" indent="0">
              <a:buNone/>
              <a:defRPr sz="1913" b="1"/>
            </a:lvl3pPr>
            <a:lvl4pPr marL="1456675" indent="0">
              <a:buNone/>
              <a:defRPr sz="1699" b="1"/>
            </a:lvl4pPr>
            <a:lvl5pPr marL="1942234" indent="0">
              <a:buNone/>
              <a:defRPr sz="1699" b="1"/>
            </a:lvl5pPr>
            <a:lvl6pPr marL="2427792" indent="0">
              <a:buNone/>
              <a:defRPr sz="1699" b="1"/>
            </a:lvl6pPr>
            <a:lvl7pPr marL="2913350" indent="0">
              <a:buNone/>
              <a:defRPr sz="1699" b="1"/>
            </a:lvl7pPr>
            <a:lvl8pPr marL="3398910" indent="0">
              <a:buNone/>
              <a:defRPr sz="1699" b="1"/>
            </a:lvl8pPr>
            <a:lvl9pPr marL="3884468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1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58" indent="0">
              <a:buNone/>
              <a:defRPr sz="2124" b="1"/>
            </a:lvl2pPr>
            <a:lvl3pPr marL="971117" indent="0">
              <a:buNone/>
              <a:defRPr sz="1913" b="1"/>
            </a:lvl3pPr>
            <a:lvl4pPr marL="1456675" indent="0">
              <a:buNone/>
              <a:defRPr sz="1699" b="1"/>
            </a:lvl4pPr>
            <a:lvl5pPr marL="1942234" indent="0">
              <a:buNone/>
              <a:defRPr sz="1699" b="1"/>
            </a:lvl5pPr>
            <a:lvl6pPr marL="2427792" indent="0">
              <a:buNone/>
              <a:defRPr sz="1699" b="1"/>
            </a:lvl6pPr>
            <a:lvl7pPr marL="2913350" indent="0">
              <a:buNone/>
              <a:defRPr sz="1699" b="1"/>
            </a:lvl7pPr>
            <a:lvl8pPr marL="3398910" indent="0">
              <a:buNone/>
              <a:defRPr sz="1699" b="1"/>
            </a:lvl8pPr>
            <a:lvl9pPr marL="3884468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1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9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1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58" indent="0">
              <a:buNone/>
              <a:defRPr sz="1487"/>
            </a:lvl2pPr>
            <a:lvl3pPr marL="971117" indent="0">
              <a:buNone/>
              <a:defRPr sz="1274"/>
            </a:lvl3pPr>
            <a:lvl4pPr marL="1456675" indent="0">
              <a:buNone/>
              <a:defRPr sz="1062"/>
            </a:lvl4pPr>
            <a:lvl5pPr marL="1942234" indent="0">
              <a:buNone/>
              <a:defRPr sz="1062"/>
            </a:lvl5pPr>
            <a:lvl6pPr marL="2427792" indent="0">
              <a:buNone/>
              <a:defRPr sz="1062"/>
            </a:lvl6pPr>
            <a:lvl7pPr marL="2913350" indent="0">
              <a:buNone/>
              <a:defRPr sz="1062"/>
            </a:lvl7pPr>
            <a:lvl8pPr marL="3398910" indent="0">
              <a:buNone/>
              <a:defRPr sz="1062"/>
            </a:lvl8pPr>
            <a:lvl9pPr marL="3884468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9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58" indent="0">
              <a:buNone/>
              <a:defRPr sz="2974"/>
            </a:lvl2pPr>
            <a:lvl3pPr marL="971117" indent="0">
              <a:buNone/>
              <a:defRPr sz="2549"/>
            </a:lvl3pPr>
            <a:lvl4pPr marL="1456675" indent="0">
              <a:buNone/>
              <a:defRPr sz="2124"/>
            </a:lvl4pPr>
            <a:lvl5pPr marL="1942234" indent="0">
              <a:buNone/>
              <a:defRPr sz="2124"/>
            </a:lvl5pPr>
            <a:lvl6pPr marL="2427792" indent="0">
              <a:buNone/>
              <a:defRPr sz="2124"/>
            </a:lvl6pPr>
            <a:lvl7pPr marL="2913350" indent="0">
              <a:buNone/>
              <a:defRPr sz="2124"/>
            </a:lvl7pPr>
            <a:lvl8pPr marL="3398910" indent="0">
              <a:buNone/>
              <a:defRPr sz="2124"/>
            </a:lvl8pPr>
            <a:lvl9pPr marL="3884468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1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58" indent="0">
              <a:buNone/>
              <a:defRPr sz="1487"/>
            </a:lvl2pPr>
            <a:lvl3pPr marL="971117" indent="0">
              <a:buNone/>
              <a:defRPr sz="1274"/>
            </a:lvl3pPr>
            <a:lvl4pPr marL="1456675" indent="0">
              <a:buNone/>
              <a:defRPr sz="1062"/>
            </a:lvl4pPr>
            <a:lvl5pPr marL="1942234" indent="0">
              <a:buNone/>
              <a:defRPr sz="1062"/>
            </a:lvl5pPr>
            <a:lvl6pPr marL="2427792" indent="0">
              <a:buNone/>
              <a:defRPr sz="1062"/>
            </a:lvl6pPr>
            <a:lvl7pPr marL="2913350" indent="0">
              <a:buNone/>
              <a:defRPr sz="1062"/>
            </a:lvl7pPr>
            <a:lvl8pPr marL="3398910" indent="0">
              <a:buNone/>
              <a:defRPr sz="1062"/>
            </a:lvl8pPr>
            <a:lvl9pPr marL="3884468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4" y="778934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3" y="778934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5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8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3" y="13560216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6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80" y="13560216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117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9" indent="-242779" algn="l" defTabSz="971117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38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96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54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5013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0571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6131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1689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27248" indent="-242779" algn="l" defTabSz="971117" rtl="0" eaLnBrk="1" latinLnBrk="0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5558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1117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6675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2234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27792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3350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398910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4468" algn="l" defTabSz="97111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111440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9.0.19_</a:t>
            </a:r>
            <a:r>
              <a:rPr lang="zh-CN" altLang="en-US" sz="1801" dirty="0">
                <a:solidFill>
                  <a:schemeClr val="bg1"/>
                </a:solidFill>
              </a:rPr>
              <a:t>满</a:t>
            </a:r>
          </a:p>
        </p:txBody>
      </p:sp>
      <p:cxnSp>
        <p:nvCxnSpPr>
          <p:cNvPr id="103" name="Straight Connector 452">
            <a:extLst>
              <a:ext uri="{FF2B5EF4-FFF2-40B4-BE49-F238E27FC236}">
                <a16:creationId xmlns:a16="http://schemas.microsoft.com/office/drawing/2014/main" id="{24DBB544-590A-41C7-8F8D-90FFF02FAA25}"/>
              </a:ext>
            </a:extLst>
          </p:cNvPr>
          <p:cNvCxnSpPr>
            <a:cxnSpLocks/>
          </p:cNvCxnSpPr>
          <p:nvPr/>
        </p:nvCxnSpPr>
        <p:spPr>
          <a:xfrm flipV="1">
            <a:off x="5957887" y="8820150"/>
            <a:ext cx="476251" cy="2000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8772D031-AEE7-4700-BCE6-33737AAEFB9B}"/>
              </a:ext>
            </a:extLst>
          </p:cNvPr>
          <p:cNvCxnSpPr>
            <a:cxnSpLocks/>
          </p:cNvCxnSpPr>
          <p:nvPr/>
        </p:nvCxnSpPr>
        <p:spPr>
          <a:xfrm>
            <a:off x="5969000" y="8977313"/>
            <a:ext cx="0" cy="5762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452">
            <a:extLst>
              <a:ext uri="{FF2B5EF4-FFF2-40B4-BE49-F238E27FC236}">
                <a16:creationId xmlns:a16="http://schemas.microsoft.com/office/drawing/2014/main" id="{01D2B3EB-0DA0-46AA-B32E-04DE6C7D4A05}"/>
              </a:ext>
            </a:extLst>
          </p:cNvPr>
          <p:cNvCxnSpPr>
            <a:cxnSpLocks/>
          </p:cNvCxnSpPr>
          <p:nvPr/>
        </p:nvCxnSpPr>
        <p:spPr>
          <a:xfrm>
            <a:off x="5969000" y="7550150"/>
            <a:ext cx="708026" cy="2762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452">
            <a:extLst>
              <a:ext uri="{FF2B5EF4-FFF2-40B4-BE49-F238E27FC236}">
                <a16:creationId xmlns:a16="http://schemas.microsoft.com/office/drawing/2014/main" id="{5FF30EE3-0893-455B-B079-80F4045B3AF8}"/>
              </a:ext>
            </a:extLst>
          </p:cNvPr>
          <p:cNvCxnSpPr>
            <a:cxnSpLocks/>
          </p:cNvCxnSpPr>
          <p:nvPr/>
        </p:nvCxnSpPr>
        <p:spPr>
          <a:xfrm flipV="1">
            <a:off x="5973764" y="7405689"/>
            <a:ext cx="0" cy="1476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72AB7BE7-8961-4800-B88B-40ABB7F7EAC6}"/>
              </a:ext>
            </a:extLst>
          </p:cNvPr>
          <p:cNvCxnSpPr>
            <a:cxnSpLocks/>
          </p:cNvCxnSpPr>
          <p:nvPr/>
        </p:nvCxnSpPr>
        <p:spPr>
          <a:xfrm>
            <a:off x="5243513" y="7086601"/>
            <a:ext cx="738187" cy="3047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84B366F3-4C53-4224-ACDB-0CA6B8150216}"/>
              </a:ext>
            </a:extLst>
          </p:cNvPr>
          <p:cNvCxnSpPr>
            <a:cxnSpLocks/>
          </p:cNvCxnSpPr>
          <p:nvPr/>
        </p:nvCxnSpPr>
        <p:spPr>
          <a:xfrm flipV="1">
            <a:off x="4343400" y="7081840"/>
            <a:ext cx="901701" cy="361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452">
            <a:extLst>
              <a:ext uri="{FF2B5EF4-FFF2-40B4-BE49-F238E27FC236}">
                <a16:creationId xmlns:a16="http://schemas.microsoft.com/office/drawing/2014/main" id="{AD624617-9C17-4493-BF42-652FBCBBFC4C}"/>
              </a:ext>
            </a:extLst>
          </p:cNvPr>
          <p:cNvCxnSpPr>
            <a:cxnSpLocks/>
          </p:cNvCxnSpPr>
          <p:nvPr/>
        </p:nvCxnSpPr>
        <p:spPr>
          <a:xfrm>
            <a:off x="3624263" y="7543800"/>
            <a:ext cx="215901" cy="1047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452">
            <a:extLst>
              <a:ext uri="{FF2B5EF4-FFF2-40B4-BE49-F238E27FC236}">
                <a16:creationId xmlns:a16="http://schemas.microsoft.com/office/drawing/2014/main" id="{7BE35212-BFE7-4229-B59A-8350ACEE9955}"/>
              </a:ext>
            </a:extLst>
          </p:cNvPr>
          <p:cNvCxnSpPr>
            <a:cxnSpLocks/>
          </p:cNvCxnSpPr>
          <p:nvPr/>
        </p:nvCxnSpPr>
        <p:spPr>
          <a:xfrm flipV="1">
            <a:off x="3134360" y="7518087"/>
            <a:ext cx="484823" cy="20605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5F530880-A239-4E88-BC6C-40FA9936D552}"/>
              </a:ext>
            </a:extLst>
          </p:cNvPr>
          <p:cNvCxnSpPr>
            <a:cxnSpLocks/>
          </p:cNvCxnSpPr>
          <p:nvPr/>
        </p:nvCxnSpPr>
        <p:spPr>
          <a:xfrm flipH="1" flipV="1">
            <a:off x="2405064" y="7443788"/>
            <a:ext cx="744536" cy="2854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452">
            <a:extLst>
              <a:ext uri="{FF2B5EF4-FFF2-40B4-BE49-F238E27FC236}">
                <a16:creationId xmlns:a16="http://schemas.microsoft.com/office/drawing/2014/main" id="{06A05AB7-824F-4CF8-8280-4EEF1B9A6C11}"/>
              </a:ext>
            </a:extLst>
          </p:cNvPr>
          <p:cNvCxnSpPr>
            <a:cxnSpLocks/>
          </p:cNvCxnSpPr>
          <p:nvPr/>
        </p:nvCxnSpPr>
        <p:spPr>
          <a:xfrm flipV="1">
            <a:off x="1952627" y="7650163"/>
            <a:ext cx="0" cy="16309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EF46A9B7-7842-4C2F-85C1-DBC8FC90FA7B}"/>
              </a:ext>
            </a:extLst>
          </p:cNvPr>
          <p:cNvCxnSpPr>
            <a:cxnSpLocks/>
          </p:cNvCxnSpPr>
          <p:nvPr/>
        </p:nvCxnSpPr>
        <p:spPr>
          <a:xfrm flipH="1">
            <a:off x="1955800" y="7434263"/>
            <a:ext cx="504825" cy="2111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452">
            <a:extLst>
              <a:ext uri="{FF2B5EF4-FFF2-40B4-BE49-F238E27FC236}">
                <a16:creationId xmlns:a16="http://schemas.microsoft.com/office/drawing/2014/main" id="{A8073738-F0A1-47EE-A936-87DD2E4B146B}"/>
              </a:ext>
            </a:extLst>
          </p:cNvPr>
          <p:cNvCxnSpPr>
            <a:cxnSpLocks/>
          </p:cNvCxnSpPr>
          <p:nvPr/>
        </p:nvCxnSpPr>
        <p:spPr>
          <a:xfrm flipV="1">
            <a:off x="2435227" y="5786438"/>
            <a:ext cx="0" cy="16954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9E0AE4A8-1F70-44CB-97C1-6A89038DB65A}"/>
              </a:ext>
            </a:extLst>
          </p:cNvPr>
          <p:cNvCxnSpPr>
            <a:cxnSpLocks/>
          </p:cNvCxnSpPr>
          <p:nvPr/>
        </p:nvCxnSpPr>
        <p:spPr>
          <a:xfrm flipH="1" flipV="1">
            <a:off x="1500189" y="7443788"/>
            <a:ext cx="442911" cy="2016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452">
            <a:extLst>
              <a:ext uri="{FF2B5EF4-FFF2-40B4-BE49-F238E27FC236}">
                <a16:creationId xmlns:a16="http://schemas.microsoft.com/office/drawing/2014/main" id="{30500830-484A-4013-BBE8-050BBC487A46}"/>
              </a:ext>
            </a:extLst>
          </p:cNvPr>
          <p:cNvCxnSpPr>
            <a:cxnSpLocks/>
          </p:cNvCxnSpPr>
          <p:nvPr/>
        </p:nvCxnSpPr>
        <p:spPr>
          <a:xfrm flipV="1">
            <a:off x="2671764" y="9029700"/>
            <a:ext cx="0" cy="3683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452">
            <a:extLst>
              <a:ext uri="{FF2B5EF4-FFF2-40B4-BE49-F238E27FC236}">
                <a16:creationId xmlns:a16="http://schemas.microsoft.com/office/drawing/2014/main" id="{19E426AB-26A8-475D-B1E7-D20670A29E37}"/>
              </a:ext>
            </a:extLst>
          </p:cNvPr>
          <p:cNvCxnSpPr>
            <a:cxnSpLocks/>
          </p:cNvCxnSpPr>
          <p:nvPr/>
        </p:nvCxnSpPr>
        <p:spPr>
          <a:xfrm flipV="1">
            <a:off x="2212340" y="8274050"/>
            <a:ext cx="0" cy="5397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452">
            <a:extLst>
              <a:ext uri="{FF2B5EF4-FFF2-40B4-BE49-F238E27FC236}">
                <a16:creationId xmlns:a16="http://schemas.microsoft.com/office/drawing/2014/main" id="{89591612-FFDF-4EB2-BDBB-A59F77FD4214}"/>
              </a:ext>
            </a:extLst>
          </p:cNvPr>
          <p:cNvCxnSpPr>
            <a:cxnSpLocks/>
          </p:cNvCxnSpPr>
          <p:nvPr/>
        </p:nvCxnSpPr>
        <p:spPr>
          <a:xfrm flipH="1" flipV="1">
            <a:off x="1974850" y="8195311"/>
            <a:ext cx="215900" cy="7238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452">
            <a:extLst>
              <a:ext uri="{FF2B5EF4-FFF2-40B4-BE49-F238E27FC236}">
                <a16:creationId xmlns:a16="http://schemas.microsoft.com/office/drawing/2014/main" id="{62A533A8-D41B-4A43-888F-A7F6EAC4BCDB}"/>
              </a:ext>
            </a:extLst>
          </p:cNvPr>
          <p:cNvCxnSpPr>
            <a:cxnSpLocks/>
          </p:cNvCxnSpPr>
          <p:nvPr/>
        </p:nvCxnSpPr>
        <p:spPr>
          <a:xfrm flipH="1" flipV="1">
            <a:off x="1257300" y="7708900"/>
            <a:ext cx="647700" cy="2667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DDAF09E9-22C8-45E0-A9E7-7D9522CA36A9}"/>
              </a:ext>
            </a:extLst>
          </p:cNvPr>
          <p:cNvCxnSpPr>
            <a:cxnSpLocks/>
          </p:cNvCxnSpPr>
          <p:nvPr/>
        </p:nvCxnSpPr>
        <p:spPr>
          <a:xfrm flipV="1">
            <a:off x="1252220" y="7366000"/>
            <a:ext cx="0" cy="363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CD8E3EDC-B6E2-461A-85CE-25C00194920C}"/>
              </a:ext>
            </a:extLst>
          </p:cNvPr>
          <p:cNvCxnSpPr>
            <a:cxnSpLocks/>
          </p:cNvCxnSpPr>
          <p:nvPr/>
        </p:nvCxnSpPr>
        <p:spPr>
          <a:xfrm flipH="1" flipV="1">
            <a:off x="1238250" y="6978650"/>
            <a:ext cx="465774" cy="1816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AD5D2218-AE42-4B61-BC0B-79BF9C428E42}"/>
              </a:ext>
            </a:extLst>
          </p:cNvPr>
          <p:cNvCxnSpPr>
            <a:cxnSpLocks/>
          </p:cNvCxnSpPr>
          <p:nvPr/>
        </p:nvCxnSpPr>
        <p:spPr>
          <a:xfrm flipV="1">
            <a:off x="1247140" y="6451600"/>
            <a:ext cx="0" cy="527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E5B9D496-8E64-4272-8E4A-D5EC1115EAA8}"/>
              </a:ext>
            </a:extLst>
          </p:cNvPr>
          <p:cNvCxnSpPr>
            <a:cxnSpLocks/>
          </p:cNvCxnSpPr>
          <p:nvPr/>
        </p:nvCxnSpPr>
        <p:spPr>
          <a:xfrm flipV="1">
            <a:off x="1225550" y="6330950"/>
            <a:ext cx="266700" cy="1143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452">
            <a:extLst>
              <a:ext uri="{FF2B5EF4-FFF2-40B4-BE49-F238E27FC236}">
                <a16:creationId xmlns:a16="http://schemas.microsoft.com/office/drawing/2014/main" id="{D32EC63B-EA09-44F0-9D78-9BE65F38E2FC}"/>
              </a:ext>
            </a:extLst>
          </p:cNvPr>
          <p:cNvCxnSpPr>
            <a:cxnSpLocks/>
          </p:cNvCxnSpPr>
          <p:nvPr/>
        </p:nvCxnSpPr>
        <p:spPr>
          <a:xfrm>
            <a:off x="1016000" y="5803900"/>
            <a:ext cx="46355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452">
            <a:extLst>
              <a:ext uri="{FF2B5EF4-FFF2-40B4-BE49-F238E27FC236}">
                <a16:creationId xmlns:a16="http://schemas.microsoft.com/office/drawing/2014/main" id="{F9B191A9-A301-4626-B650-69D0B7FA69C8}"/>
              </a:ext>
            </a:extLst>
          </p:cNvPr>
          <p:cNvCxnSpPr>
            <a:cxnSpLocks/>
          </p:cNvCxnSpPr>
          <p:nvPr/>
        </p:nvCxnSpPr>
        <p:spPr>
          <a:xfrm flipV="1">
            <a:off x="1488440" y="6159500"/>
            <a:ext cx="0" cy="181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E72E6C3C-187D-40CF-981F-3749E8733C38}"/>
              </a:ext>
            </a:extLst>
          </p:cNvPr>
          <p:cNvCxnSpPr>
            <a:cxnSpLocks/>
          </p:cNvCxnSpPr>
          <p:nvPr/>
        </p:nvCxnSpPr>
        <p:spPr>
          <a:xfrm flipV="1">
            <a:off x="1485900" y="6000750"/>
            <a:ext cx="457200" cy="1587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68073E84-F85D-4991-A199-D7D2BB9F2135}"/>
              </a:ext>
            </a:extLst>
          </p:cNvPr>
          <p:cNvCxnSpPr>
            <a:cxnSpLocks/>
          </p:cNvCxnSpPr>
          <p:nvPr/>
        </p:nvCxnSpPr>
        <p:spPr>
          <a:xfrm flipH="1" flipV="1">
            <a:off x="2203450" y="5530850"/>
            <a:ext cx="956310" cy="351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452">
            <a:extLst>
              <a:ext uri="{FF2B5EF4-FFF2-40B4-BE49-F238E27FC236}">
                <a16:creationId xmlns:a16="http://schemas.microsoft.com/office/drawing/2014/main" id="{AF7808AB-0610-4CD5-80D4-002171EDC8CE}"/>
              </a:ext>
            </a:extLst>
          </p:cNvPr>
          <p:cNvCxnSpPr>
            <a:cxnSpLocks/>
          </p:cNvCxnSpPr>
          <p:nvPr/>
        </p:nvCxnSpPr>
        <p:spPr>
          <a:xfrm flipV="1">
            <a:off x="3139440" y="5847080"/>
            <a:ext cx="0" cy="243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2E9B0E48-2431-4D1F-8E5E-D9B589F83142}"/>
              </a:ext>
            </a:extLst>
          </p:cNvPr>
          <p:cNvCxnSpPr>
            <a:cxnSpLocks/>
          </p:cNvCxnSpPr>
          <p:nvPr/>
        </p:nvCxnSpPr>
        <p:spPr>
          <a:xfrm flipV="1">
            <a:off x="3383280" y="5816600"/>
            <a:ext cx="0" cy="177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64AD1F89-F009-48E5-AF17-9DCDE190D9B2}"/>
              </a:ext>
            </a:extLst>
          </p:cNvPr>
          <p:cNvCxnSpPr>
            <a:cxnSpLocks/>
          </p:cNvCxnSpPr>
          <p:nvPr/>
        </p:nvCxnSpPr>
        <p:spPr>
          <a:xfrm flipH="1" flipV="1">
            <a:off x="2651760" y="5496560"/>
            <a:ext cx="756920" cy="325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452">
            <a:extLst>
              <a:ext uri="{FF2B5EF4-FFF2-40B4-BE49-F238E27FC236}">
                <a16:creationId xmlns:a16="http://schemas.microsoft.com/office/drawing/2014/main" id="{064E15D6-E156-4611-87AC-F6A0DE2D7E8C}"/>
              </a:ext>
            </a:extLst>
          </p:cNvPr>
          <p:cNvCxnSpPr>
            <a:cxnSpLocks/>
          </p:cNvCxnSpPr>
          <p:nvPr/>
        </p:nvCxnSpPr>
        <p:spPr>
          <a:xfrm flipV="1">
            <a:off x="2682240" y="4983480"/>
            <a:ext cx="0" cy="5334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215B7F8C-D64B-437F-9456-94A26F5E2A10}"/>
              </a:ext>
            </a:extLst>
          </p:cNvPr>
          <p:cNvCxnSpPr>
            <a:cxnSpLocks/>
          </p:cNvCxnSpPr>
          <p:nvPr/>
        </p:nvCxnSpPr>
        <p:spPr>
          <a:xfrm flipV="1">
            <a:off x="2687003" y="48717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452">
            <a:extLst>
              <a:ext uri="{FF2B5EF4-FFF2-40B4-BE49-F238E27FC236}">
                <a16:creationId xmlns:a16="http://schemas.microsoft.com/office/drawing/2014/main" id="{3384E08E-6DD4-47D8-9373-7E62CEC75221}"/>
              </a:ext>
            </a:extLst>
          </p:cNvPr>
          <p:cNvCxnSpPr>
            <a:cxnSpLocks/>
          </p:cNvCxnSpPr>
          <p:nvPr/>
        </p:nvCxnSpPr>
        <p:spPr>
          <a:xfrm>
            <a:off x="2682240" y="47904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02921248-C2DD-4A33-BCE2-135A2E3A9C95}"/>
              </a:ext>
            </a:extLst>
          </p:cNvPr>
          <p:cNvCxnSpPr>
            <a:cxnSpLocks/>
          </p:cNvCxnSpPr>
          <p:nvPr/>
        </p:nvCxnSpPr>
        <p:spPr>
          <a:xfrm flipV="1">
            <a:off x="1250950" y="4648200"/>
            <a:ext cx="0" cy="6985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94B1A79F-B591-45D5-9F81-09128DF4CF8B}"/>
              </a:ext>
            </a:extLst>
          </p:cNvPr>
          <p:cNvCxnSpPr>
            <a:cxnSpLocks/>
          </p:cNvCxnSpPr>
          <p:nvPr/>
        </p:nvCxnSpPr>
        <p:spPr>
          <a:xfrm>
            <a:off x="1005840" y="453136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A837A669-E43F-49EA-B335-1B69CFB79B3E}"/>
              </a:ext>
            </a:extLst>
          </p:cNvPr>
          <p:cNvCxnSpPr>
            <a:cxnSpLocks/>
          </p:cNvCxnSpPr>
          <p:nvPr/>
        </p:nvCxnSpPr>
        <p:spPr>
          <a:xfrm>
            <a:off x="782320" y="422656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452">
            <a:extLst>
              <a:ext uri="{FF2B5EF4-FFF2-40B4-BE49-F238E27FC236}">
                <a16:creationId xmlns:a16="http://schemas.microsoft.com/office/drawing/2014/main" id="{0E7C3662-BB42-41DE-BF89-3922EA40841F}"/>
              </a:ext>
            </a:extLst>
          </p:cNvPr>
          <p:cNvCxnSpPr>
            <a:cxnSpLocks/>
          </p:cNvCxnSpPr>
          <p:nvPr/>
        </p:nvCxnSpPr>
        <p:spPr>
          <a:xfrm flipV="1">
            <a:off x="762000" y="3865880"/>
            <a:ext cx="0" cy="360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9A3431C6-53E7-46F4-A070-B09B01772F31}"/>
              </a:ext>
            </a:extLst>
          </p:cNvPr>
          <p:cNvCxnSpPr>
            <a:cxnSpLocks/>
          </p:cNvCxnSpPr>
          <p:nvPr/>
        </p:nvCxnSpPr>
        <p:spPr>
          <a:xfrm>
            <a:off x="1477010" y="468630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452">
            <a:extLst>
              <a:ext uri="{FF2B5EF4-FFF2-40B4-BE49-F238E27FC236}">
                <a16:creationId xmlns:a16="http://schemas.microsoft.com/office/drawing/2014/main" id="{AACED90E-A1AA-466B-8BA4-3B4F67D038CB}"/>
              </a:ext>
            </a:extLst>
          </p:cNvPr>
          <p:cNvCxnSpPr>
            <a:cxnSpLocks/>
          </p:cNvCxnSpPr>
          <p:nvPr/>
        </p:nvCxnSpPr>
        <p:spPr>
          <a:xfrm>
            <a:off x="1493520" y="468503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855E1B2C-16CC-4E01-9F6F-9B0F9D198EC4}"/>
              </a:ext>
            </a:extLst>
          </p:cNvPr>
          <p:cNvCxnSpPr>
            <a:cxnSpLocks/>
          </p:cNvCxnSpPr>
          <p:nvPr/>
        </p:nvCxnSpPr>
        <p:spPr>
          <a:xfrm flipV="1">
            <a:off x="1940560" y="4889500"/>
            <a:ext cx="0" cy="1854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452">
            <a:extLst>
              <a:ext uri="{FF2B5EF4-FFF2-40B4-BE49-F238E27FC236}">
                <a16:creationId xmlns:a16="http://schemas.microsoft.com/office/drawing/2014/main" id="{98BAE2B5-7A99-499A-A3AC-F8E38FF2169E}"/>
              </a:ext>
            </a:extLst>
          </p:cNvPr>
          <p:cNvCxnSpPr>
            <a:cxnSpLocks/>
          </p:cNvCxnSpPr>
          <p:nvPr/>
        </p:nvCxnSpPr>
        <p:spPr>
          <a:xfrm>
            <a:off x="1971040" y="50749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D0BC21FE-8CDB-4336-AF37-9265547939F1}"/>
              </a:ext>
            </a:extLst>
          </p:cNvPr>
          <p:cNvCxnSpPr>
            <a:cxnSpLocks/>
          </p:cNvCxnSpPr>
          <p:nvPr/>
        </p:nvCxnSpPr>
        <p:spPr>
          <a:xfrm flipV="1">
            <a:off x="2204720" y="4965700"/>
            <a:ext cx="0" cy="215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2DA55187-EC2E-42DB-B2F6-5D0E63FC6522}"/>
              </a:ext>
            </a:extLst>
          </p:cNvPr>
          <p:cNvCxnSpPr>
            <a:cxnSpLocks/>
          </p:cNvCxnSpPr>
          <p:nvPr/>
        </p:nvCxnSpPr>
        <p:spPr>
          <a:xfrm flipV="1">
            <a:off x="1924050" y="4500880"/>
            <a:ext cx="981710" cy="4013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452">
            <a:extLst>
              <a:ext uri="{FF2B5EF4-FFF2-40B4-BE49-F238E27FC236}">
                <a16:creationId xmlns:a16="http://schemas.microsoft.com/office/drawing/2014/main" id="{C7B4DE3F-0495-44D5-928C-87CFBEDD1373}"/>
              </a:ext>
            </a:extLst>
          </p:cNvPr>
          <p:cNvCxnSpPr>
            <a:cxnSpLocks/>
          </p:cNvCxnSpPr>
          <p:nvPr/>
        </p:nvCxnSpPr>
        <p:spPr>
          <a:xfrm flipV="1">
            <a:off x="2915920" y="430784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38679261-8250-42F7-83A8-DFBB16D0092D}"/>
              </a:ext>
            </a:extLst>
          </p:cNvPr>
          <p:cNvCxnSpPr>
            <a:cxnSpLocks/>
          </p:cNvCxnSpPr>
          <p:nvPr/>
        </p:nvCxnSpPr>
        <p:spPr>
          <a:xfrm flipV="1">
            <a:off x="2407920" y="4318000"/>
            <a:ext cx="492760" cy="198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452">
            <a:extLst>
              <a:ext uri="{FF2B5EF4-FFF2-40B4-BE49-F238E27FC236}">
                <a16:creationId xmlns:a16="http://schemas.microsoft.com/office/drawing/2014/main" id="{D9E96186-C7B9-4509-ADFD-A49BEB1235F5}"/>
              </a:ext>
            </a:extLst>
          </p:cNvPr>
          <p:cNvCxnSpPr>
            <a:cxnSpLocks/>
          </p:cNvCxnSpPr>
          <p:nvPr/>
        </p:nvCxnSpPr>
        <p:spPr>
          <a:xfrm>
            <a:off x="2199640" y="44246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3BBFA163-E0FB-4116-BED4-75F8843800BE}"/>
              </a:ext>
            </a:extLst>
          </p:cNvPr>
          <p:cNvCxnSpPr>
            <a:cxnSpLocks/>
          </p:cNvCxnSpPr>
          <p:nvPr/>
        </p:nvCxnSpPr>
        <p:spPr>
          <a:xfrm flipV="1">
            <a:off x="2209800" y="420624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C00CEEA4-C5A6-448B-8B20-8D97B5601C75}"/>
              </a:ext>
            </a:extLst>
          </p:cNvPr>
          <p:cNvCxnSpPr>
            <a:cxnSpLocks/>
          </p:cNvCxnSpPr>
          <p:nvPr/>
        </p:nvCxnSpPr>
        <p:spPr>
          <a:xfrm>
            <a:off x="2209800" y="42468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452">
            <a:extLst>
              <a:ext uri="{FF2B5EF4-FFF2-40B4-BE49-F238E27FC236}">
                <a16:creationId xmlns:a16="http://schemas.microsoft.com/office/drawing/2014/main" id="{23985478-0458-48DE-A748-8F861AB2B292}"/>
              </a:ext>
            </a:extLst>
          </p:cNvPr>
          <p:cNvCxnSpPr>
            <a:cxnSpLocks/>
          </p:cNvCxnSpPr>
          <p:nvPr/>
        </p:nvCxnSpPr>
        <p:spPr>
          <a:xfrm flipV="1">
            <a:off x="2407920" y="4150360"/>
            <a:ext cx="492760" cy="198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452">
            <a:extLst>
              <a:ext uri="{FF2B5EF4-FFF2-40B4-BE49-F238E27FC236}">
                <a16:creationId xmlns:a16="http://schemas.microsoft.com/office/drawing/2014/main" id="{CE054429-D661-4C81-B6FB-E0AEF8BA2F26}"/>
              </a:ext>
            </a:extLst>
          </p:cNvPr>
          <p:cNvCxnSpPr>
            <a:cxnSpLocks/>
          </p:cNvCxnSpPr>
          <p:nvPr/>
        </p:nvCxnSpPr>
        <p:spPr>
          <a:xfrm>
            <a:off x="2687320" y="40538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ECB0654A-6176-46F2-ADB2-B10AC495105F}"/>
              </a:ext>
            </a:extLst>
          </p:cNvPr>
          <p:cNvCxnSpPr>
            <a:cxnSpLocks/>
          </p:cNvCxnSpPr>
          <p:nvPr/>
        </p:nvCxnSpPr>
        <p:spPr>
          <a:xfrm flipV="1">
            <a:off x="2433003" y="40436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452">
            <a:extLst>
              <a:ext uri="{FF2B5EF4-FFF2-40B4-BE49-F238E27FC236}">
                <a16:creationId xmlns:a16="http://schemas.microsoft.com/office/drawing/2014/main" id="{6CEE003D-F17D-4B67-95E7-3E947EDEDAC5}"/>
              </a:ext>
            </a:extLst>
          </p:cNvPr>
          <p:cNvCxnSpPr>
            <a:cxnSpLocks/>
          </p:cNvCxnSpPr>
          <p:nvPr/>
        </p:nvCxnSpPr>
        <p:spPr>
          <a:xfrm flipV="1">
            <a:off x="2443480" y="395732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C98E96A8-D1A9-4A7A-9920-3AAE7ABEE5B0}"/>
              </a:ext>
            </a:extLst>
          </p:cNvPr>
          <p:cNvCxnSpPr>
            <a:cxnSpLocks/>
          </p:cNvCxnSpPr>
          <p:nvPr/>
        </p:nvCxnSpPr>
        <p:spPr>
          <a:xfrm flipV="1">
            <a:off x="2427923" y="38760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58600ED5-EFD7-474F-9676-33469A2CB673}"/>
              </a:ext>
            </a:extLst>
          </p:cNvPr>
          <p:cNvCxnSpPr>
            <a:cxnSpLocks/>
          </p:cNvCxnSpPr>
          <p:nvPr/>
        </p:nvCxnSpPr>
        <p:spPr>
          <a:xfrm flipV="1">
            <a:off x="1021080" y="3213100"/>
            <a:ext cx="0" cy="3365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452">
            <a:extLst>
              <a:ext uri="{FF2B5EF4-FFF2-40B4-BE49-F238E27FC236}">
                <a16:creationId xmlns:a16="http://schemas.microsoft.com/office/drawing/2014/main" id="{0B1B098E-894A-421C-BE08-000EFA7101E7}"/>
              </a:ext>
            </a:extLst>
          </p:cNvPr>
          <p:cNvCxnSpPr>
            <a:cxnSpLocks/>
          </p:cNvCxnSpPr>
          <p:nvPr/>
        </p:nvCxnSpPr>
        <p:spPr>
          <a:xfrm>
            <a:off x="797560" y="2230120"/>
            <a:ext cx="250190" cy="1130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CC12DE78-E5E5-4511-B52F-60B7C8E66CEA}"/>
              </a:ext>
            </a:extLst>
          </p:cNvPr>
          <p:cNvCxnSpPr>
            <a:cxnSpLocks/>
          </p:cNvCxnSpPr>
          <p:nvPr/>
        </p:nvCxnSpPr>
        <p:spPr>
          <a:xfrm flipV="1">
            <a:off x="797243" y="2120900"/>
            <a:ext cx="237807" cy="101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C8538461-47A4-4331-AC16-A6C1027E160F}"/>
              </a:ext>
            </a:extLst>
          </p:cNvPr>
          <p:cNvCxnSpPr>
            <a:cxnSpLocks/>
          </p:cNvCxnSpPr>
          <p:nvPr/>
        </p:nvCxnSpPr>
        <p:spPr>
          <a:xfrm flipV="1">
            <a:off x="1503680" y="1930400"/>
            <a:ext cx="0" cy="342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8D9BF685-5A02-4ED1-BAFD-919BA3764AD6}"/>
              </a:ext>
            </a:extLst>
          </p:cNvPr>
          <p:cNvCxnSpPr>
            <a:cxnSpLocks/>
          </p:cNvCxnSpPr>
          <p:nvPr/>
        </p:nvCxnSpPr>
        <p:spPr>
          <a:xfrm flipV="1">
            <a:off x="1492250" y="22250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C4DB97F8-9EEC-4FAE-8533-CA91C8B18B73}"/>
              </a:ext>
            </a:extLst>
          </p:cNvPr>
          <p:cNvCxnSpPr>
            <a:cxnSpLocks/>
          </p:cNvCxnSpPr>
          <p:nvPr/>
        </p:nvCxnSpPr>
        <p:spPr>
          <a:xfrm flipV="1">
            <a:off x="1722120" y="219456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37C9DE92-56A0-4745-836D-96187198D871}"/>
              </a:ext>
            </a:extLst>
          </p:cNvPr>
          <p:cNvCxnSpPr>
            <a:cxnSpLocks/>
          </p:cNvCxnSpPr>
          <p:nvPr/>
        </p:nvCxnSpPr>
        <p:spPr>
          <a:xfrm flipV="1">
            <a:off x="1708150" y="2484120"/>
            <a:ext cx="252730" cy="939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452">
            <a:extLst>
              <a:ext uri="{FF2B5EF4-FFF2-40B4-BE49-F238E27FC236}">
                <a16:creationId xmlns:a16="http://schemas.microsoft.com/office/drawing/2014/main" id="{C54D1612-FF4D-4C7D-9893-4BBAB3D9035B}"/>
              </a:ext>
            </a:extLst>
          </p:cNvPr>
          <p:cNvCxnSpPr>
            <a:cxnSpLocks/>
          </p:cNvCxnSpPr>
          <p:nvPr/>
        </p:nvCxnSpPr>
        <p:spPr>
          <a:xfrm flipV="1">
            <a:off x="1955800" y="2484120"/>
            <a:ext cx="0" cy="228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452">
            <a:extLst>
              <a:ext uri="{FF2B5EF4-FFF2-40B4-BE49-F238E27FC236}">
                <a16:creationId xmlns:a16="http://schemas.microsoft.com/office/drawing/2014/main" id="{357719A0-752E-4850-9375-BA438E93061D}"/>
              </a:ext>
            </a:extLst>
          </p:cNvPr>
          <p:cNvCxnSpPr>
            <a:cxnSpLocks/>
          </p:cNvCxnSpPr>
          <p:nvPr/>
        </p:nvCxnSpPr>
        <p:spPr>
          <a:xfrm>
            <a:off x="1976120" y="26873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452">
            <a:extLst>
              <a:ext uri="{FF2B5EF4-FFF2-40B4-BE49-F238E27FC236}">
                <a16:creationId xmlns:a16="http://schemas.microsoft.com/office/drawing/2014/main" id="{8AE462DD-A4D3-4277-8C35-BE509A5F3EAF}"/>
              </a:ext>
            </a:extLst>
          </p:cNvPr>
          <p:cNvCxnSpPr>
            <a:cxnSpLocks/>
          </p:cNvCxnSpPr>
          <p:nvPr/>
        </p:nvCxnSpPr>
        <p:spPr>
          <a:xfrm flipV="1">
            <a:off x="1945323" y="27635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452">
            <a:extLst>
              <a:ext uri="{FF2B5EF4-FFF2-40B4-BE49-F238E27FC236}">
                <a16:creationId xmlns:a16="http://schemas.microsoft.com/office/drawing/2014/main" id="{DF22F750-90AB-46DB-9533-0863CC583CBD}"/>
              </a:ext>
            </a:extLst>
          </p:cNvPr>
          <p:cNvCxnSpPr>
            <a:cxnSpLocks/>
          </p:cNvCxnSpPr>
          <p:nvPr/>
        </p:nvCxnSpPr>
        <p:spPr>
          <a:xfrm>
            <a:off x="1976120" y="288036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452">
            <a:extLst>
              <a:ext uri="{FF2B5EF4-FFF2-40B4-BE49-F238E27FC236}">
                <a16:creationId xmlns:a16="http://schemas.microsoft.com/office/drawing/2014/main" id="{9B0739CD-E30E-45D2-8E81-C8AE495F532B}"/>
              </a:ext>
            </a:extLst>
          </p:cNvPr>
          <p:cNvCxnSpPr>
            <a:cxnSpLocks/>
          </p:cNvCxnSpPr>
          <p:nvPr/>
        </p:nvCxnSpPr>
        <p:spPr>
          <a:xfrm flipV="1">
            <a:off x="2216150" y="2933700"/>
            <a:ext cx="0" cy="400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452">
            <a:extLst>
              <a:ext uri="{FF2B5EF4-FFF2-40B4-BE49-F238E27FC236}">
                <a16:creationId xmlns:a16="http://schemas.microsoft.com/office/drawing/2014/main" id="{319EB8AF-855F-4BD6-BEAD-6F2EE4046EA7}"/>
              </a:ext>
            </a:extLst>
          </p:cNvPr>
          <p:cNvCxnSpPr>
            <a:cxnSpLocks/>
          </p:cNvCxnSpPr>
          <p:nvPr/>
        </p:nvCxnSpPr>
        <p:spPr>
          <a:xfrm flipV="1">
            <a:off x="2422843" y="29616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452">
            <a:extLst>
              <a:ext uri="{FF2B5EF4-FFF2-40B4-BE49-F238E27FC236}">
                <a16:creationId xmlns:a16="http://schemas.microsoft.com/office/drawing/2014/main" id="{00237231-BB36-42F6-AF62-0970F3A6514D}"/>
              </a:ext>
            </a:extLst>
          </p:cNvPr>
          <p:cNvCxnSpPr>
            <a:cxnSpLocks/>
          </p:cNvCxnSpPr>
          <p:nvPr/>
        </p:nvCxnSpPr>
        <p:spPr>
          <a:xfrm>
            <a:off x="2687320" y="29565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452">
            <a:extLst>
              <a:ext uri="{FF2B5EF4-FFF2-40B4-BE49-F238E27FC236}">
                <a16:creationId xmlns:a16="http://schemas.microsoft.com/office/drawing/2014/main" id="{4E6EA4DC-3078-4FDA-83FF-EA57A95336C9}"/>
              </a:ext>
            </a:extLst>
          </p:cNvPr>
          <p:cNvCxnSpPr>
            <a:cxnSpLocks/>
          </p:cNvCxnSpPr>
          <p:nvPr/>
        </p:nvCxnSpPr>
        <p:spPr>
          <a:xfrm flipV="1">
            <a:off x="3154680" y="295656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452">
            <a:extLst>
              <a:ext uri="{FF2B5EF4-FFF2-40B4-BE49-F238E27FC236}">
                <a16:creationId xmlns:a16="http://schemas.microsoft.com/office/drawing/2014/main" id="{545BA17B-8F08-4EC1-A5CE-0E716E1ACF1E}"/>
              </a:ext>
            </a:extLst>
          </p:cNvPr>
          <p:cNvCxnSpPr>
            <a:cxnSpLocks/>
          </p:cNvCxnSpPr>
          <p:nvPr/>
        </p:nvCxnSpPr>
        <p:spPr>
          <a:xfrm>
            <a:off x="3149600" y="2951480"/>
            <a:ext cx="717550" cy="2870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452">
            <a:extLst>
              <a:ext uri="{FF2B5EF4-FFF2-40B4-BE49-F238E27FC236}">
                <a16:creationId xmlns:a16="http://schemas.microsoft.com/office/drawing/2014/main" id="{D5CB089A-CD2E-4B5D-82E8-B6723E803811}"/>
              </a:ext>
            </a:extLst>
          </p:cNvPr>
          <p:cNvCxnSpPr>
            <a:cxnSpLocks/>
          </p:cNvCxnSpPr>
          <p:nvPr/>
        </p:nvCxnSpPr>
        <p:spPr>
          <a:xfrm flipV="1">
            <a:off x="3867150" y="3054350"/>
            <a:ext cx="45720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452">
            <a:extLst>
              <a:ext uri="{FF2B5EF4-FFF2-40B4-BE49-F238E27FC236}">
                <a16:creationId xmlns:a16="http://schemas.microsoft.com/office/drawing/2014/main" id="{5A1C5171-8747-4B92-A159-587E31F6AEBC}"/>
              </a:ext>
            </a:extLst>
          </p:cNvPr>
          <p:cNvCxnSpPr>
            <a:cxnSpLocks/>
          </p:cNvCxnSpPr>
          <p:nvPr/>
        </p:nvCxnSpPr>
        <p:spPr>
          <a:xfrm flipV="1">
            <a:off x="3585210" y="2768600"/>
            <a:ext cx="491490" cy="2082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452">
            <a:extLst>
              <a:ext uri="{FF2B5EF4-FFF2-40B4-BE49-F238E27FC236}">
                <a16:creationId xmlns:a16="http://schemas.microsoft.com/office/drawing/2014/main" id="{A73DF055-6A78-49EA-996F-7D0FB7F6C405}"/>
              </a:ext>
            </a:extLst>
          </p:cNvPr>
          <p:cNvCxnSpPr>
            <a:cxnSpLocks/>
          </p:cNvCxnSpPr>
          <p:nvPr/>
        </p:nvCxnSpPr>
        <p:spPr>
          <a:xfrm flipV="1">
            <a:off x="5247640" y="4151630"/>
            <a:ext cx="0" cy="363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452">
            <a:extLst>
              <a:ext uri="{FF2B5EF4-FFF2-40B4-BE49-F238E27FC236}">
                <a16:creationId xmlns:a16="http://schemas.microsoft.com/office/drawing/2014/main" id="{43343C22-32CA-48A9-AB9F-9DA0F8A4BA43}"/>
              </a:ext>
            </a:extLst>
          </p:cNvPr>
          <p:cNvCxnSpPr>
            <a:cxnSpLocks/>
          </p:cNvCxnSpPr>
          <p:nvPr/>
        </p:nvCxnSpPr>
        <p:spPr>
          <a:xfrm>
            <a:off x="5237480" y="4502150"/>
            <a:ext cx="279400" cy="1193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452">
            <a:extLst>
              <a:ext uri="{FF2B5EF4-FFF2-40B4-BE49-F238E27FC236}">
                <a16:creationId xmlns:a16="http://schemas.microsoft.com/office/drawing/2014/main" id="{E053B9E4-F897-4E16-89C5-8C3DDD3C701C}"/>
              </a:ext>
            </a:extLst>
          </p:cNvPr>
          <p:cNvCxnSpPr>
            <a:cxnSpLocks/>
          </p:cNvCxnSpPr>
          <p:nvPr/>
        </p:nvCxnSpPr>
        <p:spPr>
          <a:xfrm flipV="1">
            <a:off x="5503863" y="450977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452">
            <a:extLst>
              <a:ext uri="{FF2B5EF4-FFF2-40B4-BE49-F238E27FC236}">
                <a16:creationId xmlns:a16="http://schemas.microsoft.com/office/drawing/2014/main" id="{BF72AF67-312E-47ED-ACDE-CA32B2E46668}"/>
              </a:ext>
            </a:extLst>
          </p:cNvPr>
          <p:cNvCxnSpPr>
            <a:cxnSpLocks/>
          </p:cNvCxnSpPr>
          <p:nvPr/>
        </p:nvCxnSpPr>
        <p:spPr>
          <a:xfrm>
            <a:off x="5740400" y="4513580"/>
            <a:ext cx="473710" cy="1765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452">
            <a:extLst>
              <a:ext uri="{FF2B5EF4-FFF2-40B4-BE49-F238E27FC236}">
                <a16:creationId xmlns:a16="http://schemas.microsoft.com/office/drawing/2014/main" id="{6C7209FA-37EB-4AA3-9492-0CB2EFFDEBE2}"/>
              </a:ext>
            </a:extLst>
          </p:cNvPr>
          <p:cNvCxnSpPr>
            <a:cxnSpLocks/>
          </p:cNvCxnSpPr>
          <p:nvPr/>
        </p:nvCxnSpPr>
        <p:spPr>
          <a:xfrm flipV="1">
            <a:off x="6211570" y="451485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452">
            <a:extLst>
              <a:ext uri="{FF2B5EF4-FFF2-40B4-BE49-F238E27FC236}">
                <a16:creationId xmlns:a16="http://schemas.microsoft.com/office/drawing/2014/main" id="{7ED2681A-2905-4FE2-928E-A9D9ED9AF3E7}"/>
              </a:ext>
            </a:extLst>
          </p:cNvPr>
          <p:cNvCxnSpPr>
            <a:cxnSpLocks/>
          </p:cNvCxnSpPr>
          <p:nvPr/>
        </p:nvCxnSpPr>
        <p:spPr>
          <a:xfrm>
            <a:off x="5736590" y="4323080"/>
            <a:ext cx="473710" cy="1765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452">
            <a:extLst>
              <a:ext uri="{FF2B5EF4-FFF2-40B4-BE49-F238E27FC236}">
                <a16:creationId xmlns:a16="http://schemas.microsoft.com/office/drawing/2014/main" id="{8F13DF9E-11C6-490D-AC4F-86FF3444B494}"/>
              </a:ext>
            </a:extLst>
          </p:cNvPr>
          <p:cNvCxnSpPr>
            <a:cxnSpLocks/>
          </p:cNvCxnSpPr>
          <p:nvPr/>
        </p:nvCxnSpPr>
        <p:spPr>
          <a:xfrm flipV="1">
            <a:off x="5484813" y="431927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452">
            <a:extLst>
              <a:ext uri="{FF2B5EF4-FFF2-40B4-BE49-F238E27FC236}">
                <a16:creationId xmlns:a16="http://schemas.microsoft.com/office/drawing/2014/main" id="{B1141844-470A-43F7-80D4-55811137DBE8}"/>
              </a:ext>
            </a:extLst>
          </p:cNvPr>
          <p:cNvCxnSpPr>
            <a:cxnSpLocks/>
          </p:cNvCxnSpPr>
          <p:nvPr/>
        </p:nvCxnSpPr>
        <p:spPr>
          <a:xfrm flipV="1">
            <a:off x="5506720" y="424053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452">
            <a:extLst>
              <a:ext uri="{FF2B5EF4-FFF2-40B4-BE49-F238E27FC236}">
                <a16:creationId xmlns:a16="http://schemas.microsoft.com/office/drawing/2014/main" id="{E83CC939-BB33-4EA2-BFAF-72E828638DD7}"/>
              </a:ext>
            </a:extLst>
          </p:cNvPr>
          <p:cNvCxnSpPr>
            <a:cxnSpLocks/>
          </p:cNvCxnSpPr>
          <p:nvPr/>
        </p:nvCxnSpPr>
        <p:spPr>
          <a:xfrm flipV="1">
            <a:off x="5515293" y="414401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452">
            <a:extLst>
              <a:ext uri="{FF2B5EF4-FFF2-40B4-BE49-F238E27FC236}">
                <a16:creationId xmlns:a16="http://schemas.microsoft.com/office/drawing/2014/main" id="{0ABA96BE-A063-495D-A88E-30D2187329E1}"/>
              </a:ext>
            </a:extLst>
          </p:cNvPr>
          <p:cNvCxnSpPr>
            <a:cxnSpLocks/>
          </p:cNvCxnSpPr>
          <p:nvPr/>
        </p:nvCxnSpPr>
        <p:spPr>
          <a:xfrm flipV="1">
            <a:off x="5754370" y="396240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452">
            <a:extLst>
              <a:ext uri="{FF2B5EF4-FFF2-40B4-BE49-F238E27FC236}">
                <a16:creationId xmlns:a16="http://schemas.microsoft.com/office/drawing/2014/main" id="{15DD42F0-E0C6-482F-8C8B-5C6C6DF664D9}"/>
              </a:ext>
            </a:extLst>
          </p:cNvPr>
          <p:cNvCxnSpPr>
            <a:cxnSpLocks/>
          </p:cNvCxnSpPr>
          <p:nvPr/>
        </p:nvCxnSpPr>
        <p:spPr>
          <a:xfrm flipV="1">
            <a:off x="5507673" y="39458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452">
            <a:extLst>
              <a:ext uri="{FF2B5EF4-FFF2-40B4-BE49-F238E27FC236}">
                <a16:creationId xmlns:a16="http://schemas.microsoft.com/office/drawing/2014/main" id="{83E08154-129E-4F55-97D8-4298C22E6CC9}"/>
              </a:ext>
            </a:extLst>
          </p:cNvPr>
          <p:cNvCxnSpPr>
            <a:cxnSpLocks/>
          </p:cNvCxnSpPr>
          <p:nvPr/>
        </p:nvCxnSpPr>
        <p:spPr>
          <a:xfrm flipV="1">
            <a:off x="5991543" y="358013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452">
            <a:extLst>
              <a:ext uri="{FF2B5EF4-FFF2-40B4-BE49-F238E27FC236}">
                <a16:creationId xmlns:a16="http://schemas.microsoft.com/office/drawing/2014/main" id="{AAC8771A-3753-4202-9C18-294DE74178CD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3419475"/>
            <a:ext cx="486092" cy="17081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452">
            <a:extLst>
              <a:ext uri="{FF2B5EF4-FFF2-40B4-BE49-F238E27FC236}">
                <a16:creationId xmlns:a16="http://schemas.microsoft.com/office/drawing/2014/main" id="{1DDBC892-9DDD-4EC5-B1F8-F30EEA679DB7}"/>
              </a:ext>
            </a:extLst>
          </p:cNvPr>
          <p:cNvCxnSpPr>
            <a:cxnSpLocks/>
          </p:cNvCxnSpPr>
          <p:nvPr/>
        </p:nvCxnSpPr>
        <p:spPr>
          <a:xfrm flipV="1">
            <a:off x="6173471" y="2584768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452">
            <a:extLst>
              <a:ext uri="{FF2B5EF4-FFF2-40B4-BE49-F238E27FC236}">
                <a16:creationId xmlns:a16="http://schemas.microsoft.com/office/drawing/2014/main" id="{C157020C-9257-416D-BF5A-5051B2B1C63B}"/>
              </a:ext>
            </a:extLst>
          </p:cNvPr>
          <p:cNvCxnSpPr>
            <a:cxnSpLocks/>
          </p:cNvCxnSpPr>
          <p:nvPr/>
        </p:nvCxnSpPr>
        <p:spPr>
          <a:xfrm flipV="1">
            <a:off x="6667817" y="2691765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452">
            <a:extLst>
              <a:ext uri="{FF2B5EF4-FFF2-40B4-BE49-F238E27FC236}">
                <a16:creationId xmlns:a16="http://schemas.microsoft.com/office/drawing/2014/main" id="{899F6E4D-B9CB-4A6D-88C5-8B6B75CEBBF0}"/>
              </a:ext>
            </a:extLst>
          </p:cNvPr>
          <p:cNvCxnSpPr>
            <a:cxnSpLocks/>
          </p:cNvCxnSpPr>
          <p:nvPr/>
        </p:nvCxnSpPr>
        <p:spPr>
          <a:xfrm flipV="1">
            <a:off x="3849370" y="2156460"/>
            <a:ext cx="0" cy="3009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F38CDD4F-FEBD-4DD2-8C69-1E220C042C8D}"/>
              </a:ext>
            </a:extLst>
          </p:cNvPr>
          <p:cNvCxnSpPr>
            <a:cxnSpLocks/>
          </p:cNvCxnSpPr>
          <p:nvPr/>
        </p:nvCxnSpPr>
        <p:spPr>
          <a:xfrm flipV="1">
            <a:off x="3850323" y="1962150"/>
            <a:ext cx="467677" cy="17494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9CCDD6C8-E771-4CB7-96CC-468CDB031DD9}"/>
              </a:ext>
            </a:extLst>
          </p:cNvPr>
          <p:cNvCxnSpPr>
            <a:cxnSpLocks/>
          </p:cNvCxnSpPr>
          <p:nvPr/>
        </p:nvCxnSpPr>
        <p:spPr>
          <a:xfrm flipV="1">
            <a:off x="4085590" y="2120900"/>
            <a:ext cx="226060" cy="96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452">
            <a:extLst>
              <a:ext uri="{FF2B5EF4-FFF2-40B4-BE49-F238E27FC236}">
                <a16:creationId xmlns:a16="http://schemas.microsoft.com/office/drawing/2014/main" id="{5DD9889A-1797-4D58-A6FF-4A6194AB356B}"/>
              </a:ext>
            </a:extLst>
          </p:cNvPr>
          <p:cNvCxnSpPr>
            <a:cxnSpLocks/>
          </p:cNvCxnSpPr>
          <p:nvPr/>
        </p:nvCxnSpPr>
        <p:spPr>
          <a:xfrm flipV="1">
            <a:off x="4310380" y="1962150"/>
            <a:ext cx="0" cy="158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452">
            <a:extLst>
              <a:ext uri="{FF2B5EF4-FFF2-40B4-BE49-F238E27FC236}">
                <a16:creationId xmlns:a16="http://schemas.microsoft.com/office/drawing/2014/main" id="{072274F8-2D63-4C4B-A725-F015AEB38C1D}"/>
              </a:ext>
            </a:extLst>
          </p:cNvPr>
          <p:cNvCxnSpPr>
            <a:cxnSpLocks/>
          </p:cNvCxnSpPr>
          <p:nvPr/>
        </p:nvCxnSpPr>
        <p:spPr>
          <a:xfrm flipV="1">
            <a:off x="4537710" y="2025650"/>
            <a:ext cx="0" cy="741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88F4CABD-D2EC-4516-82D1-44C92A6CE49D}"/>
              </a:ext>
            </a:extLst>
          </p:cNvPr>
          <p:cNvCxnSpPr>
            <a:cxnSpLocks/>
          </p:cNvCxnSpPr>
          <p:nvPr/>
        </p:nvCxnSpPr>
        <p:spPr>
          <a:xfrm>
            <a:off x="4803140" y="286766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016FD76C-4C6A-46FD-B128-91430CEBEAA4}"/>
              </a:ext>
            </a:extLst>
          </p:cNvPr>
          <p:cNvCxnSpPr>
            <a:cxnSpLocks/>
          </p:cNvCxnSpPr>
          <p:nvPr/>
        </p:nvCxnSpPr>
        <p:spPr>
          <a:xfrm flipV="1">
            <a:off x="4790440" y="1965960"/>
            <a:ext cx="0" cy="8978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63B797E9-AA08-49F0-BAE0-6512EA7AEF76}"/>
              </a:ext>
            </a:extLst>
          </p:cNvPr>
          <p:cNvCxnSpPr>
            <a:cxnSpLocks/>
          </p:cNvCxnSpPr>
          <p:nvPr/>
        </p:nvCxnSpPr>
        <p:spPr>
          <a:xfrm flipV="1">
            <a:off x="4560253" y="193294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D6C317FE-7C4D-4DE1-BA51-BCD5871FD4F3}"/>
              </a:ext>
            </a:extLst>
          </p:cNvPr>
          <p:cNvCxnSpPr>
            <a:cxnSpLocks/>
          </p:cNvCxnSpPr>
          <p:nvPr/>
        </p:nvCxnSpPr>
        <p:spPr>
          <a:xfrm flipV="1">
            <a:off x="5011420" y="1670050"/>
            <a:ext cx="0" cy="1238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CBEFE1FB-97C4-4258-90A3-5C855909B8F7}"/>
              </a:ext>
            </a:extLst>
          </p:cNvPr>
          <p:cNvCxnSpPr>
            <a:cxnSpLocks/>
          </p:cNvCxnSpPr>
          <p:nvPr/>
        </p:nvCxnSpPr>
        <p:spPr>
          <a:xfrm flipV="1">
            <a:off x="5487670" y="240030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452">
            <a:extLst>
              <a:ext uri="{FF2B5EF4-FFF2-40B4-BE49-F238E27FC236}">
                <a16:creationId xmlns:a16="http://schemas.microsoft.com/office/drawing/2014/main" id="{38293FD2-A32C-464C-BCC5-94B5A906545B}"/>
              </a:ext>
            </a:extLst>
          </p:cNvPr>
          <p:cNvCxnSpPr>
            <a:cxnSpLocks/>
          </p:cNvCxnSpPr>
          <p:nvPr/>
        </p:nvCxnSpPr>
        <p:spPr>
          <a:xfrm>
            <a:off x="5514340" y="24193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452">
            <a:extLst>
              <a:ext uri="{FF2B5EF4-FFF2-40B4-BE49-F238E27FC236}">
                <a16:creationId xmlns:a16="http://schemas.microsoft.com/office/drawing/2014/main" id="{CEFCA105-5F8E-43C5-82FC-5E3F55C3797F}"/>
              </a:ext>
            </a:extLst>
          </p:cNvPr>
          <p:cNvCxnSpPr>
            <a:cxnSpLocks/>
          </p:cNvCxnSpPr>
          <p:nvPr/>
        </p:nvCxnSpPr>
        <p:spPr>
          <a:xfrm flipV="1">
            <a:off x="5739130" y="239395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452">
            <a:extLst>
              <a:ext uri="{FF2B5EF4-FFF2-40B4-BE49-F238E27FC236}">
                <a16:creationId xmlns:a16="http://schemas.microsoft.com/office/drawing/2014/main" id="{E571CA55-9495-41F3-B479-AAC32980BA44}"/>
              </a:ext>
            </a:extLst>
          </p:cNvPr>
          <p:cNvCxnSpPr>
            <a:cxnSpLocks/>
          </p:cNvCxnSpPr>
          <p:nvPr/>
        </p:nvCxnSpPr>
        <p:spPr>
          <a:xfrm flipV="1">
            <a:off x="5495290" y="212979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55D5A84F-2497-4365-B38F-B0DAC3D86FDD}"/>
              </a:ext>
            </a:extLst>
          </p:cNvPr>
          <p:cNvCxnSpPr>
            <a:cxnSpLocks/>
          </p:cNvCxnSpPr>
          <p:nvPr/>
        </p:nvCxnSpPr>
        <p:spPr>
          <a:xfrm flipV="1">
            <a:off x="5495290" y="1295400"/>
            <a:ext cx="0" cy="942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5ABFFC7B-0C18-4ED9-9C6D-CB975FEB7D1C}"/>
              </a:ext>
            </a:extLst>
          </p:cNvPr>
          <p:cNvCxnSpPr>
            <a:cxnSpLocks/>
          </p:cNvCxnSpPr>
          <p:nvPr/>
        </p:nvCxnSpPr>
        <p:spPr>
          <a:xfrm flipV="1">
            <a:off x="5251450" y="1600200"/>
            <a:ext cx="0" cy="1263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A626591D-CF31-4045-8809-154FBFDCD904}"/>
              </a:ext>
            </a:extLst>
          </p:cNvPr>
          <p:cNvCxnSpPr>
            <a:cxnSpLocks/>
          </p:cNvCxnSpPr>
          <p:nvPr/>
        </p:nvCxnSpPr>
        <p:spPr>
          <a:xfrm flipV="1">
            <a:off x="5034280" y="1574800"/>
            <a:ext cx="229870" cy="939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452">
            <a:extLst>
              <a:ext uri="{FF2B5EF4-FFF2-40B4-BE49-F238E27FC236}">
                <a16:creationId xmlns:a16="http://schemas.microsoft.com/office/drawing/2014/main" id="{22CE49F5-447F-4249-A3A7-69CE7246BE8B}"/>
              </a:ext>
            </a:extLst>
          </p:cNvPr>
          <p:cNvCxnSpPr>
            <a:cxnSpLocks/>
          </p:cNvCxnSpPr>
          <p:nvPr/>
        </p:nvCxnSpPr>
        <p:spPr>
          <a:xfrm flipV="1">
            <a:off x="5518150" y="120777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452">
            <a:extLst>
              <a:ext uri="{FF2B5EF4-FFF2-40B4-BE49-F238E27FC236}">
                <a16:creationId xmlns:a16="http://schemas.microsoft.com/office/drawing/2014/main" id="{5104EA03-0894-47D1-AF64-2FEBAB9E95B0}"/>
              </a:ext>
            </a:extLst>
          </p:cNvPr>
          <p:cNvCxnSpPr>
            <a:cxnSpLocks/>
          </p:cNvCxnSpPr>
          <p:nvPr/>
        </p:nvCxnSpPr>
        <p:spPr>
          <a:xfrm flipV="1">
            <a:off x="5735320" y="1203960"/>
            <a:ext cx="0" cy="762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452">
            <a:extLst>
              <a:ext uri="{FF2B5EF4-FFF2-40B4-BE49-F238E27FC236}">
                <a16:creationId xmlns:a16="http://schemas.microsoft.com/office/drawing/2014/main" id="{2D123998-CAB2-4E77-82CA-F53449EB5EBC}"/>
              </a:ext>
            </a:extLst>
          </p:cNvPr>
          <p:cNvCxnSpPr>
            <a:cxnSpLocks/>
          </p:cNvCxnSpPr>
          <p:nvPr/>
        </p:nvCxnSpPr>
        <p:spPr>
          <a:xfrm>
            <a:off x="5754370" y="1954530"/>
            <a:ext cx="45974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452">
            <a:extLst>
              <a:ext uri="{FF2B5EF4-FFF2-40B4-BE49-F238E27FC236}">
                <a16:creationId xmlns:a16="http://schemas.microsoft.com/office/drawing/2014/main" id="{3A566AC1-894E-4F4C-AF2C-B0FB84E0B55E}"/>
              </a:ext>
            </a:extLst>
          </p:cNvPr>
          <p:cNvCxnSpPr>
            <a:cxnSpLocks/>
          </p:cNvCxnSpPr>
          <p:nvPr/>
        </p:nvCxnSpPr>
        <p:spPr>
          <a:xfrm flipV="1">
            <a:off x="6211570" y="213360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452">
            <a:extLst>
              <a:ext uri="{FF2B5EF4-FFF2-40B4-BE49-F238E27FC236}">
                <a16:creationId xmlns:a16="http://schemas.microsoft.com/office/drawing/2014/main" id="{ABC1F4F2-3946-431B-9C2C-48B5A40ABB51}"/>
              </a:ext>
            </a:extLst>
          </p:cNvPr>
          <p:cNvCxnSpPr>
            <a:cxnSpLocks/>
          </p:cNvCxnSpPr>
          <p:nvPr/>
        </p:nvCxnSpPr>
        <p:spPr>
          <a:xfrm flipV="1">
            <a:off x="6428740" y="2030730"/>
            <a:ext cx="0" cy="2171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BEE97B62-DF32-4866-AC3B-82C71A65A9A1}"/>
              </a:ext>
            </a:extLst>
          </p:cNvPr>
          <p:cNvCxnSpPr>
            <a:cxnSpLocks/>
          </p:cNvCxnSpPr>
          <p:nvPr/>
        </p:nvCxnSpPr>
        <p:spPr>
          <a:xfrm>
            <a:off x="5967730" y="1851660"/>
            <a:ext cx="45974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452">
            <a:extLst>
              <a:ext uri="{FF2B5EF4-FFF2-40B4-BE49-F238E27FC236}">
                <a16:creationId xmlns:a16="http://schemas.microsoft.com/office/drawing/2014/main" id="{ADAB4954-ECFE-47A9-877E-A4FBDA18E3D8}"/>
              </a:ext>
            </a:extLst>
          </p:cNvPr>
          <p:cNvCxnSpPr>
            <a:cxnSpLocks/>
          </p:cNvCxnSpPr>
          <p:nvPr/>
        </p:nvCxnSpPr>
        <p:spPr>
          <a:xfrm flipV="1">
            <a:off x="5963920" y="1116330"/>
            <a:ext cx="0" cy="7518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7721000A-9204-4B54-8309-A3C3C1532429}"/>
              </a:ext>
            </a:extLst>
          </p:cNvPr>
          <p:cNvCxnSpPr>
            <a:cxnSpLocks/>
          </p:cNvCxnSpPr>
          <p:nvPr/>
        </p:nvCxnSpPr>
        <p:spPr>
          <a:xfrm flipV="1">
            <a:off x="5967730" y="1013460"/>
            <a:ext cx="24257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10720BA0-0E75-4000-9D0D-028AEED4D1D0}"/>
              </a:ext>
            </a:extLst>
          </p:cNvPr>
          <p:cNvCxnSpPr>
            <a:cxnSpLocks/>
          </p:cNvCxnSpPr>
          <p:nvPr/>
        </p:nvCxnSpPr>
        <p:spPr>
          <a:xfrm flipV="1">
            <a:off x="6215380" y="1032510"/>
            <a:ext cx="0" cy="7353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4AF69CE6-686D-4632-8518-87CF783B715D}"/>
              </a:ext>
            </a:extLst>
          </p:cNvPr>
          <p:cNvCxnSpPr>
            <a:cxnSpLocks/>
          </p:cNvCxnSpPr>
          <p:nvPr/>
        </p:nvCxnSpPr>
        <p:spPr>
          <a:xfrm>
            <a:off x="6219190" y="17792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6FAA65D0-5637-4854-B406-F81FCECA8F20}"/>
              </a:ext>
            </a:extLst>
          </p:cNvPr>
          <p:cNvCxnSpPr>
            <a:cxnSpLocks/>
          </p:cNvCxnSpPr>
          <p:nvPr/>
        </p:nvCxnSpPr>
        <p:spPr>
          <a:xfrm flipV="1">
            <a:off x="6433503" y="175514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452">
            <a:extLst>
              <a:ext uri="{FF2B5EF4-FFF2-40B4-BE49-F238E27FC236}">
                <a16:creationId xmlns:a16="http://schemas.microsoft.com/office/drawing/2014/main" id="{CD510799-5A82-4204-822C-2C4354B9A88F}"/>
              </a:ext>
            </a:extLst>
          </p:cNvPr>
          <p:cNvCxnSpPr>
            <a:cxnSpLocks/>
          </p:cNvCxnSpPr>
          <p:nvPr/>
        </p:nvCxnSpPr>
        <p:spPr>
          <a:xfrm flipV="1">
            <a:off x="6676390" y="157353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452">
            <a:extLst>
              <a:ext uri="{FF2B5EF4-FFF2-40B4-BE49-F238E27FC236}">
                <a16:creationId xmlns:a16="http://schemas.microsoft.com/office/drawing/2014/main" id="{644E6B3C-B130-4FC2-A3A7-386F62FEC85E}"/>
              </a:ext>
            </a:extLst>
          </p:cNvPr>
          <p:cNvCxnSpPr>
            <a:cxnSpLocks/>
          </p:cNvCxnSpPr>
          <p:nvPr/>
        </p:nvCxnSpPr>
        <p:spPr>
          <a:xfrm flipV="1">
            <a:off x="6418263" y="157988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452">
            <a:extLst>
              <a:ext uri="{FF2B5EF4-FFF2-40B4-BE49-F238E27FC236}">
                <a16:creationId xmlns:a16="http://schemas.microsoft.com/office/drawing/2014/main" id="{31E3AEB2-3658-45DA-BE11-7197EA24EAE1}"/>
              </a:ext>
            </a:extLst>
          </p:cNvPr>
          <p:cNvCxnSpPr>
            <a:cxnSpLocks/>
          </p:cNvCxnSpPr>
          <p:nvPr/>
        </p:nvCxnSpPr>
        <p:spPr>
          <a:xfrm flipV="1">
            <a:off x="6428740" y="1131570"/>
            <a:ext cx="0" cy="5575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452">
            <a:extLst>
              <a:ext uri="{FF2B5EF4-FFF2-40B4-BE49-F238E27FC236}">
                <a16:creationId xmlns:a16="http://schemas.microsoft.com/office/drawing/2014/main" id="{CE6F0AED-529F-41F8-BEB8-09594EEE82CC}"/>
              </a:ext>
            </a:extLst>
          </p:cNvPr>
          <p:cNvCxnSpPr>
            <a:cxnSpLocks/>
          </p:cNvCxnSpPr>
          <p:nvPr/>
        </p:nvCxnSpPr>
        <p:spPr>
          <a:xfrm flipV="1">
            <a:off x="6437313" y="101219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452">
            <a:extLst>
              <a:ext uri="{FF2B5EF4-FFF2-40B4-BE49-F238E27FC236}">
                <a16:creationId xmlns:a16="http://schemas.microsoft.com/office/drawing/2014/main" id="{5F23FBC0-3B04-4584-B13C-6DEEAB56BABC}"/>
              </a:ext>
            </a:extLst>
          </p:cNvPr>
          <p:cNvCxnSpPr>
            <a:cxnSpLocks/>
          </p:cNvCxnSpPr>
          <p:nvPr/>
        </p:nvCxnSpPr>
        <p:spPr>
          <a:xfrm flipV="1">
            <a:off x="6672580" y="1017270"/>
            <a:ext cx="0" cy="381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452">
            <a:extLst>
              <a:ext uri="{FF2B5EF4-FFF2-40B4-BE49-F238E27FC236}">
                <a16:creationId xmlns:a16="http://schemas.microsoft.com/office/drawing/2014/main" id="{6B0AA3C7-DE36-456E-AD6A-6F045D27D8CC}"/>
              </a:ext>
            </a:extLst>
          </p:cNvPr>
          <p:cNvCxnSpPr>
            <a:cxnSpLocks/>
          </p:cNvCxnSpPr>
          <p:nvPr/>
        </p:nvCxnSpPr>
        <p:spPr>
          <a:xfrm flipV="1">
            <a:off x="6681153" y="129413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452">
            <a:extLst>
              <a:ext uri="{FF2B5EF4-FFF2-40B4-BE49-F238E27FC236}">
                <a16:creationId xmlns:a16="http://schemas.microsoft.com/office/drawing/2014/main" id="{B459BC21-4365-4250-96B5-B738E996050B}"/>
              </a:ext>
            </a:extLst>
          </p:cNvPr>
          <p:cNvCxnSpPr>
            <a:cxnSpLocks/>
          </p:cNvCxnSpPr>
          <p:nvPr/>
        </p:nvCxnSpPr>
        <p:spPr>
          <a:xfrm flipV="1">
            <a:off x="6920230" y="113157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452">
            <a:extLst>
              <a:ext uri="{FF2B5EF4-FFF2-40B4-BE49-F238E27FC236}">
                <a16:creationId xmlns:a16="http://schemas.microsoft.com/office/drawing/2014/main" id="{831390AB-8868-4828-B2AE-40AFF9DAC470}"/>
              </a:ext>
            </a:extLst>
          </p:cNvPr>
          <p:cNvCxnSpPr>
            <a:cxnSpLocks/>
          </p:cNvCxnSpPr>
          <p:nvPr/>
        </p:nvCxnSpPr>
        <p:spPr>
          <a:xfrm>
            <a:off x="6920230" y="1127760"/>
            <a:ext cx="46736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452">
            <a:extLst>
              <a:ext uri="{FF2B5EF4-FFF2-40B4-BE49-F238E27FC236}">
                <a16:creationId xmlns:a16="http://schemas.microsoft.com/office/drawing/2014/main" id="{41353946-DE33-4475-8F64-56747C0A9AA4}"/>
              </a:ext>
            </a:extLst>
          </p:cNvPr>
          <p:cNvCxnSpPr>
            <a:cxnSpLocks/>
          </p:cNvCxnSpPr>
          <p:nvPr/>
        </p:nvCxnSpPr>
        <p:spPr>
          <a:xfrm flipV="1">
            <a:off x="6892290" y="1297940"/>
            <a:ext cx="50038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452">
            <a:extLst>
              <a:ext uri="{FF2B5EF4-FFF2-40B4-BE49-F238E27FC236}">
                <a16:creationId xmlns:a16="http://schemas.microsoft.com/office/drawing/2014/main" id="{9F83C596-53EF-4ECC-9AB4-362734493876}"/>
              </a:ext>
            </a:extLst>
          </p:cNvPr>
          <p:cNvCxnSpPr>
            <a:cxnSpLocks/>
          </p:cNvCxnSpPr>
          <p:nvPr/>
        </p:nvCxnSpPr>
        <p:spPr>
          <a:xfrm flipV="1">
            <a:off x="6908800" y="150495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452">
            <a:extLst>
              <a:ext uri="{FF2B5EF4-FFF2-40B4-BE49-F238E27FC236}">
                <a16:creationId xmlns:a16="http://schemas.microsoft.com/office/drawing/2014/main" id="{6283A4C9-817D-4252-B026-6869050A4008}"/>
              </a:ext>
            </a:extLst>
          </p:cNvPr>
          <p:cNvCxnSpPr>
            <a:cxnSpLocks/>
          </p:cNvCxnSpPr>
          <p:nvPr/>
        </p:nvCxnSpPr>
        <p:spPr>
          <a:xfrm flipV="1">
            <a:off x="6892290" y="1473200"/>
            <a:ext cx="50038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452">
            <a:extLst>
              <a:ext uri="{FF2B5EF4-FFF2-40B4-BE49-F238E27FC236}">
                <a16:creationId xmlns:a16="http://schemas.microsoft.com/office/drawing/2014/main" id="{D84175B3-213A-4909-B443-3CE13CC0DAB0}"/>
              </a:ext>
            </a:extLst>
          </p:cNvPr>
          <p:cNvCxnSpPr>
            <a:cxnSpLocks/>
          </p:cNvCxnSpPr>
          <p:nvPr/>
        </p:nvCxnSpPr>
        <p:spPr>
          <a:xfrm>
            <a:off x="7385050" y="148209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452">
            <a:extLst>
              <a:ext uri="{FF2B5EF4-FFF2-40B4-BE49-F238E27FC236}">
                <a16:creationId xmlns:a16="http://schemas.microsoft.com/office/drawing/2014/main" id="{5596D7D5-E9B0-4FD6-894A-4D4FE8CA9238}"/>
              </a:ext>
            </a:extLst>
          </p:cNvPr>
          <p:cNvCxnSpPr>
            <a:cxnSpLocks/>
          </p:cNvCxnSpPr>
          <p:nvPr/>
        </p:nvCxnSpPr>
        <p:spPr>
          <a:xfrm flipV="1">
            <a:off x="6656070" y="1564640"/>
            <a:ext cx="915670" cy="393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452">
            <a:extLst>
              <a:ext uri="{FF2B5EF4-FFF2-40B4-BE49-F238E27FC236}">
                <a16:creationId xmlns:a16="http://schemas.microsoft.com/office/drawing/2014/main" id="{932AADA3-89F5-40EA-9981-4652FE4038CC}"/>
              </a:ext>
            </a:extLst>
          </p:cNvPr>
          <p:cNvCxnSpPr>
            <a:cxnSpLocks/>
          </p:cNvCxnSpPr>
          <p:nvPr/>
        </p:nvCxnSpPr>
        <p:spPr>
          <a:xfrm flipV="1">
            <a:off x="6661150" y="1988820"/>
            <a:ext cx="0" cy="1524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452">
            <a:extLst>
              <a:ext uri="{FF2B5EF4-FFF2-40B4-BE49-F238E27FC236}">
                <a16:creationId xmlns:a16="http://schemas.microsoft.com/office/drawing/2014/main" id="{7E216F06-4E53-4FD6-8D6B-1A5C1B0BAC0D}"/>
              </a:ext>
            </a:extLst>
          </p:cNvPr>
          <p:cNvCxnSpPr>
            <a:cxnSpLocks/>
          </p:cNvCxnSpPr>
          <p:nvPr/>
        </p:nvCxnSpPr>
        <p:spPr>
          <a:xfrm flipV="1">
            <a:off x="6637020" y="1653540"/>
            <a:ext cx="1223010" cy="499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452">
            <a:extLst>
              <a:ext uri="{FF2B5EF4-FFF2-40B4-BE49-F238E27FC236}">
                <a16:creationId xmlns:a16="http://schemas.microsoft.com/office/drawing/2014/main" id="{87D53169-87CC-4BAA-A9BD-5E1804FB93B5}"/>
              </a:ext>
            </a:extLst>
          </p:cNvPr>
          <p:cNvCxnSpPr>
            <a:cxnSpLocks/>
          </p:cNvCxnSpPr>
          <p:nvPr/>
        </p:nvCxnSpPr>
        <p:spPr>
          <a:xfrm flipV="1">
            <a:off x="7857490" y="164973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452">
            <a:extLst>
              <a:ext uri="{FF2B5EF4-FFF2-40B4-BE49-F238E27FC236}">
                <a16:creationId xmlns:a16="http://schemas.microsoft.com/office/drawing/2014/main" id="{7FEC6BED-9880-42FE-BB37-C13793526C40}"/>
              </a:ext>
            </a:extLst>
          </p:cNvPr>
          <p:cNvCxnSpPr>
            <a:cxnSpLocks/>
          </p:cNvCxnSpPr>
          <p:nvPr/>
        </p:nvCxnSpPr>
        <p:spPr>
          <a:xfrm flipV="1">
            <a:off x="6629400" y="1836420"/>
            <a:ext cx="1223010" cy="499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452">
            <a:extLst>
              <a:ext uri="{FF2B5EF4-FFF2-40B4-BE49-F238E27FC236}">
                <a16:creationId xmlns:a16="http://schemas.microsoft.com/office/drawing/2014/main" id="{2A2D0430-6814-4714-AF29-AAFAC514C834}"/>
              </a:ext>
            </a:extLst>
          </p:cNvPr>
          <p:cNvCxnSpPr>
            <a:cxnSpLocks/>
          </p:cNvCxnSpPr>
          <p:nvPr/>
        </p:nvCxnSpPr>
        <p:spPr>
          <a:xfrm flipV="1">
            <a:off x="6896100" y="1946910"/>
            <a:ext cx="1192530" cy="478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452">
            <a:extLst>
              <a:ext uri="{FF2B5EF4-FFF2-40B4-BE49-F238E27FC236}">
                <a16:creationId xmlns:a16="http://schemas.microsoft.com/office/drawing/2014/main" id="{ED0A98A1-21CD-486C-BC52-95D8645488CD}"/>
              </a:ext>
            </a:extLst>
          </p:cNvPr>
          <p:cNvCxnSpPr>
            <a:cxnSpLocks/>
          </p:cNvCxnSpPr>
          <p:nvPr/>
        </p:nvCxnSpPr>
        <p:spPr>
          <a:xfrm flipV="1">
            <a:off x="8086090" y="193929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452">
            <a:extLst>
              <a:ext uri="{FF2B5EF4-FFF2-40B4-BE49-F238E27FC236}">
                <a16:creationId xmlns:a16="http://schemas.microsoft.com/office/drawing/2014/main" id="{83B50ED7-0EBF-49C7-A826-81849033D80B}"/>
              </a:ext>
            </a:extLst>
          </p:cNvPr>
          <p:cNvCxnSpPr>
            <a:cxnSpLocks/>
          </p:cNvCxnSpPr>
          <p:nvPr/>
        </p:nvCxnSpPr>
        <p:spPr>
          <a:xfrm flipV="1">
            <a:off x="6897370" y="2952750"/>
            <a:ext cx="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452">
            <a:extLst>
              <a:ext uri="{FF2B5EF4-FFF2-40B4-BE49-F238E27FC236}">
                <a16:creationId xmlns:a16="http://schemas.microsoft.com/office/drawing/2014/main" id="{431728A5-92F3-4D6B-B384-60C9775E1E67}"/>
              </a:ext>
            </a:extLst>
          </p:cNvPr>
          <p:cNvCxnSpPr>
            <a:cxnSpLocks/>
          </p:cNvCxnSpPr>
          <p:nvPr/>
        </p:nvCxnSpPr>
        <p:spPr>
          <a:xfrm flipV="1">
            <a:off x="7118350" y="2213610"/>
            <a:ext cx="1210310" cy="487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452">
            <a:extLst>
              <a:ext uri="{FF2B5EF4-FFF2-40B4-BE49-F238E27FC236}">
                <a16:creationId xmlns:a16="http://schemas.microsoft.com/office/drawing/2014/main" id="{E61F1D14-56F4-46E0-B56F-CAD7C26F1122}"/>
              </a:ext>
            </a:extLst>
          </p:cNvPr>
          <p:cNvCxnSpPr>
            <a:cxnSpLocks/>
          </p:cNvCxnSpPr>
          <p:nvPr/>
        </p:nvCxnSpPr>
        <p:spPr>
          <a:xfrm flipV="1">
            <a:off x="8329930" y="205359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452">
            <a:extLst>
              <a:ext uri="{FF2B5EF4-FFF2-40B4-BE49-F238E27FC236}">
                <a16:creationId xmlns:a16="http://schemas.microsoft.com/office/drawing/2014/main" id="{B2D39FB2-164C-407A-B582-CE58B1920B44}"/>
              </a:ext>
            </a:extLst>
          </p:cNvPr>
          <p:cNvCxnSpPr>
            <a:cxnSpLocks/>
          </p:cNvCxnSpPr>
          <p:nvPr/>
        </p:nvCxnSpPr>
        <p:spPr>
          <a:xfrm flipV="1">
            <a:off x="8322310" y="196215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452">
            <a:extLst>
              <a:ext uri="{FF2B5EF4-FFF2-40B4-BE49-F238E27FC236}">
                <a16:creationId xmlns:a16="http://schemas.microsoft.com/office/drawing/2014/main" id="{1E466D90-C80D-48DC-BF86-43B930D9D691}"/>
              </a:ext>
            </a:extLst>
          </p:cNvPr>
          <p:cNvCxnSpPr>
            <a:cxnSpLocks/>
          </p:cNvCxnSpPr>
          <p:nvPr/>
        </p:nvCxnSpPr>
        <p:spPr>
          <a:xfrm>
            <a:off x="8562340" y="1958340"/>
            <a:ext cx="47879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452">
            <a:extLst>
              <a:ext uri="{FF2B5EF4-FFF2-40B4-BE49-F238E27FC236}">
                <a16:creationId xmlns:a16="http://schemas.microsoft.com/office/drawing/2014/main" id="{9856AA4D-AA8D-427F-AD28-9AA3847657C0}"/>
              </a:ext>
            </a:extLst>
          </p:cNvPr>
          <p:cNvCxnSpPr>
            <a:cxnSpLocks/>
          </p:cNvCxnSpPr>
          <p:nvPr/>
        </p:nvCxnSpPr>
        <p:spPr>
          <a:xfrm flipV="1">
            <a:off x="9030970" y="2129790"/>
            <a:ext cx="0" cy="358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452">
            <a:extLst>
              <a:ext uri="{FF2B5EF4-FFF2-40B4-BE49-F238E27FC236}">
                <a16:creationId xmlns:a16="http://schemas.microsoft.com/office/drawing/2014/main" id="{AA91EB18-C302-44F6-B118-D7C87553C3E1}"/>
              </a:ext>
            </a:extLst>
          </p:cNvPr>
          <p:cNvCxnSpPr>
            <a:cxnSpLocks/>
          </p:cNvCxnSpPr>
          <p:nvPr/>
        </p:nvCxnSpPr>
        <p:spPr>
          <a:xfrm>
            <a:off x="9038590" y="248412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452">
            <a:extLst>
              <a:ext uri="{FF2B5EF4-FFF2-40B4-BE49-F238E27FC236}">
                <a16:creationId xmlns:a16="http://schemas.microsoft.com/office/drawing/2014/main" id="{49BE13E4-0B3C-4FE9-8922-F92DAC922201}"/>
              </a:ext>
            </a:extLst>
          </p:cNvPr>
          <p:cNvCxnSpPr>
            <a:cxnSpLocks/>
          </p:cNvCxnSpPr>
          <p:nvPr/>
        </p:nvCxnSpPr>
        <p:spPr>
          <a:xfrm flipV="1">
            <a:off x="9248140" y="257556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452">
            <a:extLst>
              <a:ext uri="{FF2B5EF4-FFF2-40B4-BE49-F238E27FC236}">
                <a16:creationId xmlns:a16="http://schemas.microsoft.com/office/drawing/2014/main" id="{2E566247-588E-4E25-A502-185F9C1566B3}"/>
              </a:ext>
            </a:extLst>
          </p:cNvPr>
          <p:cNvCxnSpPr>
            <a:cxnSpLocks/>
          </p:cNvCxnSpPr>
          <p:nvPr/>
        </p:nvCxnSpPr>
        <p:spPr>
          <a:xfrm>
            <a:off x="9027160" y="265938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452">
            <a:extLst>
              <a:ext uri="{FF2B5EF4-FFF2-40B4-BE49-F238E27FC236}">
                <a16:creationId xmlns:a16="http://schemas.microsoft.com/office/drawing/2014/main" id="{F96605D7-B698-47DD-B205-8922062D5A4E}"/>
              </a:ext>
            </a:extLst>
          </p:cNvPr>
          <p:cNvCxnSpPr>
            <a:cxnSpLocks/>
          </p:cNvCxnSpPr>
          <p:nvPr/>
        </p:nvCxnSpPr>
        <p:spPr>
          <a:xfrm flipV="1">
            <a:off x="9038590" y="268224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452">
            <a:extLst>
              <a:ext uri="{FF2B5EF4-FFF2-40B4-BE49-F238E27FC236}">
                <a16:creationId xmlns:a16="http://schemas.microsoft.com/office/drawing/2014/main" id="{B040C80B-223A-4F17-9963-8BE1C995BE48}"/>
              </a:ext>
            </a:extLst>
          </p:cNvPr>
          <p:cNvCxnSpPr>
            <a:cxnSpLocks/>
          </p:cNvCxnSpPr>
          <p:nvPr/>
        </p:nvCxnSpPr>
        <p:spPr>
          <a:xfrm flipV="1">
            <a:off x="8790940" y="286131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452">
            <a:extLst>
              <a:ext uri="{FF2B5EF4-FFF2-40B4-BE49-F238E27FC236}">
                <a16:creationId xmlns:a16="http://schemas.microsoft.com/office/drawing/2014/main" id="{2EE1600E-DF79-44B5-9596-86F310E2A2C4}"/>
              </a:ext>
            </a:extLst>
          </p:cNvPr>
          <p:cNvCxnSpPr>
            <a:cxnSpLocks/>
          </p:cNvCxnSpPr>
          <p:nvPr/>
        </p:nvCxnSpPr>
        <p:spPr>
          <a:xfrm>
            <a:off x="8601710" y="288036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452">
            <a:extLst>
              <a:ext uri="{FF2B5EF4-FFF2-40B4-BE49-F238E27FC236}">
                <a16:creationId xmlns:a16="http://schemas.microsoft.com/office/drawing/2014/main" id="{B23D3FDC-2DD9-40C4-9128-B976BA0D070C}"/>
              </a:ext>
            </a:extLst>
          </p:cNvPr>
          <p:cNvCxnSpPr>
            <a:cxnSpLocks/>
          </p:cNvCxnSpPr>
          <p:nvPr/>
        </p:nvCxnSpPr>
        <p:spPr>
          <a:xfrm flipV="1">
            <a:off x="8592820" y="278892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452">
            <a:extLst>
              <a:ext uri="{FF2B5EF4-FFF2-40B4-BE49-F238E27FC236}">
                <a16:creationId xmlns:a16="http://schemas.microsoft.com/office/drawing/2014/main" id="{A373E5B5-4E1D-402D-885C-E926B5D97643}"/>
              </a:ext>
            </a:extLst>
          </p:cNvPr>
          <p:cNvCxnSpPr>
            <a:cxnSpLocks/>
          </p:cNvCxnSpPr>
          <p:nvPr/>
        </p:nvCxnSpPr>
        <p:spPr>
          <a:xfrm flipV="1">
            <a:off x="8806180" y="2247900"/>
            <a:ext cx="0" cy="5232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452">
            <a:extLst>
              <a:ext uri="{FF2B5EF4-FFF2-40B4-BE49-F238E27FC236}">
                <a16:creationId xmlns:a16="http://schemas.microsoft.com/office/drawing/2014/main" id="{C5FC79BA-B0EF-4E8A-9A6C-535F7C2E8AAB}"/>
              </a:ext>
            </a:extLst>
          </p:cNvPr>
          <p:cNvCxnSpPr>
            <a:cxnSpLocks/>
          </p:cNvCxnSpPr>
          <p:nvPr/>
        </p:nvCxnSpPr>
        <p:spPr>
          <a:xfrm>
            <a:off x="8539480" y="2129790"/>
            <a:ext cx="27305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452">
            <a:extLst>
              <a:ext uri="{FF2B5EF4-FFF2-40B4-BE49-F238E27FC236}">
                <a16:creationId xmlns:a16="http://schemas.microsoft.com/office/drawing/2014/main" id="{DB53B679-659A-4B7D-B690-7A016EAB4161}"/>
              </a:ext>
            </a:extLst>
          </p:cNvPr>
          <p:cNvCxnSpPr>
            <a:cxnSpLocks/>
          </p:cNvCxnSpPr>
          <p:nvPr/>
        </p:nvCxnSpPr>
        <p:spPr>
          <a:xfrm flipV="1">
            <a:off x="8558530" y="214122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452">
            <a:extLst>
              <a:ext uri="{FF2B5EF4-FFF2-40B4-BE49-F238E27FC236}">
                <a16:creationId xmlns:a16="http://schemas.microsoft.com/office/drawing/2014/main" id="{4BF3BF97-80F6-443E-929E-B6F257AFF574}"/>
              </a:ext>
            </a:extLst>
          </p:cNvPr>
          <p:cNvCxnSpPr>
            <a:cxnSpLocks/>
          </p:cNvCxnSpPr>
          <p:nvPr/>
        </p:nvCxnSpPr>
        <p:spPr>
          <a:xfrm flipV="1">
            <a:off x="7600950" y="2320290"/>
            <a:ext cx="960120" cy="350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452">
            <a:extLst>
              <a:ext uri="{FF2B5EF4-FFF2-40B4-BE49-F238E27FC236}">
                <a16:creationId xmlns:a16="http://schemas.microsoft.com/office/drawing/2014/main" id="{864FA159-243F-453B-ADF1-8124C639A38A}"/>
              </a:ext>
            </a:extLst>
          </p:cNvPr>
          <p:cNvCxnSpPr>
            <a:cxnSpLocks/>
          </p:cNvCxnSpPr>
          <p:nvPr/>
        </p:nvCxnSpPr>
        <p:spPr>
          <a:xfrm>
            <a:off x="7609840" y="268224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452">
            <a:extLst>
              <a:ext uri="{FF2B5EF4-FFF2-40B4-BE49-F238E27FC236}">
                <a16:creationId xmlns:a16="http://schemas.microsoft.com/office/drawing/2014/main" id="{D1802D0F-B586-42BB-88F2-8B7E5E8AF5FE}"/>
              </a:ext>
            </a:extLst>
          </p:cNvPr>
          <p:cNvCxnSpPr>
            <a:cxnSpLocks/>
          </p:cNvCxnSpPr>
          <p:nvPr/>
        </p:nvCxnSpPr>
        <p:spPr>
          <a:xfrm flipV="1">
            <a:off x="7830820" y="2510790"/>
            <a:ext cx="726440" cy="2705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452">
            <a:extLst>
              <a:ext uri="{FF2B5EF4-FFF2-40B4-BE49-F238E27FC236}">
                <a16:creationId xmlns:a16="http://schemas.microsoft.com/office/drawing/2014/main" id="{32176E2A-4FE1-4412-AC9F-1D7317DA1C91}"/>
              </a:ext>
            </a:extLst>
          </p:cNvPr>
          <p:cNvCxnSpPr>
            <a:cxnSpLocks/>
          </p:cNvCxnSpPr>
          <p:nvPr/>
        </p:nvCxnSpPr>
        <p:spPr>
          <a:xfrm flipV="1">
            <a:off x="8562340" y="251841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452">
            <a:extLst>
              <a:ext uri="{FF2B5EF4-FFF2-40B4-BE49-F238E27FC236}">
                <a16:creationId xmlns:a16="http://schemas.microsoft.com/office/drawing/2014/main" id="{0CDB7657-2DE2-4E14-85F8-DDD37DDE3774}"/>
              </a:ext>
            </a:extLst>
          </p:cNvPr>
          <p:cNvCxnSpPr>
            <a:cxnSpLocks/>
          </p:cNvCxnSpPr>
          <p:nvPr/>
        </p:nvCxnSpPr>
        <p:spPr>
          <a:xfrm flipV="1">
            <a:off x="8084820" y="2682240"/>
            <a:ext cx="457200" cy="1828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452">
            <a:extLst>
              <a:ext uri="{FF2B5EF4-FFF2-40B4-BE49-F238E27FC236}">
                <a16:creationId xmlns:a16="http://schemas.microsoft.com/office/drawing/2014/main" id="{ECC9D6E2-0F5C-4E96-A22A-73B84EF40554}"/>
              </a:ext>
            </a:extLst>
          </p:cNvPr>
          <p:cNvCxnSpPr>
            <a:cxnSpLocks/>
          </p:cNvCxnSpPr>
          <p:nvPr/>
        </p:nvCxnSpPr>
        <p:spPr>
          <a:xfrm>
            <a:off x="8093710" y="2880360"/>
            <a:ext cx="726440" cy="256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452">
            <a:extLst>
              <a:ext uri="{FF2B5EF4-FFF2-40B4-BE49-F238E27FC236}">
                <a16:creationId xmlns:a16="http://schemas.microsoft.com/office/drawing/2014/main" id="{294D8093-3BF1-4B8E-AACB-8758EF2F809B}"/>
              </a:ext>
            </a:extLst>
          </p:cNvPr>
          <p:cNvCxnSpPr>
            <a:cxnSpLocks/>
          </p:cNvCxnSpPr>
          <p:nvPr/>
        </p:nvCxnSpPr>
        <p:spPr>
          <a:xfrm>
            <a:off x="6419850" y="8693150"/>
            <a:ext cx="0" cy="1111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969B4A5F-AE32-4221-88DC-EE042489A545}"/>
              </a:ext>
            </a:extLst>
          </p:cNvPr>
          <p:cNvCxnSpPr>
            <a:cxnSpLocks/>
          </p:cNvCxnSpPr>
          <p:nvPr/>
        </p:nvCxnSpPr>
        <p:spPr>
          <a:xfrm flipH="1" flipV="1">
            <a:off x="2419350" y="9099551"/>
            <a:ext cx="228600" cy="107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13C78496-CF52-4652-87B3-96EBA1D5E159}"/>
              </a:ext>
            </a:extLst>
          </p:cNvPr>
          <p:cNvCxnSpPr>
            <a:cxnSpLocks/>
          </p:cNvCxnSpPr>
          <p:nvPr/>
        </p:nvCxnSpPr>
        <p:spPr>
          <a:xfrm flipV="1">
            <a:off x="1262380" y="8890000"/>
            <a:ext cx="1270" cy="311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2FD7A409-54E6-4992-A8BF-10B946C59C74}"/>
              </a:ext>
            </a:extLst>
          </p:cNvPr>
          <p:cNvCxnSpPr>
            <a:cxnSpLocks/>
          </p:cNvCxnSpPr>
          <p:nvPr/>
        </p:nvCxnSpPr>
        <p:spPr>
          <a:xfrm flipH="1" flipV="1">
            <a:off x="1249680" y="9192262"/>
            <a:ext cx="737870" cy="3073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646D4E6D-DD58-4CD1-BC57-D437F0DC2400}"/>
              </a:ext>
            </a:extLst>
          </p:cNvPr>
          <p:cNvCxnSpPr>
            <a:cxnSpLocks/>
          </p:cNvCxnSpPr>
          <p:nvPr/>
        </p:nvCxnSpPr>
        <p:spPr>
          <a:xfrm flipV="1">
            <a:off x="2221230" y="9194800"/>
            <a:ext cx="0" cy="171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7B36DCCD-2B7E-42BA-B419-9D5146057122}"/>
              </a:ext>
            </a:extLst>
          </p:cNvPr>
          <p:cNvCxnSpPr>
            <a:cxnSpLocks/>
          </p:cNvCxnSpPr>
          <p:nvPr/>
        </p:nvCxnSpPr>
        <p:spPr>
          <a:xfrm flipV="1">
            <a:off x="2203450" y="9088120"/>
            <a:ext cx="213360" cy="106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906051C-A3D2-4817-A02C-E1893CFA3D57}"/>
              </a:ext>
            </a:extLst>
          </p:cNvPr>
          <p:cNvCxnSpPr>
            <a:cxnSpLocks/>
          </p:cNvCxnSpPr>
          <p:nvPr/>
        </p:nvCxnSpPr>
        <p:spPr>
          <a:xfrm flipH="1" flipV="1">
            <a:off x="2197100" y="8832851"/>
            <a:ext cx="488950" cy="1904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452">
            <a:extLst>
              <a:ext uri="{FF2B5EF4-FFF2-40B4-BE49-F238E27FC236}">
                <a16:creationId xmlns:a16="http://schemas.microsoft.com/office/drawing/2014/main" id="{DE2625DE-419E-4781-8670-03EA89623DA3}"/>
              </a:ext>
            </a:extLst>
          </p:cNvPr>
          <p:cNvCxnSpPr>
            <a:cxnSpLocks/>
          </p:cNvCxnSpPr>
          <p:nvPr/>
        </p:nvCxnSpPr>
        <p:spPr>
          <a:xfrm flipH="1">
            <a:off x="1231900" y="7162800"/>
            <a:ext cx="463550" cy="215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C6529101-3A4D-4D3E-84AB-D908818DA0EA}"/>
              </a:ext>
            </a:extLst>
          </p:cNvPr>
          <p:cNvCxnSpPr>
            <a:cxnSpLocks/>
          </p:cNvCxnSpPr>
          <p:nvPr/>
        </p:nvCxnSpPr>
        <p:spPr>
          <a:xfrm flipV="1">
            <a:off x="1011873" y="57073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CE744097-60AA-4377-8556-DD0D56A8C9F2}"/>
              </a:ext>
            </a:extLst>
          </p:cNvPr>
          <p:cNvCxnSpPr>
            <a:cxnSpLocks/>
          </p:cNvCxnSpPr>
          <p:nvPr/>
        </p:nvCxnSpPr>
        <p:spPr>
          <a:xfrm>
            <a:off x="1253490" y="535559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823B5CD1-CB6B-40F5-A6DC-3FC274216824}"/>
              </a:ext>
            </a:extLst>
          </p:cNvPr>
          <p:cNvCxnSpPr>
            <a:cxnSpLocks/>
          </p:cNvCxnSpPr>
          <p:nvPr/>
        </p:nvCxnSpPr>
        <p:spPr>
          <a:xfrm flipV="1">
            <a:off x="1202373" y="54279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AF42E229-C61A-45FC-A228-C870CCDFC05A}"/>
              </a:ext>
            </a:extLst>
          </p:cNvPr>
          <p:cNvCxnSpPr>
            <a:cxnSpLocks/>
          </p:cNvCxnSpPr>
          <p:nvPr/>
        </p:nvCxnSpPr>
        <p:spPr>
          <a:xfrm flipV="1">
            <a:off x="1216660" y="550291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452">
            <a:extLst>
              <a:ext uri="{FF2B5EF4-FFF2-40B4-BE49-F238E27FC236}">
                <a16:creationId xmlns:a16="http://schemas.microsoft.com/office/drawing/2014/main" id="{D49C9FE7-868E-4D97-8A8B-B066BDECD0F3}"/>
              </a:ext>
            </a:extLst>
          </p:cNvPr>
          <p:cNvCxnSpPr>
            <a:cxnSpLocks/>
          </p:cNvCxnSpPr>
          <p:nvPr/>
        </p:nvCxnSpPr>
        <p:spPr>
          <a:xfrm flipV="1">
            <a:off x="775653" y="377571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8AA5CBFE-9FA4-4720-BA58-59F137149D12}"/>
              </a:ext>
            </a:extLst>
          </p:cNvPr>
          <p:cNvCxnSpPr>
            <a:cxnSpLocks/>
          </p:cNvCxnSpPr>
          <p:nvPr/>
        </p:nvCxnSpPr>
        <p:spPr>
          <a:xfrm flipV="1">
            <a:off x="775970" y="2667000"/>
            <a:ext cx="252730" cy="1003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807EBF83-64BB-4F6E-A8EB-F8548DB88A3E}"/>
              </a:ext>
            </a:extLst>
          </p:cNvPr>
          <p:cNvCxnSpPr>
            <a:cxnSpLocks/>
          </p:cNvCxnSpPr>
          <p:nvPr/>
        </p:nvCxnSpPr>
        <p:spPr>
          <a:xfrm flipV="1">
            <a:off x="762000" y="259334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2DE8C425-5268-42A3-993E-995A4A511851}"/>
              </a:ext>
            </a:extLst>
          </p:cNvPr>
          <p:cNvCxnSpPr>
            <a:cxnSpLocks/>
          </p:cNvCxnSpPr>
          <p:nvPr/>
        </p:nvCxnSpPr>
        <p:spPr>
          <a:xfrm>
            <a:off x="534670" y="2506980"/>
            <a:ext cx="265430" cy="1155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FF97BBA3-F61D-4EF7-AE55-A284EB7EBB82}"/>
              </a:ext>
            </a:extLst>
          </p:cNvPr>
          <p:cNvCxnSpPr>
            <a:cxnSpLocks/>
          </p:cNvCxnSpPr>
          <p:nvPr/>
        </p:nvCxnSpPr>
        <p:spPr>
          <a:xfrm flipV="1">
            <a:off x="547053" y="241046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67342DEC-AA10-4C80-932A-A2D0AAB571BF}"/>
              </a:ext>
            </a:extLst>
          </p:cNvPr>
          <p:cNvCxnSpPr>
            <a:cxnSpLocks/>
          </p:cNvCxnSpPr>
          <p:nvPr/>
        </p:nvCxnSpPr>
        <p:spPr>
          <a:xfrm flipV="1">
            <a:off x="1977073" y="29413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15F06EB-3B51-452E-8728-7CB9DA6B7048}"/>
              </a:ext>
            </a:extLst>
          </p:cNvPr>
          <p:cNvCxnSpPr>
            <a:cxnSpLocks/>
          </p:cNvCxnSpPr>
          <p:nvPr/>
        </p:nvCxnSpPr>
        <p:spPr>
          <a:xfrm flipH="1">
            <a:off x="2203450" y="4794250"/>
            <a:ext cx="469900" cy="171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F98BB5CF-D12F-4A1A-A0D7-DE75CE1D3ABF}"/>
              </a:ext>
            </a:extLst>
          </p:cNvPr>
          <p:cNvCxnSpPr>
            <a:cxnSpLocks/>
          </p:cNvCxnSpPr>
          <p:nvPr/>
        </p:nvCxnSpPr>
        <p:spPr>
          <a:xfrm>
            <a:off x="4288790" y="3053080"/>
            <a:ext cx="740410" cy="24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6830AEAC-99E6-4ABF-8D4D-44D1A2571AE0}"/>
              </a:ext>
            </a:extLst>
          </p:cNvPr>
          <p:cNvCxnSpPr>
            <a:cxnSpLocks/>
          </p:cNvCxnSpPr>
          <p:nvPr/>
        </p:nvCxnSpPr>
        <p:spPr>
          <a:xfrm flipV="1">
            <a:off x="4991100" y="2794000"/>
            <a:ext cx="1454150" cy="5207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637A04C0-FBFB-459D-81B9-5E673FA74DAF}"/>
              </a:ext>
            </a:extLst>
          </p:cNvPr>
          <p:cNvCxnSpPr>
            <a:cxnSpLocks/>
          </p:cNvCxnSpPr>
          <p:nvPr/>
        </p:nvCxnSpPr>
        <p:spPr>
          <a:xfrm flipV="1">
            <a:off x="1263650" y="4333240"/>
            <a:ext cx="207010" cy="990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7D657815-E29B-4F5F-BA35-90D8374BE6D2}"/>
              </a:ext>
            </a:extLst>
          </p:cNvPr>
          <p:cNvCxnSpPr>
            <a:cxnSpLocks/>
          </p:cNvCxnSpPr>
          <p:nvPr/>
        </p:nvCxnSpPr>
        <p:spPr>
          <a:xfrm flipV="1">
            <a:off x="1013460" y="3813810"/>
            <a:ext cx="0" cy="3454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E5A33E9E-D984-431B-8ABC-CE0565E5A068}"/>
              </a:ext>
            </a:extLst>
          </p:cNvPr>
          <p:cNvCxnSpPr>
            <a:cxnSpLocks/>
          </p:cNvCxnSpPr>
          <p:nvPr/>
        </p:nvCxnSpPr>
        <p:spPr>
          <a:xfrm flipV="1">
            <a:off x="1007110" y="4330700"/>
            <a:ext cx="0" cy="2095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452">
            <a:extLst>
              <a:ext uri="{FF2B5EF4-FFF2-40B4-BE49-F238E27FC236}">
                <a16:creationId xmlns:a16="http://schemas.microsoft.com/office/drawing/2014/main" id="{752A84C8-C3BD-4C55-85C5-50FF8DE1E260}"/>
              </a:ext>
            </a:extLst>
          </p:cNvPr>
          <p:cNvCxnSpPr>
            <a:cxnSpLocks/>
          </p:cNvCxnSpPr>
          <p:nvPr/>
        </p:nvCxnSpPr>
        <p:spPr>
          <a:xfrm flipV="1">
            <a:off x="1955800" y="5810250"/>
            <a:ext cx="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452">
            <a:extLst>
              <a:ext uri="{FF2B5EF4-FFF2-40B4-BE49-F238E27FC236}">
                <a16:creationId xmlns:a16="http://schemas.microsoft.com/office/drawing/2014/main" id="{C567393E-A3B4-4F02-B4FE-88B4DB79CFF9}"/>
              </a:ext>
            </a:extLst>
          </p:cNvPr>
          <p:cNvCxnSpPr>
            <a:cxnSpLocks/>
          </p:cNvCxnSpPr>
          <p:nvPr/>
        </p:nvCxnSpPr>
        <p:spPr>
          <a:xfrm flipV="1">
            <a:off x="3151823" y="59613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452">
            <a:extLst>
              <a:ext uri="{FF2B5EF4-FFF2-40B4-BE49-F238E27FC236}">
                <a16:creationId xmlns:a16="http://schemas.microsoft.com/office/drawing/2014/main" id="{BAA900D7-66AD-4433-948D-8ACF571C58C8}"/>
              </a:ext>
            </a:extLst>
          </p:cNvPr>
          <p:cNvCxnSpPr>
            <a:cxnSpLocks/>
          </p:cNvCxnSpPr>
          <p:nvPr/>
        </p:nvCxnSpPr>
        <p:spPr>
          <a:xfrm flipH="1">
            <a:off x="1250950" y="8642350"/>
            <a:ext cx="469900" cy="2159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452">
            <a:extLst>
              <a:ext uri="{FF2B5EF4-FFF2-40B4-BE49-F238E27FC236}">
                <a16:creationId xmlns:a16="http://schemas.microsoft.com/office/drawing/2014/main" id="{FCD747ED-8F8B-4AC4-9D37-DC49ECCDD7A9}"/>
              </a:ext>
            </a:extLst>
          </p:cNvPr>
          <p:cNvCxnSpPr>
            <a:cxnSpLocks/>
          </p:cNvCxnSpPr>
          <p:nvPr/>
        </p:nvCxnSpPr>
        <p:spPr>
          <a:xfrm>
            <a:off x="1742440" y="57302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452">
            <a:extLst>
              <a:ext uri="{FF2B5EF4-FFF2-40B4-BE49-F238E27FC236}">
                <a16:creationId xmlns:a16="http://schemas.microsoft.com/office/drawing/2014/main" id="{86FDE0AA-B5BE-4AD9-81E5-B61CA00D2572}"/>
              </a:ext>
            </a:extLst>
          </p:cNvPr>
          <p:cNvCxnSpPr>
            <a:cxnSpLocks/>
          </p:cNvCxnSpPr>
          <p:nvPr/>
        </p:nvCxnSpPr>
        <p:spPr>
          <a:xfrm flipV="1">
            <a:off x="1723390" y="5713730"/>
            <a:ext cx="0" cy="2171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452">
            <a:extLst>
              <a:ext uri="{FF2B5EF4-FFF2-40B4-BE49-F238E27FC236}">
                <a16:creationId xmlns:a16="http://schemas.microsoft.com/office/drawing/2014/main" id="{609FE900-13FB-473F-8EC7-08A234733FBF}"/>
              </a:ext>
            </a:extLst>
          </p:cNvPr>
          <p:cNvCxnSpPr>
            <a:cxnSpLocks/>
          </p:cNvCxnSpPr>
          <p:nvPr/>
        </p:nvCxnSpPr>
        <p:spPr>
          <a:xfrm flipV="1">
            <a:off x="1475423" y="589153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452">
            <a:extLst>
              <a:ext uri="{FF2B5EF4-FFF2-40B4-BE49-F238E27FC236}">
                <a16:creationId xmlns:a16="http://schemas.microsoft.com/office/drawing/2014/main" id="{5715CFB1-2B5E-450B-ACE3-E9C2381DA677}"/>
              </a:ext>
            </a:extLst>
          </p:cNvPr>
          <p:cNvCxnSpPr>
            <a:cxnSpLocks/>
          </p:cNvCxnSpPr>
          <p:nvPr/>
        </p:nvCxnSpPr>
        <p:spPr>
          <a:xfrm>
            <a:off x="1493520" y="450723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452">
            <a:extLst>
              <a:ext uri="{FF2B5EF4-FFF2-40B4-BE49-F238E27FC236}">
                <a16:creationId xmlns:a16="http://schemas.microsoft.com/office/drawing/2014/main" id="{67C7B991-102C-406F-A5A4-73E53C6B7B05}"/>
              </a:ext>
            </a:extLst>
          </p:cNvPr>
          <p:cNvCxnSpPr>
            <a:cxnSpLocks/>
          </p:cNvCxnSpPr>
          <p:nvPr/>
        </p:nvCxnSpPr>
        <p:spPr>
          <a:xfrm flipV="1">
            <a:off x="1493520" y="4330700"/>
            <a:ext cx="0" cy="146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452">
            <a:extLst>
              <a:ext uri="{FF2B5EF4-FFF2-40B4-BE49-F238E27FC236}">
                <a16:creationId xmlns:a16="http://schemas.microsoft.com/office/drawing/2014/main" id="{054F0710-9F63-409D-A384-60BDA2D6C4D5}"/>
              </a:ext>
            </a:extLst>
          </p:cNvPr>
          <p:cNvCxnSpPr>
            <a:cxnSpLocks/>
          </p:cNvCxnSpPr>
          <p:nvPr/>
        </p:nvCxnSpPr>
        <p:spPr>
          <a:xfrm>
            <a:off x="1499870" y="48818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452">
            <a:extLst>
              <a:ext uri="{FF2B5EF4-FFF2-40B4-BE49-F238E27FC236}">
                <a16:creationId xmlns:a16="http://schemas.microsoft.com/office/drawing/2014/main" id="{827FE4EB-7A01-4D8E-9E70-421E86F38409}"/>
              </a:ext>
            </a:extLst>
          </p:cNvPr>
          <p:cNvCxnSpPr>
            <a:cxnSpLocks/>
          </p:cNvCxnSpPr>
          <p:nvPr/>
        </p:nvCxnSpPr>
        <p:spPr>
          <a:xfrm flipV="1">
            <a:off x="1454150" y="49898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452">
            <a:extLst>
              <a:ext uri="{FF2B5EF4-FFF2-40B4-BE49-F238E27FC236}">
                <a16:creationId xmlns:a16="http://schemas.microsoft.com/office/drawing/2014/main" id="{16C6266F-61B0-4E7A-A04D-96270C6EC4BC}"/>
              </a:ext>
            </a:extLst>
          </p:cNvPr>
          <p:cNvCxnSpPr>
            <a:cxnSpLocks/>
          </p:cNvCxnSpPr>
          <p:nvPr/>
        </p:nvCxnSpPr>
        <p:spPr>
          <a:xfrm>
            <a:off x="1445260" y="510540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452">
            <a:extLst>
              <a:ext uri="{FF2B5EF4-FFF2-40B4-BE49-F238E27FC236}">
                <a16:creationId xmlns:a16="http://schemas.microsoft.com/office/drawing/2014/main" id="{13D8D7C6-0B91-4D6A-93BD-B9F6489FBA84}"/>
              </a:ext>
            </a:extLst>
          </p:cNvPr>
          <p:cNvCxnSpPr>
            <a:cxnSpLocks/>
          </p:cNvCxnSpPr>
          <p:nvPr/>
        </p:nvCxnSpPr>
        <p:spPr>
          <a:xfrm flipV="1">
            <a:off x="1447800" y="51676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452">
            <a:extLst>
              <a:ext uri="{FF2B5EF4-FFF2-40B4-BE49-F238E27FC236}">
                <a16:creationId xmlns:a16="http://schemas.microsoft.com/office/drawing/2014/main" id="{F41624CE-2FC5-4CBC-9C6A-4AC8669FD291}"/>
              </a:ext>
            </a:extLst>
          </p:cNvPr>
          <p:cNvCxnSpPr>
            <a:cxnSpLocks/>
          </p:cNvCxnSpPr>
          <p:nvPr/>
        </p:nvCxnSpPr>
        <p:spPr>
          <a:xfrm>
            <a:off x="1678940" y="5157470"/>
            <a:ext cx="51816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452">
            <a:extLst>
              <a:ext uri="{FF2B5EF4-FFF2-40B4-BE49-F238E27FC236}">
                <a16:creationId xmlns:a16="http://schemas.microsoft.com/office/drawing/2014/main" id="{912F4C00-EC76-4FDB-ABEE-CB2054C7A090}"/>
              </a:ext>
            </a:extLst>
          </p:cNvPr>
          <p:cNvCxnSpPr>
            <a:cxnSpLocks/>
          </p:cNvCxnSpPr>
          <p:nvPr/>
        </p:nvCxnSpPr>
        <p:spPr>
          <a:xfrm flipV="1">
            <a:off x="2213610" y="5349240"/>
            <a:ext cx="0" cy="181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452">
            <a:extLst>
              <a:ext uri="{FF2B5EF4-FFF2-40B4-BE49-F238E27FC236}">
                <a16:creationId xmlns:a16="http://schemas.microsoft.com/office/drawing/2014/main" id="{01AAF733-370D-4259-9EA9-7819EBE05581}"/>
              </a:ext>
            </a:extLst>
          </p:cNvPr>
          <p:cNvCxnSpPr>
            <a:cxnSpLocks/>
          </p:cNvCxnSpPr>
          <p:nvPr/>
        </p:nvCxnSpPr>
        <p:spPr>
          <a:xfrm>
            <a:off x="807720" y="24206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452">
            <a:extLst>
              <a:ext uri="{FF2B5EF4-FFF2-40B4-BE49-F238E27FC236}">
                <a16:creationId xmlns:a16="http://schemas.microsoft.com/office/drawing/2014/main" id="{7D3BD7BD-967F-4C6B-B7C1-834AD3E9B0D2}"/>
              </a:ext>
            </a:extLst>
          </p:cNvPr>
          <p:cNvCxnSpPr>
            <a:cxnSpLocks/>
          </p:cNvCxnSpPr>
          <p:nvPr/>
        </p:nvCxnSpPr>
        <p:spPr>
          <a:xfrm>
            <a:off x="1019810" y="2319020"/>
            <a:ext cx="0" cy="2019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452">
            <a:extLst>
              <a:ext uri="{FF2B5EF4-FFF2-40B4-BE49-F238E27FC236}">
                <a16:creationId xmlns:a16="http://schemas.microsoft.com/office/drawing/2014/main" id="{16F24BAF-73D2-462A-8A26-F8D437E50F75}"/>
              </a:ext>
            </a:extLst>
          </p:cNvPr>
          <p:cNvCxnSpPr>
            <a:cxnSpLocks/>
          </p:cNvCxnSpPr>
          <p:nvPr/>
        </p:nvCxnSpPr>
        <p:spPr>
          <a:xfrm flipV="1">
            <a:off x="1479550" y="24028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F2CDC855-4B0C-4B59-B1E2-C81B56403D95}"/>
              </a:ext>
            </a:extLst>
          </p:cNvPr>
          <p:cNvCxnSpPr>
            <a:cxnSpLocks/>
          </p:cNvCxnSpPr>
          <p:nvPr/>
        </p:nvCxnSpPr>
        <p:spPr>
          <a:xfrm>
            <a:off x="1512570" y="249047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452">
            <a:extLst>
              <a:ext uri="{FF2B5EF4-FFF2-40B4-BE49-F238E27FC236}">
                <a16:creationId xmlns:a16="http://schemas.microsoft.com/office/drawing/2014/main" id="{CD5B4984-0F15-40C9-AA63-57D6FF22C6B5}"/>
              </a:ext>
            </a:extLst>
          </p:cNvPr>
          <p:cNvCxnSpPr>
            <a:cxnSpLocks/>
          </p:cNvCxnSpPr>
          <p:nvPr/>
        </p:nvCxnSpPr>
        <p:spPr>
          <a:xfrm>
            <a:off x="1049020" y="21412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AA56DB20-87EA-48B4-AC93-06E537FB77DD}"/>
              </a:ext>
            </a:extLst>
          </p:cNvPr>
          <p:cNvCxnSpPr>
            <a:cxnSpLocks/>
          </p:cNvCxnSpPr>
          <p:nvPr/>
        </p:nvCxnSpPr>
        <p:spPr>
          <a:xfrm flipV="1">
            <a:off x="1258570" y="208661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452">
            <a:extLst>
              <a:ext uri="{FF2B5EF4-FFF2-40B4-BE49-F238E27FC236}">
                <a16:creationId xmlns:a16="http://schemas.microsoft.com/office/drawing/2014/main" id="{B887E5B9-7D15-4EF0-9C27-37B533321F8C}"/>
              </a:ext>
            </a:extLst>
          </p:cNvPr>
          <p:cNvCxnSpPr>
            <a:cxnSpLocks/>
          </p:cNvCxnSpPr>
          <p:nvPr/>
        </p:nvCxnSpPr>
        <p:spPr>
          <a:xfrm flipV="1">
            <a:off x="1257300" y="19583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452">
            <a:extLst>
              <a:ext uri="{FF2B5EF4-FFF2-40B4-BE49-F238E27FC236}">
                <a16:creationId xmlns:a16="http://schemas.microsoft.com/office/drawing/2014/main" id="{4AD2E9DA-D94E-49D0-9A60-53B35F8E03CD}"/>
              </a:ext>
            </a:extLst>
          </p:cNvPr>
          <p:cNvCxnSpPr>
            <a:cxnSpLocks/>
          </p:cNvCxnSpPr>
          <p:nvPr/>
        </p:nvCxnSpPr>
        <p:spPr>
          <a:xfrm flipV="1">
            <a:off x="1026160" y="3009900"/>
            <a:ext cx="485140" cy="204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452">
            <a:extLst>
              <a:ext uri="{FF2B5EF4-FFF2-40B4-BE49-F238E27FC236}">
                <a16:creationId xmlns:a16="http://schemas.microsoft.com/office/drawing/2014/main" id="{46959510-87BB-44D4-ABCA-40DA0D7E8C67}"/>
              </a:ext>
            </a:extLst>
          </p:cNvPr>
          <p:cNvCxnSpPr>
            <a:cxnSpLocks/>
          </p:cNvCxnSpPr>
          <p:nvPr/>
        </p:nvCxnSpPr>
        <p:spPr>
          <a:xfrm>
            <a:off x="1277620" y="2964180"/>
            <a:ext cx="240030" cy="647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452">
            <a:extLst>
              <a:ext uri="{FF2B5EF4-FFF2-40B4-BE49-F238E27FC236}">
                <a16:creationId xmlns:a16="http://schemas.microsoft.com/office/drawing/2014/main" id="{3CE309F7-58FC-498B-8D41-42D55B665F4C}"/>
              </a:ext>
            </a:extLst>
          </p:cNvPr>
          <p:cNvCxnSpPr>
            <a:cxnSpLocks/>
          </p:cNvCxnSpPr>
          <p:nvPr/>
        </p:nvCxnSpPr>
        <p:spPr>
          <a:xfrm flipV="1">
            <a:off x="1022350" y="29324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452">
            <a:extLst>
              <a:ext uri="{FF2B5EF4-FFF2-40B4-BE49-F238E27FC236}">
                <a16:creationId xmlns:a16="http://schemas.microsoft.com/office/drawing/2014/main" id="{0B22AD0C-BCB7-49F7-BB6C-C0A19E651FDA}"/>
              </a:ext>
            </a:extLst>
          </p:cNvPr>
          <p:cNvCxnSpPr>
            <a:cxnSpLocks/>
          </p:cNvCxnSpPr>
          <p:nvPr/>
        </p:nvCxnSpPr>
        <p:spPr>
          <a:xfrm>
            <a:off x="1019810" y="285115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E99EA97E-2C62-4659-9C62-F9B9B5659FE1}"/>
              </a:ext>
            </a:extLst>
          </p:cNvPr>
          <p:cNvCxnSpPr>
            <a:cxnSpLocks/>
          </p:cNvCxnSpPr>
          <p:nvPr/>
        </p:nvCxnSpPr>
        <p:spPr>
          <a:xfrm flipV="1">
            <a:off x="1028700" y="274828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83668CA0-1B04-4233-84D1-795FD73D1513}"/>
              </a:ext>
            </a:extLst>
          </p:cNvPr>
          <p:cNvCxnSpPr>
            <a:cxnSpLocks/>
          </p:cNvCxnSpPr>
          <p:nvPr/>
        </p:nvCxnSpPr>
        <p:spPr>
          <a:xfrm>
            <a:off x="1010920" y="2665730"/>
            <a:ext cx="24638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DCDDD889-0E52-4569-9F74-11700ADFC4B2}"/>
              </a:ext>
            </a:extLst>
          </p:cNvPr>
          <p:cNvCxnSpPr>
            <a:cxnSpLocks/>
          </p:cNvCxnSpPr>
          <p:nvPr/>
        </p:nvCxnSpPr>
        <p:spPr>
          <a:xfrm flipV="1">
            <a:off x="1028700" y="40500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A8C2A2BE-D248-47B8-91EE-989E2707803F}"/>
              </a:ext>
            </a:extLst>
          </p:cNvPr>
          <p:cNvCxnSpPr>
            <a:cxnSpLocks/>
          </p:cNvCxnSpPr>
          <p:nvPr/>
        </p:nvCxnSpPr>
        <p:spPr>
          <a:xfrm flipV="1">
            <a:off x="1261110" y="4022090"/>
            <a:ext cx="0" cy="4229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452">
            <a:extLst>
              <a:ext uri="{FF2B5EF4-FFF2-40B4-BE49-F238E27FC236}">
                <a16:creationId xmlns:a16="http://schemas.microsoft.com/office/drawing/2014/main" id="{E0E40C51-7E4B-4BA2-9C29-465D566E362F}"/>
              </a:ext>
            </a:extLst>
          </p:cNvPr>
          <p:cNvCxnSpPr>
            <a:cxnSpLocks/>
          </p:cNvCxnSpPr>
          <p:nvPr/>
        </p:nvCxnSpPr>
        <p:spPr>
          <a:xfrm flipV="1">
            <a:off x="1731010" y="4583430"/>
            <a:ext cx="0" cy="1917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452">
            <a:extLst>
              <a:ext uri="{FF2B5EF4-FFF2-40B4-BE49-F238E27FC236}">
                <a16:creationId xmlns:a16="http://schemas.microsoft.com/office/drawing/2014/main" id="{577DB2EA-B623-43B0-B894-653AB75B6E11}"/>
              </a:ext>
            </a:extLst>
          </p:cNvPr>
          <p:cNvCxnSpPr>
            <a:cxnSpLocks/>
          </p:cNvCxnSpPr>
          <p:nvPr/>
        </p:nvCxnSpPr>
        <p:spPr>
          <a:xfrm>
            <a:off x="2222500" y="3689350"/>
            <a:ext cx="435610" cy="177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452">
            <a:extLst>
              <a:ext uri="{FF2B5EF4-FFF2-40B4-BE49-F238E27FC236}">
                <a16:creationId xmlns:a16="http://schemas.microsoft.com/office/drawing/2014/main" id="{5458E992-8848-4F68-8B1A-8A5EFD151507}"/>
              </a:ext>
            </a:extLst>
          </p:cNvPr>
          <p:cNvCxnSpPr>
            <a:cxnSpLocks/>
          </p:cNvCxnSpPr>
          <p:nvPr/>
        </p:nvCxnSpPr>
        <p:spPr>
          <a:xfrm flipV="1">
            <a:off x="1720850" y="3681730"/>
            <a:ext cx="500380" cy="204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452">
            <a:extLst>
              <a:ext uri="{FF2B5EF4-FFF2-40B4-BE49-F238E27FC236}">
                <a16:creationId xmlns:a16="http://schemas.microsoft.com/office/drawing/2014/main" id="{68603655-328F-4ECA-AE28-8B7FC956BE0D}"/>
              </a:ext>
            </a:extLst>
          </p:cNvPr>
          <p:cNvCxnSpPr>
            <a:cxnSpLocks/>
          </p:cNvCxnSpPr>
          <p:nvPr/>
        </p:nvCxnSpPr>
        <p:spPr>
          <a:xfrm>
            <a:off x="1009650" y="3600450"/>
            <a:ext cx="734060" cy="2857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452">
            <a:extLst>
              <a:ext uri="{FF2B5EF4-FFF2-40B4-BE49-F238E27FC236}">
                <a16:creationId xmlns:a16="http://schemas.microsoft.com/office/drawing/2014/main" id="{8C8FD28C-72A5-4121-814A-6BE15B39AA02}"/>
              </a:ext>
            </a:extLst>
          </p:cNvPr>
          <p:cNvCxnSpPr>
            <a:cxnSpLocks/>
          </p:cNvCxnSpPr>
          <p:nvPr/>
        </p:nvCxnSpPr>
        <p:spPr>
          <a:xfrm flipV="1">
            <a:off x="1978343" y="33045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EB197AD2-BDE8-4C3A-9360-F69BDDF9ACCE}"/>
              </a:ext>
            </a:extLst>
          </p:cNvPr>
          <p:cNvCxnSpPr>
            <a:cxnSpLocks/>
          </p:cNvCxnSpPr>
          <p:nvPr/>
        </p:nvCxnSpPr>
        <p:spPr>
          <a:xfrm>
            <a:off x="1701800" y="3308350"/>
            <a:ext cx="28575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F1833998-D722-4FC9-A070-B439AD06F00E}"/>
              </a:ext>
            </a:extLst>
          </p:cNvPr>
          <p:cNvCxnSpPr>
            <a:cxnSpLocks/>
          </p:cNvCxnSpPr>
          <p:nvPr/>
        </p:nvCxnSpPr>
        <p:spPr>
          <a:xfrm flipV="1">
            <a:off x="1476693" y="33108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452">
            <a:extLst>
              <a:ext uri="{FF2B5EF4-FFF2-40B4-BE49-F238E27FC236}">
                <a16:creationId xmlns:a16="http://schemas.microsoft.com/office/drawing/2014/main" id="{1086ABB0-52C0-4F1A-AD9A-AA9A9EAD9EA9}"/>
              </a:ext>
            </a:extLst>
          </p:cNvPr>
          <p:cNvCxnSpPr>
            <a:cxnSpLocks/>
          </p:cNvCxnSpPr>
          <p:nvPr/>
        </p:nvCxnSpPr>
        <p:spPr>
          <a:xfrm>
            <a:off x="1258570" y="33248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452">
            <a:extLst>
              <a:ext uri="{FF2B5EF4-FFF2-40B4-BE49-F238E27FC236}">
                <a16:creationId xmlns:a16="http://schemas.microsoft.com/office/drawing/2014/main" id="{D75C29D8-BDF4-4055-8142-11081EEF4A28}"/>
              </a:ext>
            </a:extLst>
          </p:cNvPr>
          <p:cNvCxnSpPr>
            <a:cxnSpLocks/>
          </p:cNvCxnSpPr>
          <p:nvPr/>
        </p:nvCxnSpPr>
        <p:spPr>
          <a:xfrm>
            <a:off x="1245870" y="33312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452">
            <a:extLst>
              <a:ext uri="{FF2B5EF4-FFF2-40B4-BE49-F238E27FC236}">
                <a16:creationId xmlns:a16="http://schemas.microsoft.com/office/drawing/2014/main" id="{0EEE3F18-6FCC-4AC8-98AB-111C913267D3}"/>
              </a:ext>
            </a:extLst>
          </p:cNvPr>
          <p:cNvCxnSpPr>
            <a:cxnSpLocks/>
          </p:cNvCxnSpPr>
          <p:nvPr/>
        </p:nvCxnSpPr>
        <p:spPr>
          <a:xfrm>
            <a:off x="1277620" y="35153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0FD8DB66-695C-4671-A103-7C0CFEFE3054}"/>
              </a:ext>
            </a:extLst>
          </p:cNvPr>
          <p:cNvCxnSpPr>
            <a:cxnSpLocks/>
          </p:cNvCxnSpPr>
          <p:nvPr/>
        </p:nvCxnSpPr>
        <p:spPr>
          <a:xfrm flipV="1">
            <a:off x="1495743" y="34950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452">
            <a:extLst>
              <a:ext uri="{FF2B5EF4-FFF2-40B4-BE49-F238E27FC236}">
                <a16:creationId xmlns:a16="http://schemas.microsoft.com/office/drawing/2014/main" id="{4AEC0111-5A75-47F5-9945-328882DB6548}"/>
              </a:ext>
            </a:extLst>
          </p:cNvPr>
          <p:cNvCxnSpPr>
            <a:cxnSpLocks/>
          </p:cNvCxnSpPr>
          <p:nvPr/>
        </p:nvCxnSpPr>
        <p:spPr>
          <a:xfrm>
            <a:off x="1722120" y="34836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D121CF97-738A-43A0-8FE0-761F0D9C9E5A}"/>
              </a:ext>
            </a:extLst>
          </p:cNvPr>
          <p:cNvCxnSpPr>
            <a:cxnSpLocks/>
          </p:cNvCxnSpPr>
          <p:nvPr/>
        </p:nvCxnSpPr>
        <p:spPr>
          <a:xfrm flipV="1">
            <a:off x="1711643" y="3511550"/>
            <a:ext cx="504507" cy="207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9D51E00C-3D94-4505-9FCC-3D30FB4F9715}"/>
              </a:ext>
            </a:extLst>
          </p:cNvPr>
          <p:cNvCxnSpPr>
            <a:cxnSpLocks/>
          </p:cNvCxnSpPr>
          <p:nvPr/>
        </p:nvCxnSpPr>
        <p:spPr>
          <a:xfrm>
            <a:off x="2197100" y="3511550"/>
            <a:ext cx="28575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452">
            <a:extLst>
              <a:ext uri="{FF2B5EF4-FFF2-40B4-BE49-F238E27FC236}">
                <a16:creationId xmlns:a16="http://schemas.microsoft.com/office/drawing/2014/main" id="{B3E9ACB5-1B82-4853-A353-97AC3C14B38C}"/>
              </a:ext>
            </a:extLst>
          </p:cNvPr>
          <p:cNvCxnSpPr>
            <a:cxnSpLocks/>
          </p:cNvCxnSpPr>
          <p:nvPr/>
        </p:nvCxnSpPr>
        <p:spPr>
          <a:xfrm flipV="1">
            <a:off x="2451100" y="3238500"/>
            <a:ext cx="0" cy="400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3308C2C6-6F87-4E18-BB4D-637074D917AC}"/>
              </a:ext>
            </a:extLst>
          </p:cNvPr>
          <p:cNvCxnSpPr>
            <a:cxnSpLocks/>
          </p:cNvCxnSpPr>
          <p:nvPr/>
        </p:nvCxnSpPr>
        <p:spPr>
          <a:xfrm>
            <a:off x="2406650" y="3225800"/>
            <a:ext cx="247650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5CCDF559-C5D9-4280-8E59-D1190439742F}"/>
              </a:ext>
            </a:extLst>
          </p:cNvPr>
          <p:cNvCxnSpPr>
            <a:cxnSpLocks/>
          </p:cNvCxnSpPr>
          <p:nvPr/>
        </p:nvCxnSpPr>
        <p:spPr>
          <a:xfrm flipV="1">
            <a:off x="2672080" y="313182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384A0FAF-6819-4C43-A741-B57F8C3ACAAE}"/>
              </a:ext>
            </a:extLst>
          </p:cNvPr>
          <p:cNvCxnSpPr>
            <a:cxnSpLocks/>
          </p:cNvCxnSpPr>
          <p:nvPr/>
        </p:nvCxnSpPr>
        <p:spPr>
          <a:xfrm>
            <a:off x="2471420" y="306451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B822D18D-F91B-4BAB-9088-37F188B99F34}"/>
              </a:ext>
            </a:extLst>
          </p:cNvPr>
          <p:cNvCxnSpPr>
            <a:cxnSpLocks/>
          </p:cNvCxnSpPr>
          <p:nvPr/>
        </p:nvCxnSpPr>
        <p:spPr>
          <a:xfrm flipV="1">
            <a:off x="2907030" y="30518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FEE4962F-B5DC-47F4-B30C-76489F1AC211}"/>
              </a:ext>
            </a:extLst>
          </p:cNvPr>
          <p:cNvCxnSpPr>
            <a:cxnSpLocks/>
          </p:cNvCxnSpPr>
          <p:nvPr/>
        </p:nvCxnSpPr>
        <p:spPr>
          <a:xfrm flipV="1">
            <a:off x="2899093" y="31203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452">
            <a:extLst>
              <a:ext uri="{FF2B5EF4-FFF2-40B4-BE49-F238E27FC236}">
                <a16:creationId xmlns:a16="http://schemas.microsoft.com/office/drawing/2014/main" id="{0B62C3AB-CDE6-4B99-B026-EE95E23F5350}"/>
              </a:ext>
            </a:extLst>
          </p:cNvPr>
          <p:cNvCxnSpPr>
            <a:cxnSpLocks/>
          </p:cNvCxnSpPr>
          <p:nvPr/>
        </p:nvCxnSpPr>
        <p:spPr>
          <a:xfrm flipH="1" flipV="1">
            <a:off x="1720850" y="9188451"/>
            <a:ext cx="228600" cy="107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452">
            <a:extLst>
              <a:ext uri="{FF2B5EF4-FFF2-40B4-BE49-F238E27FC236}">
                <a16:creationId xmlns:a16="http://schemas.microsoft.com/office/drawing/2014/main" id="{90092A4B-334C-4019-ABD9-4ECFC6947148}"/>
              </a:ext>
            </a:extLst>
          </p:cNvPr>
          <p:cNvCxnSpPr>
            <a:cxnSpLocks/>
          </p:cNvCxnSpPr>
          <p:nvPr/>
        </p:nvCxnSpPr>
        <p:spPr>
          <a:xfrm flipV="1">
            <a:off x="1738314" y="8693150"/>
            <a:ext cx="0" cy="5397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452">
            <a:extLst>
              <a:ext uri="{FF2B5EF4-FFF2-40B4-BE49-F238E27FC236}">
                <a16:creationId xmlns:a16="http://schemas.microsoft.com/office/drawing/2014/main" id="{B76500AB-9A8A-4825-98DD-5E985D3F8545}"/>
              </a:ext>
            </a:extLst>
          </p:cNvPr>
          <p:cNvCxnSpPr>
            <a:cxnSpLocks/>
          </p:cNvCxnSpPr>
          <p:nvPr/>
        </p:nvCxnSpPr>
        <p:spPr>
          <a:xfrm flipV="1">
            <a:off x="1987550" y="9392920"/>
            <a:ext cx="213360" cy="106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2" cy="3394075"/>
            <a:chOff x="5009843" y="7275513"/>
            <a:chExt cx="2613332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4799" y="8407400"/>
              <a:ext cx="968376" cy="38576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699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68F1B989-D603-4142-BA16-14747A12A7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5349" y="811530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2D35025-E932-49D4-8D1E-7CE79D13A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0299" y="8026400"/>
              <a:ext cx="444500" cy="1968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D06506D9-3443-4322-8D26-9434534AB51D}"/>
                </a:ext>
              </a:extLst>
            </p:cNvPr>
            <p:cNvCxnSpPr>
              <a:cxnSpLocks/>
            </p:cNvCxnSpPr>
            <p:nvPr/>
          </p:nvCxnSpPr>
          <p:spPr>
            <a:xfrm>
              <a:off x="6657661" y="8024813"/>
              <a:ext cx="0" cy="382587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F77E685C-4D38-4F0B-9EDE-A9C4412C425F}"/>
              </a:ext>
            </a:extLst>
          </p:cNvPr>
          <p:cNvCxnSpPr>
            <a:cxnSpLocks/>
          </p:cNvCxnSpPr>
          <p:nvPr/>
        </p:nvCxnSpPr>
        <p:spPr>
          <a:xfrm>
            <a:off x="6419851" y="7929563"/>
            <a:ext cx="0" cy="73183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452">
            <a:extLst>
              <a:ext uri="{FF2B5EF4-FFF2-40B4-BE49-F238E27FC236}">
                <a16:creationId xmlns:a16="http://schemas.microsoft.com/office/drawing/2014/main" id="{30A17DAA-3C87-4B74-B50F-281C073E3FF8}"/>
              </a:ext>
            </a:extLst>
          </p:cNvPr>
          <p:cNvCxnSpPr>
            <a:cxnSpLocks/>
          </p:cNvCxnSpPr>
          <p:nvPr/>
        </p:nvCxnSpPr>
        <p:spPr>
          <a:xfrm flipH="1">
            <a:off x="6443663" y="7634288"/>
            <a:ext cx="700088" cy="304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E0ABF6CC-AB7B-4AE6-A935-827C9B7542BB}"/>
              </a:ext>
            </a:extLst>
          </p:cNvPr>
          <p:cNvCxnSpPr>
            <a:cxnSpLocks/>
          </p:cNvCxnSpPr>
          <p:nvPr/>
        </p:nvCxnSpPr>
        <p:spPr>
          <a:xfrm flipH="1" flipV="1">
            <a:off x="7143752" y="7639052"/>
            <a:ext cx="695323" cy="27146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3B30D2E0-667F-4E96-AF0B-3F6FCC7CB2B9}"/>
              </a:ext>
            </a:extLst>
          </p:cNvPr>
          <p:cNvCxnSpPr>
            <a:cxnSpLocks/>
          </p:cNvCxnSpPr>
          <p:nvPr/>
        </p:nvCxnSpPr>
        <p:spPr>
          <a:xfrm flipH="1">
            <a:off x="7848603" y="7720013"/>
            <a:ext cx="495297" cy="20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DFD4F2EF-1EDF-44C7-A16E-D4BAA1FACC20}"/>
              </a:ext>
            </a:extLst>
          </p:cNvPr>
          <p:cNvCxnSpPr>
            <a:cxnSpLocks/>
          </p:cNvCxnSpPr>
          <p:nvPr/>
        </p:nvCxnSpPr>
        <p:spPr>
          <a:xfrm>
            <a:off x="8334376" y="7186613"/>
            <a:ext cx="1" cy="5334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47F76BB3-F143-436F-89C1-7422A74D0211}"/>
              </a:ext>
            </a:extLst>
          </p:cNvPr>
          <p:cNvCxnSpPr>
            <a:cxnSpLocks/>
          </p:cNvCxnSpPr>
          <p:nvPr/>
        </p:nvCxnSpPr>
        <p:spPr>
          <a:xfrm flipH="1">
            <a:off x="8329617" y="7077075"/>
            <a:ext cx="252409" cy="11906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2011E6C1-D40C-419C-AE9A-AE75BA11A3AA}"/>
              </a:ext>
            </a:extLst>
          </p:cNvPr>
          <p:cNvCxnSpPr>
            <a:cxnSpLocks/>
          </p:cNvCxnSpPr>
          <p:nvPr/>
        </p:nvCxnSpPr>
        <p:spPr>
          <a:xfrm flipH="1">
            <a:off x="9029700" y="6267450"/>
            <a:ext cx="1638301" cy="628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452">
            <a:extLst>
              <a:ext uri="{FF2B5EF4-FFF2-40B4-BE49-F238E27FC236}">
                <a16:creationId xmlns:a16="http://schemas.microsoft.com/office/drawing/2014/main" id="{5CC3436E-C78D-49D7-BC2B-A817487B9832}"/>
              </a:ext>
            </a:extLst>
          </p:cNvPr>
          <p:cNvCxnSpPr>
            <a:cxnSpLocks/>
          </p:cNvCxnSpPr>
          <p:nvPr/>
        </p:nvCxnSpPr>
        <p:spPr>
          <a:xfrm>
            <a:off x="10691818" y="5343525"/>
            <a:ext cx="0" cy="93345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452">
            <a:extLst>
              <a:ext uri="{FF2B5EF4-FFF2-40B4-BE49-F238E27FC236}">
                <a16:creationId xmlns:a16="http://schemas.microsoft.com/office/drawing/2014/main" id="{E2CB1247-69FA-4704-ADF4-5C756D633AAD}"/>
              </a:ext>
            </a:extLst>
          </p:cNvPr>
          <p:cNvCxnSpPr>
            <a:cxnSpLocks/>
          </p:cNvCxnSpPr>
          <p:nvPr/>
        </p:nvCxnSpPr>
        <p:spPr>
          <a:xfrm>
            <a:off x="9971093" y="6500813"/>
            <a:ext cx="0" cy="438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452">
            <a:extLst>
              <a:ext uri="{FF2B5EF4-FFF2-40B4-BE49-F238E27FC236}">
                <a16:creationId xmlns:a16="http://schemas.microsoft.com/office/drawing/2014/main" id="{3F5B2E2B-225D-4696-872C-A578E71C09C6}"/>
              </a:ext>
            </a:extLst>
          </p:cNvPr>
          <p:cNvCxnSpPr>
            <a:cxnSpLocks/>
          </p:cNvCxnSpPr>
          <p:nvPr/>
        </p:nvCxnSpPr>
        <p:spPr>
          <a:xfrm>
            <a:off x="10445750" y="7632700"/>
            <a:ext cx="958850" cy="368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452">
            <a:extLst>
              <a:ext uri="{FF2B5EF4-FFF2-40B4-BE49-F238E27FC236}">
                <a16:creationId xmlns:a16="http://schemas.microsoft.com/office/drawing/2014/main" id="{F030901D-3083-49CE-9B5E-598608866134}"/>
              </a:ext>
            </a:extLst>
          </p:cNvPr>
          <p:cNvCxnSpPr>
            <a:cxnSpLocks/>
          </p:cNvCxnSpPr>
          <p:nvPr/>
        </p:nvCxnSpPr>
        <p:spPr>
          <a:xfrm flipV="1">
            <a:off x="10439401" y="7996237"/>
            <a:ext cx="947737" cy="37147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452">
            <a:extLst>
              <a:ext uri="{FF2B5EF4-FFF2-40B4-BE49-F238E27FC236}">
                <a16:creationId xmlns:a16="http://schemas.microsoft.com/office/drawing/2014/main" id="{74191ED8-FE03-4E18-86E9-1DFB3BB0F5D1}"/>
              </a:ext>
            </a:extLst>
          </p:cNvPr>
          <p:cNvCxnSpPr>
            <a:cxnSpLocks/>
          </p:cNvCxnSpPr>
          <p:nvPr/>
        </p:nvCxnSpPr>
        <p:spPr>
          <a:xfrm>
            <a:off x="10439406" y="8377238"/>
            <a:ext cx="0" cy="360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21C451B4-FCF5-465A-9CEB-821E173292A4}"/>
              </a:ext>
            </a:extLst>
          </p:cNvPr>
          <p:cNvCxnSpPr>
            <a:cxnSpLocks/>
          </p:cNvCxnSpPr>
          <p:nvPr/>
        </p:nvCxnSpPr>
        <p:spPr>
          <a:xfrm flipV="1">
            <a:off x="10175876" y="87264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95B54286-2E00-4B3F-9355-0D4CD041E214}"/>
              </a:ext>
            </a:extLst>
          </p:cNvPr>
          <p:cNvCxnSpPr>
            <a:cxnSpLocks/>
          </p:cNvCxnSpPr>
          <p:nvPr/>
        </p:nvCxnSpPr>
        <p:spPr>
          <a:xfrm>
            <a:off x="11372850" y="6343649"/>
            <a:ext cx="24765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66273B6B-863A-47F7-803C-CEEBB08276D8}"/>
              </a:ext>
            </a:extLst>
          </p:cNvPr>
          <p:cNvCxnSpPr>
            <a:cxnSpLocks/>
          </p:cNvCxnSpPr>
          <p:nvPr/>
        </p:nvCxnSpPr>
        <p:spPr>
          <a:xfrm flipH="1">
            <a:off x="11620501" y="6338888"/>
            <a:ext cx="219076" cy="14287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C0AC8F37-E018-4125-82A2-EAFC6D114953}"/>
              </a:ext>
            </a:extLst>
          </p:cNvPr>
          <p:cNvCxnSpPr>
            <a:cxnSpLocks/>
          </p:cNvCxnSpPr>
          <p:nvPr/>
        </p:nvCxnSpPr>
        <p:spPr>
          <a:xfrm>
            <a:off x="11853864" y="6038850"/>
            <a:ext cx="0" cy="30003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52">
            <a:extLst>
              <a:ext uri="{FF2B5EF4-FFF2-40B4-BE49-F238E27FC236}">
                <a16:creationId xmlns:a16="http://schemas.microsoft.com/office/drawing/2014/main" id="{5F1A24D7-7E29-4FE1-956A-8CF34430A28B}"/>
              </a:ext>
            </a:extLst>
          </p:cNvPr>
          <p:cNvCxnSpPr>
            <a:cxnSpLocks/>
          </p:cNvCxnSpPr>
          <p:nvPr/>
        </p:nvCxnSpPr>
        <p:spPr>
          <a:xfrm>
            <a:off x="9982200" y="6927850"/>
            <a:ext cx="48260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B10152C8-7DCA-4EE4-A70F-2F44797459ED}"/>
              </a:ext>
            </a:extLst>
          </p:cNvPr>
          <p:cNvCxnSpPr>
            <a:cxnSpLocks/>
          </p:cNvCxnSpPr>
          <p:nvPr/>
        </p:nvCxnSpPr>
        <p:spPr>
          <a:xfrm>
            <a:off x="11628126" y="7931150"/>
            <a:ext cx="0" cy="546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1F6CA9C0-EC6D-455A-B711-CCDDB0753DA0}"/>
              </a:ext>
            </a:extLst>
          </p:cNvPr>
          <p:cNvCxnSpPr>
            <a:cxnSpLocks/>
          </p:cNvCxnSpPr>
          <p:nvPr/>
        </p:nvCxnSpPr>
        <p:spPr>
          <a:xfrm>
            <a:off x="11410950" y="7651750"/>
            <a:ext cx="471170" cy="1816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452">
            <a:extLst>
              <a:ext uri="{FF2B5EF4-FFF2-40B4-BE49-F238E27FC236}">
                <a16:creationId xmlns:a16="http://schemas.microsoft.com/office/drawing/2014/main" id="{8D3080E2-A056-4926-B0A4-94BBE7D9090B}"/>
              </a:ext>
            </a:extLst>
          </p:cNvPr>
          <p:cNvCxnSpPr>
            <a:cxnSpLocks/>
          </p:cNvCxnSpPr>
          <p:nvPr/>
        </p:nvCxnSpPr>
        <p:spPr>
          <a:xfrm>
            <a:off x="11404606" y="8731250"/>
            <a:ext cx="0" cy="374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9D70330F-A648-4185-8099-35CAD79A3863}"/>
              </a:ext>
            </a:extLst>
          </p:cNvPr>
          <p:cNvCxnSpPr>
            <a:cxnSpLocks/>
          </p:cNvCxnSpPr>
          <p:nvPr/>
        </p:nvCxnSpPr>
        <p:spPr>
          <a:xfrm flipV="1">
            <a:off x="10671176" y="947420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452">
            <a:extLst>
              <a:ext uri="{FF2B5EF4-FFF2-40B4-BE49-F238E27FC236}">
                <a16:creationId xmlns:a16="http://schemas.microsoft.com/office/drawing/2014/main" id="{001E08D9-82DF-44F4-A4F7-DBC111FF8154}"/>
              </a:ext>
            </a:extLst>
          </p:cNvPr>
          <p:cNvCxnSpPr>
            <a:cxnSpLocks/>
          </p:cNvCxnSpPr>
          <p:nvPr/>
        </p:nvCxnSpPr>
        <p:spPr>
          <a:xfrm flipV="1">
            <a:off x="10708640" y="9570720"/>
            <a:ext cx="0" cy="360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452">
            <a:extLst>
              <a:ext uri="{FF2B5EF4-FFF2-40B4-BE49-F238E27FC236}">
                <a16:creationId xmlns:a16="http://schemas.microsoft.com/office/drawing/2014/main" id="{204C235C-9F67-4E9F-B567-0F86F440EB6B}"/>
              </a:ext>
            </a:extLst>
          </p:cNvPr>
          <p:cNvCxnSpPr>
            <a:cxnSpLocks/>
          </p:cNvCxnSpPr>
          <p:nvPr/>
        </p:nvCxnSpPr>
        <p:spPr>
          <a:xfrm flipV="1">
            <a:off x="9512300" y="8559800"/>
            <a:ext cx="463550" cy="184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452">
            <a:extLst>
              <a:ext uri="{FF2B5EF4-FFF2-40B4-BE49-F238E27FC236}">
                <a16:creationId xmlns:a16="http://schemas.microsoft.com/office/drawing/2014/main" id="{0CCE8F25-A633-4753-93B3-8DB7B4B70BB5}"/>
              </a:ext>
            </a:extLst>
          </p:cNvPr>
          <p:cNvCxnSpPr>
            <a:cxnSpLocks/>
          </p:cNvCxnSpPr>
          <p:nvPr/>
        </p:nvCxnSpPr>
        <p:spPr>
          <a:xfrm flipH="1">
            <a:off x="10198106" y="8813800"/>
            <a:ext cx="476244" cy="20288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E44E5B1A-4F10-44C6-B228-E2FA97DF91E8}"/>
              </a:ext>
            </a:extLst>
          </p:cNvPr>
          <p:cNvCxnSpPr>
            <a:cxnSpLocks/>
          </p:cNvCxnSpPr>
          <p:nvPr/>
        </p:nvCxnSpPr>
        <p:spPr>
          <a:xfrm flipV="1">
            <a:off x="10242550" y="5148900"/>
            <a:ext cx="425452" cy="1660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AC36FAA7-1066-4F81-8269-1F4C5CAA3B3D}"/>
              </a:ext>
            </a:extLst>
          </p:cNvPr>
          <p:cNvCxnSpPr>
            <a:cxnSpLocks/>
          </p:cNvCxnSpPr>
          <p:nvPr/>
        </p:nvCxnSpPr>
        <p:spPr>
          <a:xfrm>
            <a:off x="10699750" y="4984750"/>
            <a:ext cx="2222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C380027A-881C-4191-8328-D512F4634DD0}"/>
              </a:ext>
            </a:extLst>
          </p:cNvPr>
          <p:cNvCxnSpPr>
            <a:cxnSpLocks/>
          </p:cNvCxnSpPr>
          <p:nvPr/>
        </p:nvCxnSpPr>
        <p:spPr>
          <a:xfrm flipH="1">
            <a:off x="10213342" y="4610100"/>
            <a:ext cx="454658" cy="18827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452">
            <a:extLst>
              <a:ext uri="{FF2B5EF4-FFF2-40B4-BE49-F238E27FC236}">
                <a16:creationId xmlns:a16="http://schemas.microsoft.com/office/drawing/2014/main" id="{CCEB1AF3-2F54-4F3E-BFF5-75C1922EE5EE}"/>
              </a:ext>
            </a:extLst>
          </p:cNvPr>
          <p:cNvCxnSpPr>
            <a:cxnSpLocks/>
          </p:cNvCxnSpPr>
          <p:nvPr/>
        </p:nvCxnSpPr>
        <p:spPr>
          <a:xfrm>
            <a:off x="8322184" y="5333429"/>
            <a:ext cx="0" cy="3663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B9BB5225-3738-4813-983E-23B8C7E3DB67}"/>
              </a:ext>
            </a:extLst>
          </p:cNvPr>
          <p:cNvCxnSpPr>
            <a:cxnSpLocks/>
          </p:cNvCxnSpPr>
          <p:nvPr/>
        </p:nvCxnSpPr>
        <p:spPr>
          <a:xfrm flipH="1">
            <a:off x="8091873" y="5687187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E49EC386-614B-44E1-B2FA-BE8E63FBE7EB}"/>
              </a:ext>
            </a:extLst>
          </p:cNvPr>
          <p:cNvCxnSpPr>
            <a:cxnSpLocks/>
          </p:cNvCxnSpPr>
          <p:nvPr/>
        </p:nvCxnSpPr>
        <p:spPr>
          <a:xfrm>
            <a:off x="8075678" y="5806440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A57BF7FF-F8A8-4F2D-8499-84D0DD483C10}"/>
              </a:ext>
            </a:extLst>
          </p:cNvPr>
          <p:cNvCxnSpPr>
            <a:cxnSpLocks/>
          </p:cNvCxnSpPr>
          <p:nvPr/>
        </p:nvCxnSpPr>
        <p:spPr>
          <a:xfrm flipH="1">
            <a:off x="7817552" y="597979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452">
            <a:extLst>
              <a:ext uri="{FF2B5EF4-FFF2-40B4-BE49-F238E27FC236}">
                <a16:creationId xmlns:a16="http://schemas.microsoft.com/office/drawing/2014/main" id="{ECD6310F-BB0D-479D-8F7A-FF394373ADB1}"/>
              </a:ext>
            </a:extLst>
          </p:cNvPr>
          <p:cNvCxnSpPr>
            <a:cxnSpLocks/>
          </p:cNvCxnSpPr>
          <p:nvPr/>
        </p:nvCxnSpPr>
        <p:spPr>
          <a:xfrm>
            <a:off x="7850126" y="5705856"/>
            <a:ext cx="0" cy="3594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452">
            <a:extLst>
              <a:ext uri="{FF2B5EF4-FFF2-40B4-BE49-F238E27FC236}">
                <a16:creationId xmlns:a16="http://schemas.microsoft.com/office/drawing/2014/main" id="{640FC1CE-138E-4AE0-801B-0F43A5580C63}"/>
              </a:ext>
            </a:extLst>
          </p:cNvPr>
          <p:cNvCxnSpPr>
            <a:cxnSpLocks/>
          </p:cNvCxnSpPr>
          <p:nvPr/>
        </p:nvCxnSpPr>
        <p:spPr>
          <a:xfrm flipH="1">
            <a:off x="7848032" y="561403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3F3EFC2F-00DF-4883-B908-64BCD80B0707}"/>
              </a:ext>
            </a:extLst>
          </p:cNvPr>
          <p:cNvCxnSpPr>
            <a:cxnSpLocks/>
          </p:cNvCxnSpPr>
          <p:nvPr/>
        </p:nvCxnSpPr>
        <p:spPr>
          <a:xfrm>
            <a:off x="8093967" y="54162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2245411C-DC89-4B0A-9A94-C0D4CE28A5D6}"/>
              </a:ext>
            </a:extLst>
          </p:cNvPr>
          <p:cNvCxnSpPr>
            <a:cxnSpLocks/>
          </p:cNvCxnSpPr>
          <p:nvPr/>
        </p:nvCxnSpPr>
        <p:spPr>
          <a:xfrm flipH="1" flipV="1">
            <a:off x="7851648" y="533400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452">
            <a:extLst>
              <a:ext uri="{FF2B5EF4-FFF2-40B4-BE49-F238E27FC236}">
                <a16:creationId xmlns:a16="http://schemas.microsoft.com/office/drawing/2014/main" id="{BE712DC3-C3A6-4335-AFFC-0993CFA887C6}"/>
              </a:ext>
            </a:extLst>
          </p:cNvPr>
          <p:cNvCxnSpPr>
            <a:cxnSpLocks/>
          </p:cNvCxnSpPr>
          <p:nvPr/>
        </p:nvCxnSpPr>
        <p:spPr>
          <a:xfrm>
            <a:off x="7856222" y="5337048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C0FD3FB3-A6DB-4F78-9B20-1E5EC6CA3237}"/>
              </a:ext>
            </a:extLst>
          </p:cNvPr>
          <p:cNvCxnSpPr>
            <a:cxnSpLocks/>
          </p:cNvCxnSpPr>
          <p:nvPr/>
        </p:nvCxnSpPr>
        <p:spPr>
          <a:xfrm flipH="1" flipV="1">
            <a:off x="7607808" y="542544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08E30AD6-E4DF-4F32-939B-4A2ED5B5CCE1}"/>
              </a:ext>
            </a:extLst>
          </p:cNvPr>
          <p:cNvCxnSpPr>
            <a:cxnSpLocks/>
          </p:cNvCxnSpPr>
          <p:nvPr/>
        </p:nvCxnSpPr>
        <p:spPr>
          <a:xfrm>
            <a:off x="7624574" y="5410200"/>
            <a:ext cx="0" cy="350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E6B96573-D8EC-4B6D-9CD3-6AD8E3746FE3}"/>
              </a:ext>
            </a:extLst>
          </p:cNvPr>
          <p:cNvCxnSpPr>
            <a:cxnSpLocks/>
          </p:cNvCxnSpPr>
          <p:nvPr/>
        </p:nvCxnSpPr>
        <p:spPr>
          <a:xfrm flipH="1">
            <a:off x="7360352" y="578472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452">
            <a:extLst>
              <a:ext uri="{FF2B5EF4-FFF2-40B4-BE49-F238E27FC236}">
                <a16:creationId xmlns:a16="http://schemas.microsoft.com/office/drawing/2014/main" id="{82161771-24BF-411D-9B94-4B7EFD9124CB}"/>
              </a:ext>
            </a:extLst>
          </p:cNvPr>
          <p:cNvCxnSpPr>
            <a:cxnSpLocks/>
          </p:cNvCxnSpPr>
          <p:nvPr/>
        </p:nvCxnSpPr>
        <p:spPr>
          <a:xfrm>
            <a:off x="7386830" y="5550408"/>
            <a:ext cx="0" cy="350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452">
            <a:extLst>
              <a:ext uri="{FF2B5EF4-FFF2-40B4-BE49-F238E27FC236}">
                <a16:creationId xmlns:a16="http://schemas.microsoft.com/office/drawing/2014/main" id="{225118C7-18FE-402D-A79A-68857B404A0E}"/>
              </a:ext>
            </a:extLst>
          </p:cNvPr>
          <p:cNvCxnSpPr>
            <a:cxnSpLocks/>
          </p:cNvCxnSpPr>
          <p:nvPr/>
        </p:nvCxnSpPr>
        <p:spPr>
          <a:xfrm flipH="1">
            <a:off x="7122608" y="552259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452">
            <a:extLst>
              <a:ext uri="{FF2B5EF4-FFF2-40B4-BE49-F238E27FC236}">
                <a16:creationId xmlns:a16="http://schemas.microsoft.com/office/drawing/2014/main" id="{DDDB2B3F-E917-443C-9203-34F240757066}"/>
              </a:ext>
            </a:extLst>
          </p:cNvPr>
          <p:cNvCxnSpPr>
            <a:cxnSpLocks/>
          </p:cNvCxnSpPr>
          <p:nvPr/>
        </p:nvCxnSpPr>
        <p:spPr>
          <a:xfrm>
            <a:off x="7142990" y="596392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452">
            <a:extLst>
              <a:ext uri="{FF2B5EF4-FFF2-40B4-BE49-F238E27FC236}">
                <a16:creationId xmlns:a16="http://schemas.microsoft.com/office/drawing/2014/main" id="{ABC1FFE5-1AEE-425B-BCD2-3237F79100E6}"/>
              </a:ext>
            </a:extLst>
          </p:cNvPr>
          <p:cNvCxnSpPr>
            <a:cxnSpLocks/>
          </p:cNvCxnSpPr>
          <p:nvPr/>
        </p:nvCxnSpPr>
        <p:spPr>
          <a:xfrm flipH="1" flipV="1">
            <a:off x="6634480" y="6172200"/>
            <a:ext cx="771018" cy="2830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452">
            <a:extLst>
              <a:ext uri="{FF2B5EF4-FFF2-40B4-BE49-F238E27FC236}">
                <a16:creationId xmlns:a16="http://schemas.microsoft.com/office/drawing/2014/main" id="{889B09F1-F3BA-4FE4-BC92-033F50578798}"/>
              </a:ext>
            </a:extLst>
          </p:cNvPr>
          <p:cNvCxnSpPr>
            <a:cxnSpLocks/>
          </p:cNvCxnSpPr>
          <p:nvPr/>
        </p:nvCxnSpPr>
        <p:spPr>
          <a:xfrm flipH="1">
            <a:off x="7384736" y="633336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452">
            <a:extLst>
              <a:ext uri="{FF2B5EF4-FFF2-40B4-BE49-F238E27FC236}">
                <a16:creationId xmlns:a16="http://schemas.microsoft.com/office/drawing/2014/main" id="{454BC7F5-5E08-422F-88E0-8CFD93C08A47}"/>
              </a:ext>
            </a:extLst>
          </p:cNvPr>
          <p:cNvCxnSpPr>
            <a:cxnSpLocks/>
          </p:cNvCxnSpPr>
          <p:nvPr/>
        </p:nvCxnSpPr>
        <p:spPr>
          <a:xfrm>
            <a:off x="7620510" y="61300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452">
            <a:extLst>
              <a:ext uri="{FF2B5EF4-FFF2-40B4-BE49-F238E27FC236}">
                <a16:creationId xmlns:a16="http://schemas.microsoft.com/office/drawing/2014/main" id="{7986A33B-0D11-463A-9FE5-34FFFA7A74DF}"/>
              </a:ext>
            </a:extLst>
          </p:cNvPr>
          <p:cNvCxnSpPr>
            <a:cxnSpLocks/>
          </p:cNvCxnSpPr>
          <p:nvPr/>
        </p:nvCxnSpPr>
        <p:spPr>
          <a:xfrm flipH="1" flipV="1">
            <a:off x="7644384" y="6163056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452">
            <a:extLst>
              <a:ext uri="{FF2B5EF4-FFF2-40B4-BE49-F238E27FC236}">
                <a16:creationId xmlns:a16="http://schemas.microsoft.com/office/drawing/2014/main" id="{06B51DF2-C81D-4CCC-8F1A-A58C9BBE6C92}"/>
              </a:ext>
            </a:extLst>
          </p:cNvPr>
          <p:cNvCxnSpPr>
            <a:cxnSpLocks/>
          </p:cNvCxnSpPr>
          <p:nvPr/>
        </p:nvCxnSpPr>
        <p:spPr>
          <a:xfrm>
            <a:off x="7875018" y="6247892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452">
            <a:extLst>
              <a:ext uri="{FF2B5EF4-FFF2-40B4-BE49-F238E27FC236}">
                <a16:creationId xmlns:a16="http://schemas.microsoft.com/office/drawing/2014/main" id="{98339A5D-765F-4BB0-B385-C22EB9D4564B}"/>
              </a:ext>
            </a:extLst>
          </p:cNvPr>
          <p:cNvCxnSpPr>
            <a:cxnSpLocks/>
          </p:cNvCxnSpPr>
          <p:nvPr/>
        </p:nvCxnSpPr>
        <p:spPr>
          <a:xfrm flipH="1">
            <a:off x="7358888" y="6508750"/>
            <a:ext cx="261112" cy="135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452">
            <a:extLst>
              <a:ext uri="{FF2B5EF4-FFF2-40B4-BE49-F238E27FC236}">
                <a16:creationId xmlns:a16="http://schemas.microsoft.com/office/drawing/2014/main" id="{398608D2-DA21-48AB-BDA6-9A566AE65D4E}"/>
              </a:ext>
            </a:extLst>
          </p:cNvPr>
          <p:cNvCxnSpPr>
            <a:cxnSpLocks/>
          </p:cNvCxnSpPr>
          <p:nvPr/>
        </p:nvCxnSpPr>
        <p:spPr>
          <a:xfrm>
            <a:off x="7381750" y="66329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452">
            <a:extLst>
              <a:ext uri="{FF2B5EF4-FFF2-40B4-BE49-F238E27FC236}">
                <a16:creationId xmlns:a16="http://schemas.microsoft.com/office/drawing/2014/main" id="{0258FCDD-74FD-41E7-9F7C-3D09938949E4}"/>
              </a:ext>
            </a:extLst>
          </p:cNvPr>
          <p:cNvCxnSpPr>
            <a:cxnSpLocks/>
          </p:cNvCxnSpPr>
          <p:nvPr/>
        </p:nvCxnSpPr>
        <p:spPr>
          <a:xfrm flipH="1">
            <a:off x="6924040" y="67880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452">
            <a:extLst>
              <a:ext uri="{FF2B5EF4-FFF2-40B4-BE49-F238E27FC236}">
                <a16:creationId xmlns:a16="http://schemas.microsoft.com/office/drawing/2014/main" id="{441D9169-2AF1-4ECC-A147-015020B48A3B}"/>
              </a:ext>
            </a:extLst>
          </p:cNvPr>
          <p:cNvCxnSpPr>
            <a:cxnSpLocks/>
          </p:cNvCxnSpPr>
          <p:nvPr/>
        </p:nvCxnSpPr>
        <p:spPr>
          <a:xfrm>
            <a:off x="6919470" y="6973316"/>
            <a:ext cx="0" cy="219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452">
            <a:extLst>
              <a:ext uri="{FF2B5EF4-FFF2-40B4-BE49-F238E27FC236}">
                <a16:creationId xmlns:a16="http://schemas.microsoft.com/office/drawing/2014/main" id="{F785DE99-D723-4384-9E9E-C193F0F1B168}"/>
              </a:ext>
            </a:extLst>
          </p:cNvPr>
          <p:cNvCxnSpPr>
            <a:cxnSpLocks/>
          </p:cNvCxnSpPr>
          <p:nvPr/>
        </p:nvCxnSpPr>
        <p:spPr>
          <a:xfrm flipH="1">
            <a:off x="6664960" y="7351903"/>
            <a:ext cx="256922" cy="120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452">
            <a:extLst>
              <a:ext uri="{FF2B5EF4-FFF2-40B4-BE49-F238E27FC236}">
                <a16:creationId xmlns:a16="http://schemas.microsoft.com/office/drawing/2014/main" id="{B6F3F199-9ADA-4C5D-AE60-1BC97B775524}"/>
              </a:ext>
            </a:extLst>
          </p:cNvPr>
          <p:cNvCxnSpPr>
            <a:cxnSpLocks/>
          </p:cNvCxnSpPr>
          <p:nvPr/>
        </p:nvCxnSpPr>
        <p:spPr>
          <a:xfrm flipH="1" flipV="1">
            <a:off x="6197600" y="7264400"/>
            <a:ext cx="234950" cy="952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452">
            <a:extLst>
              <a:ext uri="{FF2B5EF4-FFF2-40B4-BE49-F238E27FC236}">
                <a16:creationId xmlns:a16="http://schemas.microsoft.com/office/drawing/2014/main" id="{1B8AA577-F86A-486C-B49F-0CAC955D6149}"/>
              </a:ext>
            </a:extLst>
          </p:cNvPr>
          <p:cNvCxnSpPr>
            <a:cxnSpLocks/>
          </p:cNvCxnSpPr>
          <p:nvPr/>
        </p:nvCxnSpPr>
        <p:spPr>
          <a:xfrm flipH="1">
            <a:off x="6196016" y="716648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452">
            <a:extLst>
              <a:ext uri="{FF2B5EF4-FFF2-40B4-BE49-F238E27FC236}">
                <a16:creationId xmlns:a16="http://schemas.microsoft.com/office/drawing/2014/main" id="{32F3793B-A65B-4159-B584-9F632D694CA9}"/>
              </a:ext>
            </a:extLst>
          </p:cNvPr>
          <p:cNvCxnSpPr>
            <a:cxnSpLocks/>
          </p:cNvCxnSpPr>
          <p:nvPr/>
        </p:nvCxnSpPr>
        <p:spPr>
          <a:xfrm flipH="1" flipV="1">
            <a:off x="6424168" y="717702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452">
            <a:extLst>
              <a:ext uri="{FF2B5EF4-FFF2-40B4-BE49-F238E27FC236}">
                <a16:creationId xmlns:a16="http://schemas.microsoft.com/office/drawing/2014/main" id="{FC255645-AFFE-4D41-9F42-47048DD2F11B}"/>
              </a:ext>
            </a:extLst>
          </p:cNvPr>
          <p:cNvCxnSpPr>
            <a:cxnSpLocks/>
          </p:cNvCxnSpPr>
          <p:nvPr/>
        </p:nvCxnSpPr>
        <p:spPr>
          <a:xfrm>
            <a:off x="6685790" y="6922516"/>
            <a:ext cx="0" cy="367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452">
            <a:extLst>
              <a:ext uri="{FF2B5EF4-FFF2-40B4-BE49-F238E27FC236}">
                <a16:creationId xmlns:a16="http://schemas.microsoft.com/office/drawing/2014/main" id="{156CEBFF-3CF3-4B3E-86FA-B72FAD7089E3}"/>
              </a:ext>
            </a:extLst>
          </p:cNvPr>
          <p:cNvCxnSpPr>
            <a:cxnSpLocks/>
          </p:cNvCxnSpPr>
          <p:nvPr/>
        </p:nvCxnSpPr>
        <p:spPr>
          <a:xfrm flipH="1">
            <a:off x="6685280" y="67372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452">
            <a:extLst>
              <a:ext uri="{FF2B5EF4-FFF2-40B4-BE49-F238E27FC236}">
                <a16:creationId xmlns:a16="http://schemas.microsoft.com/office/drawing/2014/main" id="{77690CA1-1C52-427E-832C-C1491B6E5E95}"/>
              </a:ext>
            </a:extLst>
          </p:cNvPr>
          <p:cNvCxnSpPr>
            <a:cxnSpLocks/>
          </p:cNvCxnSpPr>
          <p:nvPr/>
        </p:nvCxnSpPr>
        <p:spPr>
          <a:xfrm>
            <a:off x="7148070" y="65262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452">
            <a:extLst>
              <a:ext uri="{FF2B5EF4-FFF2-40B4-BE49-F238E27FC236}">
                <a16:creationId xmlns:a16="http://schemas.microsoft.com/office/drawing/2014/main" id="{EDBDBEB7-58CE-41EA-9801-D87BD12F7BE3}"/>
              </a:ext>
            </a:extLst>
          </p:cNvPr>
          <p:cNvCxnSpPr>
            <a:cxnSpLocks/>
          </p:cNvCxnSpPr>
          <p:nvPr/>
        </p:nvCxnSpPr>
        <p:spPr>
          <a:xfrm flipH="1">
            <a:off x="6675120" y="65340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452">
            <a:extLst>
              <a:ext uri="{FF2B5EF4-FFF2-40B4-BE49-F238E27FC236}">
                <a16:creationId xmlns:a16="http://schemas.microsoft.com/office/drawing/2014/main" id="{F6FDC1B8-90A7-48CD-AC77-D8A92C5E072B}"/>
              </a:ext>
            </a:extLst>
          </p:cNvPr>
          <p:cNvCxnSpPr>
            <a:cxnSpLocks/>
          </p:cNvCxnSpPr>
          <p:nvPr/>
        </p:nvCxnSpPr>
        <p:spPr>
          <a:xfrm>
            <a:off x="6680710" y="654151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452">
            <a:extLst>
              <a:ext uri="{FF2B5EF4-FFF2-40B4-BE49-F238E27FC236}">
                <a16:creationId xmlns:a16="http://schemas.microsoft.com/office/drawing/2014/main" id="{B049A743-E528-4E15-88A7-871A7F266498}"/>
              </a:ext>
            </a:extLst>
          </p:cNvPr>
          <p:cNvCxnSpPr>
            <a:cxnSpLocks/>
          </p:cNvCxnSpPr>
          <p:nvPr/>
        </p:nvCxnSpPr>
        <p:spPr>
          <a:xfrm flipH="1">
            <a:off x="6431280" y="654418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452">
            <a:extLst>
              <a:ext uri="{FF2B5EF4-FFF2-40B4-BE49-F238E27FC236}">
                <a16:creationId xmlns:a16="http://schemas.microsoft.com/office/drawing/2014/main" id="{057955FA-E482-4768-8654-9BCEFF614234}"/>
              </a:ext>
            </a:extLst>
          </p:cNvPr>
          <p:cNvCxnSpPr>
            <a:cxnSpLocks/>
          </p:cNvCxnSpPr>
          <p:nvPr/>
        </p:nvCxnSpPr>
        <p:spPr>
          <a:xfrm>
            <a:off x="6457190" y="66227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452">
            <a:extLst>
              <a:ext uri="{FF2B5EF4-FFF2-40B4-BE49-F238E27FC236}">
                <a16:creationId xmlns:a16="http://schemas.microsoft.com/office/drawing/2014/main" id="{2B0E6C35-3A43-4DD0-AF67-38A8F0CC454F}"/>
              </a:ext>
            </a:extLst>
          </p:cNvPr>
          <p:cNvCxnSpPr>
            <a:cxnSpLocks/>
          </p:cNvCxnSpPr>
          <p:nvPr/>
        </p:nvCxnSpPr>
        <p:spPr>
          <a:xfrm flipH="1">
            <a:off x="6207760" y="68083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452">
            <a:extLst>
              <a:ext uri="{FF2B5EF4-FFF2-40B4-BE49-F238E27FC236}">
                <a16:creationId xmlns:a16="http://schemas.microsoft.com/office/drawing/2014/main" id="{58AC6E46-D3DE-41AB-AEF2-2577D832ADC6}"/>
              </a:ext>
            </a:extLst>
          </p:cNvPr>
          <p:cNvCxnSpPr>
            <a:cxnSpLocks/>
          </p:cNvCxnSpPr>
          <p:nvPr/>
        </p:nvCxnSpPr>
        <p:spPr>
          <a:xfrm>
            <a:off x="6213350" y="67243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452">
            <a:extLst>
              <a:ext uri="{FF2B5EF4-FFF2-40B4-BE49-F238E27FC236}">
                <a16:creationId xmlns:a16="http://schemas.microsoft.com/office/drawing/2014/main" id="{0581AC80-3003-4F46-918F-D6140D7D2571}"/>
              </a:ext>
            </a:extLst>
          </p:cNvPr>
          <p:cNvCxnSpPr>
            <a:cxnSpLocks/>
          </p:cNvCxnSpPr>
          <p:nvPr/>
        </p:nvCxnSpPr>
        <p:spPr>
          <a:xfrm flipH="1">
            <a:off x="5963920" y="67321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452">
            <a:extLst>
              <a:ext uri="{FF2B5EF4-FFF2-40B4-BE49-F238E27FC236}">
                <a16:creationId xmlns:a16="http://schemas.microsoft.com/office/drawing/2014/main" id="{B2737EDA-D2F3-4B9D-82A5-8E3A4A5D4224}"/>
              </a:ext>
            </a:extLst>
          </p:cNvPr>
          <p:cNvCxnSpPr>
            <a:cxnSpLocks/>
          </p:cNvCxnSpPr>
          <p:nvPr/>
        </p:nvCxnSpPr>
        <p:spPr>
          <a:xfrm>
            <a:off x="5979670" y="6441440"/>
            <a:ext cx="0" cy="3823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452">
            <a:extLst>
              <a:ext uri="{FF2B5EF4-FFF2-40B4-BE49-F238E27FC236}">
                <a16:creationId xmlns:a16="http://schemas.microsoft.com/office/drawing/2014/main" id="{C4B4A926-7B7B-430C-B597-856345131DC6}"/>
              </a:ext>
            </a:extLst>
          </p:cNvPr>
          <p:cNvCxnSpPr>
            <a:cxnSpLocks/>
          </p:cNvCxnSpPr>
          <p:nvPr/>
        </p:nvCxnSpPr>
        <p:spPr>
          <a:xfrm flipH="1" flipV="1">
            <a:off x="5697728" y="635406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452">
            <a:extLst>
              <a:ext uri="{FF2B5EF4-FFF2-40B4-BE49-F238E27FC236}">
                <a16:creationId xmlns:a16="http://schemas.microsoft.com/office/drawing/2014/main" id="{E0F7DC66-C00B-42F5-9B18-D2FA60B0B45A}"/>
              </a:ext>
            </a:extLst>
          </p:cNvPr>
          <p:cNvCxnSpPr>
            <a:cxnSpLocks/>
          </p:cNvCxnSpPr>
          <p:nvPr/>
        </p:nvCxnSpPr>
        <p:spPr>
          <a:xfrm>
            <a:off x="5731385" y="6355080"/>
            <a:ext cx="0" cy="3823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452">
            <a:extLst>
              <a:ext uri="{FF2B5EF4-FFF2-40B4-BE49-F238E27FC236}">
                <a16:creationId xmlns:a16="http://schemas.microsoft.com/office/drawing/2014/main" id="{68ADDDB3-71A7-4A63-9239-B32348F9191E}"/>
              </a:ext>
            </a:extLst>
          </p:cNvPr>
          <p:cNvCxnSpPr>
            <a:cxnSpLocks/>
          </p:cNvCxnSpPr>
          <p:nvPr/>
        </p:nvCxnSpPr>
        <p:spPr>
          <a:xfrm>
            <a:off x="5502150" y="6421120"/>
            <a:ext cx="0" cy="20510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452">
            <a:extLst>
              <a:ext uri="{FF2B5EF4-FFF2-40B4-BE49-F238E27FC236}">
                <a16:creationId xmlns:a16="http://schemas.microsoft.com/office/drawing/2014/main" id="{3C0C0E71-2007-4505-B50A-F5F3A1C839A3}"/>
              </a:ext>
            </a:extLst>
          </p:cNvPr>
          <p:cNvCxnSpPr>
            <a:cxnSpLocks/>
          </p:cNvCxnSpPr>
          <p:nvPr/>
        </p:nvCxnSpPr>
        <p:spPr>
          <a:xfrm flipH="1">
            <a:off x="5035550" y="6701663"/>
            <a:ext cx="682373" cy="2960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452">
            <a:extLst>
              <a:ext uri="{FF2B5EF4-FFF2-40B4-BE49-F238E27FC236}">
                <a16:creationId xmlns:a16="http://schemas.microsoft.com/office/drawing/2014/main" id="{2ED43859-DE9B-43BD-8484-219629D53AEB}"/>
              </a:ext>
            </a:extLst>
          </p:cNvPr>
          <p:cNvCxnSpPr>
            <a:cxnSpLocks/>
          </p:cNvCxnSpPr>
          <p:nvPr/>
        </p:nvCxnSpPr>
        <p:spPr>
          <a:xfrm>
            <a:off x="6631942" y="5987288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452">
            <a:extLst>
              <a:ext uri="{FF2B5EF4-FFF2-40B4-BE49-F238E27FC236}">
                <a16:creationId xmlns:a16="http://schemas.microsoft.com/office/drawing/2014/main" id="{D116521A-29C6-4FD9-839A-35A640A952EF}"/>
              </a:ext>
            </a:extLst>
          </p:cNvPr>
          <p:cNvCxnSpPr>
            <a:cxnSpLocks/>
          </p:cNvCxnSpPr>
          <p:nvPr/>
        </p:nvCxnSpPr>
        <p:spPr>
          <a:xfrm flipH="1" flipV="1">
            <a:off x="6627368" y="5994401"/>
            <a:ext cx="499872" cy="172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452">
            <a:extLst>
              <a:ext uri="{FF2B5EF4-FFF2-40B4-BE49-F238E27FC236}">
                <a16:creationId xmlns:a16="http://schemas.microsoft.com/office/drawing/2014/main" id="{A33257D2-0167-42CC-BC00-FAA8C53F0491}"/>
              </a:ext>
            </a:extLst>
          </p:cNvPr>
          <p:cNvCxnSpPr>
            <a:cxnSpLocks/>
          </p:cNvCxnSpPr>
          <p:nvPr/>
        </p:nvCxnSpPr>
        <p:spPr>
          <a:xfrm flipH="1" flipV="1">
            <a:off x="6647688" y="5806441"/>
            <a:ext cx="499872" cy="172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452">
            <a:extLst>
              <a:ext uri="{FF2B5EF4-FFF2-40B4-BE49-F238E27FC236}">
                <a16:creationId xmlns:a16="http://schemas.microsoft.com/office/drawing/2014/main" id="{E6F9511E-9A9F-4D26-927D-A4C44F041FF9}"/>
              </a:ext>
            </a:extLst>
          </p:cNvPr>
          <p:cNvCxnSpPr>
            <a:cxnSpLocks/>
          </p:cNvCxnSpPr>
          <p:nvPr/>
        </p:nvCxnSpPr>
        <p:spPr>
          <a:xfrm flipH="1">
            <a:off x="6642608" y="5532120"/>
            <a:ext cx="261112" cy="1066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452">
            <a:extLst>
              <a:ext uri="{FF2B5EF4-FFF2-40B4-BE49-F238E27FC236}">
                <a16:creationId xmlns:a16="http://schemas.microsoft.com/office/drawing/2014/main" id="{D6B005CE-4F77-4E8A-85B9-2A687093DDD3}"/>
              </a:ext>
            </a:extLst>
          </p:cNvPr>
          <p:cNvCxnSpPr>
            <a:cxnSpLocks/>
          </p:cNvCxnSpPr>
          <p:nvPr/>
        </p:nvCxnSpPr>
        <p:spPr>
          <a:xfrm>
            <a:off x="6665470" y="561848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452">
            <a:extLst>
              <a:ext uri="{FF2B5EF4-FFF2-40B4-BE49-F238E27FC236}">
                <a16:creationId xmlns:a16="http://schemas.microsoft.com/office/drawing/2014/main" id="{AD5B9DB5-9D7F-458D-9E6C-84731E9B50EB}"/>
              </a:ext>
            </a:extLst>
          </p:cNvPr>
          <p:cNvCxnSpPr>
            <a:cxnSpLocks/>
          </p:cNvCxnSpPr>
          <p:nvPr/>
        </p:nvCxnSpPr>
        <p:spPr>
          <a:xfrm>
            <a:off x="6894070" y="554228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452">
            <a:extLst>
              <a:ext uri="{FF2B5EF4-FFF2-40B4-BE49-F238E27FC236}">
                <a16:creationId xmlns:a16="http://schemas.microsoft.com/office/drawing/2014/main" id="{9B0B4420-F9D6-4B56-A85E-AE99B2B21B8A}"/>
              </a:ext>
            </a:extLst>
          </p:cNvPr>
          <p:cNvCxnSpPr>
            <a:cxnSpLocks/>
          </p:cNvCxnSpPr>
          <p:nvPr/>
        </p:nvCxnSpPr>
        <p:spPr>
          <a:xfrm flipH="1" flipV="1">
            <a:off x="6906768" y="571500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452">
            <a:extLst>
              <a:ext uri="{FF2B5EF4-FFF2-40B4-BE49-F238E27FC236}">
                <a16:creationId xmlns:a16="http://schemas.microsoft.com/office/drawing/2014/main" id="{154418FF-CA88-41A2-8723-8618DFD970F3}"/>
              </a:ext>
            </a:extLst>
          </p:cNvPr>
          <p:cNvCxnSpPr>
            <a:cxnSpLocks/>
          </p:cNvCxnSpPr>
          <p:nvPr/>
        </p:nvCxnSpPr>
        <p:spPr>
          <a:xfrm>
            <a:off x="7137910" y="562864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452">
            <a:extLst>
              <a:ext uri="{FF2B5EF4-FFF2-40B4-BE49-F238E27FC236}">
                <a16:creationId xmlns:a16="http://schemas.microsoft.com/office/drawing/2014/main" id="{E0645806-979D-4457-BD2D-65EDD9A87586}"/>
              </a:ext>
            </a:extLst>
          </p:cNvPr>
          <p:cNvCxnSpPr>
            <a:cxnSpLocks/>
          </p:cNvCxnSpPr>
          <p:nvPr/>
        </p:nvCxnSpPr>
        <p:spPr>
          <a:xfrm flipH="1">
            <a:off x="5262880" y="6445250"/>
            <a:ext cx="23622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452">
            <a:extLst>
              <a:ext uri="{FF2B5EF4-FFF2-40B4-BE49-F238E27FC236}">
                <a16:creationId xmlns:a16="http://schemas.microsoft.com/office/drawing/2014/main" id="{8CD307C6-0D93-47D7-9C14-36C73B25D524}"/>
              </a:ext>
            </a:extLst>
          </p:cNvPr>
          <p:cNvCxnSpPr>
            <a:cxnSpLocks/>
          </p:cNvCxnSpPr>
          <p:nvPr/>
        </p:nvCxnSpPr>
        <p:spPr>
          <a:xfrm>
            <a:off x="5263390" y="63789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452">
            <a:extLst>
              <a:ext uri="{FF2B5EF4-FFF2-40B4-BE49-F238E27FC236}">
                <a16:creationId xmlns:a16="http://schemas.microsoft.com/office/drawing/2014/main" id="{2C26BF3B-B8A3-4DB0-AAB2-CCFD85D3A2D3}"/>
              </a:ext>
            </a:extLst>
          </p:cNvPr>
          <p:cNvCxnSpPr>
            <a:cxnSpLocks/>
          </p:cNvCxnSpPr>
          <p:nvPr/>
        </p:nvCxnSpPr>
        <p:spPr>
          <a:xfrm flipH="1">
            <a:off x="5029200" y="636130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452">
            <a:extLst>
              <a:ext uri="{FF2B5EF4-FFF2-40B4-BE49-F238E27FC236}">
                <a16:creationId xmlns:a16="http://schemas.microsoft.com/office/drawing/2014/main" id="{9EA1A644-7849-4EB8-92F0-5D34BBAA4762}"/>
              </a:ext>
            </a:extLst>
          </p:cNvPr>
          <p:cNvCxnSpPr>
            <a:cxnSpLocks/>
          </p:cNvCxnSpPr>
          <p:nvPr/>
        </p:nvCxnSpPr>
        <p:spPr>
          <a:xfrm>
            <a:off x="5014470" y="62773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452">
            <a:extLst>
              <a:ext uri="{FF2B5EF4-FFF2-40B4-BE49-F238E27FC236}">
                <a16:creationId xmlns:a16="http://schemas.microsoft.com/office/drawing/2014/main" id="{3B14DEA6-7CA6-4383-A003-ABF8D5344096}"/>
              </a:ext>
            </a:extLst>
          </p:cNvPr>
          <p:cNvCxnSpPr>
            <a:cxnSpLocks/>
          </p:cNvCxnSpPr>
          <p:nvPr/>
        </p:nvCxnSpPr>
        <p:spPr>
          <a:xfrm flipH="1" flipV="1">
            <a:off x="4757928" y="617118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452">
            <a:extLst>
              <a:ext uri="{FF2B5EF4-FFF2-40B4-BE49-F238E27FC236}">
                <a16:creationId xmlns:a16="http://schemas.microsoft.com/office/drawing/2014/main" id="{1566695B-D90F-42E2-B4AB-B6B073BBEFC4}"/>
              </a:ext>
            </a:extLst>
          </p:cNvPr>
          <p:cNvCxnSpPr>
            <a:cxnSpLocks/>
          </p:cNvCxnSpPr>
          <p:nvPr/>
        </p:nvCxnSpPr>
        <p:spPr>
          <a:xfrm>
            <a:off x="4770630" y="59776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452">
            <a:extLst>
              <a:ext uri="{FF2B5EF4-FFF2-40B4-BE49-F238E27FC236}">
                <a16:creationId xmlns:a16="http://schemas.microsoft.com/office/drawing/2014/main" id="{C4A8CA62-E992-409D-965C-43359966529C}"/>
              </a:ext>
            </a:extLst>
          </p:cNvPr>
          <p:cNvCxnSpPr>
            <a:cxnSpLocks/>
          </p:cNvCxnSpPr>
          <p:nvPr/>
        </p:nvCxnSpPr>
        <p:spPr>
          <a:xfrm flipH="1" flipV="1">
            <a:off x="4292600" y="5801360"/>
            <a:ext cx="481458" cy="176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452">
            <a:extLst>
              <a:ext uri="{FF2B5EF4-FFF2-40B4-BE49-F238E27FC236}">
                <a16:creationId xmlns:a16="http://schemas.microsoft.com/office/drawing/2014/main" id="{1A293B11-D7DE-4536-9F50-8093639C05E0}"/>
              </a:ext>
            </a:extLst>
          </p:cNvPr>
          <p:cNvCxnSpPr>
            <a:cxnSpLocks/>
          </p:cNvCxnSpPr>
          <p:nvPr/>
        </p:nvCxnSpPr>
        <p:spPr>
          <a:xfrm>
            <a:off x="4313430" y="56118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452">
            <a:extLst>
              <a:ext uri="{FF2B5EF4-FFF2-40B4-BE49-F238E27FC236}">
                <a16:creationId xmlns:a16="http://schemas.microsoft.com/office/drawing/2014/main" id="{FADD0AE6-0DFB-4181-9821-A843EDC9C367}"/>
              </a:ext>
            </a:extLst>
          </p:cNvPr>
          <p:cNvCxnSpPr>
            <a:cxnSpLocks/>
          </p:cNvCxnSpPr>
          <p:nvPr/>
        </p:nvCxnSpPr>
        <p:spPr>
          <a:xfrm flipH="1" flipV="1">
            <a:off x="4072128" y="552094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452">
            <a:extLst>
              <a:ext uri="{FF2B5EF4-FFF2-40B4-BE49-F238E27FC236}">
                <a16:creationId xmlns:a16="http://schemas.microsoft.com/office/drawing/2014/main" id="{8DD25532-B6FE-48DA-84B5-95CE70846F25}"/>
              </a:ext>
            </a:extLst>
          </p:cNvPr>
          <p:cNvCxnSpPr>
            <a:cxnSpLocks/>
          </p:cNvCxnSpPr>
          <p:nvPr/>
        </p:nvCxnSpPr>
        <p:spPr>
          <a:xfrm>
            <a:off x="4084830" y="53324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452">
            <a:extLst>
              <a:ext uri="{FF2B5EF4-FFF2-40B4-BE49-F238E27FC236}">
                <a16:creationId xmlns:a16="http://schemas.microsoft.com/office/drawing/2014/main" id="{0C9D4DEC-2779-4020-969B-296134F99C7D}"/>
              </a:ext>
            </a:extLst>
          </p:cNvPr>
          <p:cNvCxnSpPr>
            <a:cxnSpLocks/>
          </p:cNvCxnSpPr>
          <p:nvPr/>
        </p:nvCxnSpPr>
        <p:spPr>
          <a:xfrm flipH="1">
            <a:off x="4079240" y="52335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452">
            <a:extLst>
              <a:ext uri="{FF2B5EF4-FFF2-40B4-BE49-F238E27FC236}">
                <a16:creationId xmlns:a16="http://schemas.microsoft.com/office/drawing/2014/main" id="{BFD91851-1431-4AA5-B38D-CFA6C654CF99}"/>
              </a:ext>
            </a:extLst>
          </p:cNvPr>
          <p:cNvCxnSpPr>
            <a:cxnSpLocks/>
          </p:cNvCxnSpPr>
          <p:nvPr/>
        </p:nvCxnSpPr>
        <p:spPr>
          <a:xfrm>
            <a:off x="4293110" y="52511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452">
            <a:extLst>
              <a:ext uri="{FF2B5EF4-FFF2-40B4-BE49-F238E27FC236}">
                <a16:creationId xmlns:a16="http://schemas.microsoft.com/office/drawing/2014/main" id="{A10CAA07-2542-4D8B-8165-34B838B97D47}"/>
              </a:ext>
            </a:extLst>
          </p:cNvPr>
          <p:cNvCxnSpPr>
            <a:cxnSpLocks/>
          </p:cNvCxnSpPr>
          <p:nvPr/>
        </p:nvCxnSpPr>
        <p:spPr>
          <a:xfrm flipH="1">
            <a:off x="4318000" y="535038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452">
            <a:extLst>
              <a:ext uri="{FF2B5EF4-FFF2-40B4-BE49-F238E27FC236}">
                <a16:creationId xmlns:a16="http://schemas.microsoft.com/office/drawing/2014/main" id="{AD1C651B-24EF-4251-8D8D-ECC84EC227A0}"/>
              </a:ext>
            </a:extLst>
          </p:cNvPr>
          <p:cNvCxnSpPr>
            <a:cxnSpLocks/>
          </p:cNvCxnSpPr>
          <p:nvPr/>
        </p:nvCxnSpPr>
        <p:spPr>
          <a:xfrm>
            <a:off x="4531870" y="5347716"/>
            <a:ext cx="0" cy="367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452">
            <a:extLst>
              <a:ext uri="{FF2B5EF4-FFF2-40B4-BE49-F238E27FC236}">
                <a16:creationId xmlns:a16="http://schemas.microsoft.com/office/drawing/2014/main" id="{A4017633-1C50-4372-894F-501BDA614E1B}"/>
              </a:ext>
            </a:extLst>
          </p:cNvPr>
          <p:cNvCxnSpPr>
            <a:cxnSpLocks/>
          </p:cNvCxnSpPr>
          <p:nvPr/>
        </p:nvCxnSpPr>
        <p:spPr>
          <a:xfrm flipH="1" flipV="1">
            <a:off x="4541520" y="5699760"/>
            <a:ext cx="965200" cy="360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452">
            <a:extLst>
              <a:ext uri="{FF2B5EF4-FFF2-40B4-BE49-F238E27FC236}">
                <a16:creationId xmlns:a16="http://schemas.microsoft.com/office/drawing/2014/main" id="{AA9BCFE0-F8F2-4482-8245-E5F1CAF2EA91}"/>
              </a:ext>
            </a:extLst>
          </p:cNvPr>
          <p:cNvCxnSpPr>
            <a:cxnSpLocks/>
          </p:cNvCxnSpPr>
          <p:nvPr/>
        </p:nvCxnSpPr>
        <p:spPr>
          <a:xfrm flipH="1">
            <a:off x="5501640" y="59650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452">
            <a:extLst>
              <a:ext uri="{FF2B5EF4-FFF2-40B4-BE49-F238E27FC236}">
                <a16:creationId xmlns:a16="http://schemas.microsoft.com/office/drawing/2014/main" id="{8F4DF9C4-09C5-4578-8452-0F7A54D1A6A3}"/>
              </a:ext>
            </a:extLst>
          </p:cNvPr>
          <p:cNvCxnSpPr>
            <a:cxnSpLocks/>
          </p:cNvCxnSpPr>
          <p:nvPr/>
        </p:nvCxnSpPr>
        <p:spPr>
          <a:xfrm flipH="1" flipV="1">
            <a:off x="5712968" y="596798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452">
            <a:extLst>
              <a:ext uri="{FF2B5EF4-FFF2-40B4-BE49-F238E27FC236}">
                <a16:creationId xmlns:a16="http://schemas.microsoft.com/office/drawing/2014/main" id="{06B7F53B-DBB7-4DD8-B865-E5A6128432C0}"/>
              </a:ext>
            </a:extLst>
          </p:cNvPr>
          <p:cNvCxnSpPr>
            <a:cxnSpLocks/>
          </p:cNvCxnSpPr>
          <p:nvPr/>
        </p:nvCxnSpPr>
        <p:spPr>
          <a:xfrm>
            <a:off x="6447030" y="60741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452">
            <a:extLst>
              <a:ext uri="{FF2B5EF4-FFF2-40B4-BE49-F238E27FC236}">
                <a16:creationId xmlns:a16="http://schemas.microsoft.com/office/drawing/2014/main" id="{6547799C-0EF9-4B74-BDA2-941ADD612112}"/>
              </a:ext>
            </a:extLst>
          </p:cNvPr>
          <p:cNvCxnSpPr>
            <a:cxnSpLocks/>
          </p:cNvCxnSpPr>
          <p:nvPr/>
        </p:nvCxnSpPr>
        <p:spPr>
          <a:xfrm flipH="1" flipV="1">
            <a:off x="5697728" y="579018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452">
            <a:extLst>
              <a:ext uri="{FF2B5EF4-FFF2-40B4-BE49-F238E27FC236}">
                <a16:creationId xmlns:a16="http://schemas.microsoft.com/office/drawing/2014/main" id="{781257CA-A8A7-4854-A4E2-1F78948801AB}"/>
              </a:ext>
            </a:extLst>
          </p:cNvPr>
          <p:cNvCxnSpPr>
            <a:cxnSpLocks/>
          </p:cNvCxnSpPr>
          <p:nvPr/>
        </p:nvCxnSpPr>
        <p:spPr>
          <a:xfrm flipH="1">
            <a:off x="5486400" y="58177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452">
            <a:extLst>
              <a:ext uri="{FF2B5EF4-FFF2-40B4-BE49-F238E27FC236}">
                <a16:creationId xmlns:a16="http://schemas.microsoft.com/office/drawing/2014/main" id="{2CEBD4B5-4562-432D-98C5-FE2F2AF6D7A1}"/>
              </a:ext>
            </a:extLst>
          </p:cNvPr>
          <p:cNvCxnSpPr>
            <a:cxnSpLocks/>
          </p:cNvCxnSpPr>
          <p:nvPr/>
        </p:nvCxnSpPr>
        <p:spPr>
          <a:xfrm flipH="1" flipV="1">
            <a:off x="4752848" y="560222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452">
            <a:extLst>
              <a:ext uri="{FF2B5EF4-FFF2-40B4-BE49-F238E27FC236}">
                <a16:creationId xmlns:a16="http://schemas.microsoft.com/office/drawing/2014/main" id="{98CBE3DC-1482-4994-98D7-542486AC99C5}"/>
              </a:ext>
            </a:extLst>
          </p:cNvPr>
          <p:cNvCxnSpPr>
            <a:cxnSpLocks/>
          </p:cNvCxnSpPr>
          <p:nvPr/>
        </p:nvCxnSpPr>
        <p:spPr>
          <a:xfrm>
            <a:off x="4775710" y="54340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452">
            <a:extLst>
              <a:ext uri="{FF2B5EF4-FFF2-40B4-BE49-F238E27FC236}">
                <a16:creationId xmlns:a16="http://schemas.microsoft.com/office/drawing/2014/main" id="{219233F1-EBB3-4521-BF6A-F10321D4D4E9}"/>
              </a:ext>
            </a:extLst>
          </p:cNvPr>
          <p:cNvCxnSpPr>
            <a:cxnSpLocks/>
          </p:cNvCxnSpPr>
          <p:nvPr/>
        </p:nvCxnSpPr>
        <p:spPr>
          <a:xfrm>
            <a:off x="6436870" y="5171440"/>
            <a:ext cx="0" cy="53981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452">
            <a:extLst>
              <a:ext uri="{FF2B5EF4-FFF2-40B4-BE49-F238E27FC236}">
                <a16:creationId xmlns:a16="http://schemas.microsoft.com/office/drawing/2014/main" id="{CE0984E5-D929-48E7-A0A4-308E9CBEC3FF}"/>
              </a:ext>
            </a:extLst>
          </p:cNvPr>
          <p:cNvCxnSpPr>
            <a:cxnSpLocks/>
          </p:cNvCxnSpPr>
          <p:nvPr/>
        </p:nvCxnSpPr>
        <p:spPr>
          <a:xfrm flipH="1">
            <a:off x="6187440" y="57110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452">
            <a:extLst>
              <a:ext uri="{FF2B5EF4-FFF2-40B4-BE49-F238E27FC236}">
                <a16:creationId xmlns:a16="http://schemas.microsoft.com/office/drawing/2014/main" id="{49ED7A61-FDE0-4841-B447-84C893D9558F}"/>
              </a:ext>
            </a:extLst>
          </p:cNvPr>
          <p:cNvCxnSpPr>
            <a:cxnSpLocks/>
          </p:cNvCxnSpPr>
          <p:nvPr/>
        </p:nvCxnSpPr>
        <p:spPr>
          <a:xfrm>
            <a:off x="6203190" y="56220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452">
            <a:extLst>
              <a:ext uri="{FF2B5EF4-FFF2-40B4-BE49-F238E27FC236}">
                <a16:creationId xmlns:a16="http://schemas.microsoft.com/office/drawing/2014/main" id="{3EF978EA-EA0C-4C45-8996-E94CF999D6B3}"/>
              </a:ext>
            </a:extLst>
          </p:cNvPr>
          <p:cNvCxnSpPr>
            <a:cxnSpLocks/>
          </p:cNvCxnSpPr>
          <p:nvPr/>
        </p:nvCxnSpPr>
        <p:spPr>
          <a:xfrm flipH="1" flipV="1">
            <a:off x="5936488" y="551078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452">
            <a:extLst>
              <a:ext uri="{FF2B5EF4-FFF2-40B4-BE49-F238E27FC236}">
                <a16:creationId xmlns:a16="http://schemas.microsoft.com/office/drawing/2014/main" id="{5C4C2172-E636-40A3-B56D-A831445A9F54}"/>
              </a:ext>
            </a:extLst>
          </p:cNvPr>
          <p:cNvCxnSpPr>
            <a:cxnSpLocks/>
          </p:cNvCxnSpPr>
          <p:nvPr/>
        </p:nvCxnSpPr>
        <p:spPr>
          <a:xfrm>
            <a:off x="5959350" y="55356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452">
            <a:extLst>
              <a:ext uri="{FF2B5EF4-FFF2-40B4-BE49-F238E27FC236}">
                <a16:creationId xmlns:a16="http://schemas.microsoft.com/office/drawing/2014/main" id="{169727DB-6697-4C95-93A1-DFBFFA591436}"/>
              </a:ext>
            </a:extLst>
          </p:cNvPr>
          <p:cNvCxnSpPr>
            <a:cxnSpLocks/>
          </p:cNvCxnSpPr>
          <p:nvPr/>
        </p:nvCxnSpPr>
        <p:spPr>
          <a:xfrm flipH="1" flipV="1">
            <a:off x="5723128" y="560730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452">
            <a:extLst>
              <a:ext uri="{FF2B5EF4-FFF2-40B4-BE49-F238E27FC236}">
                <a16:creationId xmlns:a16="http://schemas.microsoft.com/office/drawing/2014/main" id="{31E1F44E-4466-4417-95EA-77E65C789050}"/>
              </a:ext>
            </a:extLst>
          </p:cNvPr>
          <p:cNvCxnSpPr>
            <a:cxnSpLocks/>
          </p:cNvCxnSpPr>
          <p:nvPr/>
        </p:nvCxnSpPr>
        <p:spPr>
          <a:xfrm flipH="1">
            <a:off x="5476240" y="562470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452">
            <a:extLst>
              <a:ext uri="{FF2B5EF4-FFF2-40B4-BE49-F238E27FC236}">
                <a16:creationId xmlns:a16="http://schemas.microsoft.com/office/drawing/2014/main" id="{50B801B9-5427-4895-A30B-DD875382031C}"/>
              </a:ext>
            </a:extLst>
          </p:cNvPr>
          <p:cNvCxnSpPr>
            <a:cxnSpLocks/>
          </p:cNvCxnSpPr>
          <p:nvPr/>
        </p:nvCxnSpPr>
        <p:spPr>
          <a:xfrm>
            <a:off x="5491990" y="55305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452">
            <a:extLst>
              <a:ext uri="{FF2B5EF4-FFF2-40B4-BE49-F238E27FC236}">
                <a16:creationId xmlns:a16="http://schemas.microsoft.com/office/drawing/2014/main" id="{0167584B-786D-4474-89FB-DA798E90662F}"/>
              </a:ext>
            </a:extLst>
          </p:cNvPr>
          <p:cNvCxnSpPr>
            <a:cxnSpLocks/>
          </p:cNvCxnSpPr>
          <p:nvPr/>
        </p:nvCxnSpPr>
        <p:spPr>
          <a:xfrm flipH="1">
            <a:off x="5252720" y="55332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452">
            <a:extLst>
              <a:ext uri="{FF2B5EF4-FFF2-40B4-BE49-F238E27FC236}">
                <a16:creationId xmlns:a16="http://schemas.microsoft.com/office/drawing/2014/main" id="{CABD0ECC-CF29-4FDD-B162-086AB6F58072}"/>
              </a:ext>
            </a:extLst>
          </p:cNvPr>
          <p:cNvCxnSpPr>
            <a:cxnSpLocks/>
          </p:cNvCxnSpPr>
          <p:nvPr/>
        </p:nvCxnSpPr>
        <p:spPr>
          <a:xfrm>
            <a:off x="5263390" y="54340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452">
            <a:extLst>
              <a:ext uri="{FF2B5EF4-FFF2-40B4-BE49-F238E27FC236}">
                <a16:creationId xmlns:a16="http://schemas.microsoft.com/office/drawing/2014/main" id="{BC9AB6EC-D2A0-4CF6-8037-5F3490E5FCE7}"/>
              </a:ext>
            </a:extLst>
          </p:cNvPr>
          <p:cNvCxnSpPr>
            <a:cxnSpLocks/>
          </p:cNvCxnSpPr>
          <p:nvPr/>
        </p:nvCxnSpPr>
        <p:spPr>
          <a:xfrm flipH="1">
            <a:off x="5029200" y="54367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452">
            <a:extLst>
              <a:ext uri="{FF2B5EF4-FFF2-40B4-BE49-F238E27FC236}">
                <a16:creationId xmlns:a16="http://schemas.microsoft.com/office/drawing/2014/main" id="{DE5D75ED-AE64-4BED-B064-8D5E59908F4B}"/>
              </a:ext>
            </a:extLst>
          </p:cNvPr>
          <p:cNvCxnSpPr>
            <a:cxnSpLocks/>
          </p:cNvCxnSpPr>
          <p:nvPr/>
        </p:nvCxnSpPr>
        <p:spPr>
          <a:xfrm>
            <a:off x="5039870" y="53273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452">
            <a:extLst>
              <a:ext uri="{FF2B5EF4-FFF2-40B4-BE49-F238E27FC236}">
                <a16:creationId xmlns:a16="http://schemas.microsoft.com/office/drawing/2014/main" id="{CDF9E89E-DC56-46B0-AFF7-C7D0A160F885}"/>
              </a:ext>
            </a:extLst>
          </p:cNvPr>
          <p:cNvCxnSpPr>
            <a:cxnSpLocks/>
          </p:cNvCxnSpPr>
          <p:nvPr/>
        </p:nvCxnSpPr>
        <p:spPr>
          <a:xfrm flipH="1">
            <a:off x="4810760" y="534022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452">
            <a:extLst>
              <a:ext uri="{FF2B5EF4-FFF2-40B4-BE49-F238E27FC236}">
                <a16:creationId xmlns:a16="http://schemas.microsoft.com/office/drawing/2014/main" id="{6E802870-D102-40E2-B0BB-D0F991BCEC4A}"/>
              </a:ext>
            </a:extLst>
          </p:cNvPr>
          <p:cNvCxnSpPr>
            <a:cxnSpLocks/>
          </p:cNvCxnSpPr>
          <p:nvPr/>
        </p:nvCxnSpPr>
        <p:spPr>
          <a:xfrm flipH="1">
            <a:off x="10210800" y="4436110"/>
            <a:ext cx="469900" cy="1739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452">
            <a:extLst>
              <a:ext uri="{FF2B5EF4-FFF2-40B4-BE49-F238E27FC236}">
                <a16:creationId xmlns:a16="http://schemas.microsoft.com/office/drawing/2014/main" id="{67D8E856-B770-4D77-9B05-BC4DEFD294B7}"/>
              </a:ext>
            </a:extLst>
          </p:cNvPr>
          <p:cNvCxnSpPr>
            <a:cxnSpLocks/>
          </p:cNvCxnSpPr>
          <p:nvPr/>
        </p:nvCxnSpPr>
        <p:spPr>
          <a:xfrm flipH="1">
            <a:off x="10441940" y="331851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452">
            <a:extLst>
              <a:ext uri="{FF2B5EF4-FFF2-40B4-BE49-F238E27FC236}">
                <a16:creationId xmlns:a16="http://schemas.microsoft.com/office/drawing/2014/main" id="{8748AC67-AFFF-4F93-B238-CE62F01CF50B}"/>
              </a:ext>
            </a:extLst>
          </p:cNvPr>
          <p:cNvCxnSpPr>
            <a:cxnSpLocks/>
          </p:cNvCxnSpPr>
          <p:nvPr/>
        </p:nvCxnSpPr>
        <p:spPr>
          <a:xfrm>
            <a:off x="10681972" y="332232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452">
            <a:extLst>
              <a:ext uri="{FF2B5EF4-FFF2-40B4-BE49-F238E27FC236}">
                <a16:creationId xmlns:a16="http://schemas.microsoft.com/office/drawing/2014/main" id="{53FF35F2-A3A0-42B0-ABB6-115309CF4750}"/>
              </a:ext>
            </a:extLst>
          </p:cNvPr>
          <p:cNvCxnSpPr>
            <a:cxnSpLocks/>
          </p:cNvCxnSpPr>
          <p:nvPr/>
        </p:nvCxnSpPr>
        <p:spPr>
          <a:xfrm flipH="1" flipV="1">
            <a:off x="10689590" y="349885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452">
            <a:extLst>
              <a:ext uri="{FF2B5EF4-FFF2-40B4-BE49-F238E27FC236}">
                <a16:creationId xmlns:a16="http://schemas.microsoft.com/office/drawing/2014/main" id="{ABB93955-3F6A-42A8-8CD5-9ADFA828886D}"/>
              </a:ext>
            </a:extLst>
          </p:cNvPr>
          <p:cNvCxnSpPr>
            <a:cxnSpLocks/>
          </p:cNvCxnSpPr>
          <p:nvPr/>
        </p:nvCxnSpPr>
        <p:spPr>
          <a:xfrm flipH="1">
            <a:off x="10651490" y="35814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52">
            <a:extLst>
              <a:ext uri="{FF2B5EF4-FFF2-40B4-BE49-F238E27FC236}">
                <a16:creationId xmlns:a16="http://schemas.microsoft.com/office/drawing/2014/main" id="{FBAAC2BB-58B7-4093-AE56-FC0581CF4CCA}"/>
              </a:ext>
            </a:extLst>
          </p:cNvPr>
          <p:cNvCxnSpPr>
            <a:cxnSpLocks/>
          </p:cNvCxnSpPr>
          <p:nvPr/>
        </p:nvCxnSpPr>
        <p:spPr>
          <a:xfrm flipH="1" flipV="1">
            <a:off x="10636250" y="403225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52">
            <a:extLst>
              <a:ext uri="{FF2B5EF4-FFF2-40B4-BE49-F238E27FC236}">
                <a16:creationId xmlns:a16="http://schemas.microsoft.com/office/drawing/2014/main" id="{C9B6A5C6-4E21-461B-8869-A8D12AC707AE}"/>
              </a:ext>
            </a:extLst>
          </p:cNvPr>
          <p:cNvCxnSpPr>
            <a:cxnSpLocks/>
          </p:cNvCxnSpPr>
          <p:nvPr/>
        </p:nvCxnSpPr>
        <p:spPr>
          <a:xfrm flipH="1" flipV="1">
            <a:off x="10680700" y="4267200"/>
            <a:ext cx="2349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52">
            <a:extLst>
              <a:ext uri="{FF2B5EF4-FFF2-40B4-BE49-F238E27FC236}">
                <a16:creationId xmlns:a16="http://schemas.microsoft.com/office/drawing/2014/main" id="{0241CBA3-2CF7-45CC-855E-482D733B97AE}"/>
              </a:ext>
            </a:extLst>
          </p:cNvPr>
          <p:cNvCxnSpPr>
            <a:cxnSpLocks/>
          </p:cNvCxnSpPr>
          <p:nvPr/>
        </p:nvCxnSpPr>
        <p:spPr>
          <a:xfrm flipH="1">
            <a:off x="10915650" y="4331970"/>
            <a:ext cx="483870" cy="2019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52">
            <a:extLst>
              <a:ext uri="{FF2B5EF4-FFF2-40B4-BE49-F238E27FC236}">
                <a16:creationId xmlns:a16="http://schemas.microsoft.com/office/drawing/2014/main" id="{40A32D96-9983-4CC2-9E4F-268B7702421D}"/>
              </a:ext>
            </a:extLst>
          </p:cNvPr>
          <p:cNvCxnSpPr>
            <a:cxnSpLocks/>
          </p:cNvCxnSpPr>
          <p:nvPr/>
        </p:nvCxnSpPr>
        <p:spPr>
          <a:xfrm>
            <a:off x="11383012" y="43586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52">
            <a:extLst>
              <a:ext uri="{FF2B5EF4-FFF2-40B4-BE49-F238E27FC236}">
                <a16:creationId xmlns:a16="http://schemas.microsoft.com/office/drawing/2014/main" id="{1BE5AED5-8FF3-4E9C-B197-C15FFA4DABB1}"/>
              </a:ext>
            </a:extLst>
          </p:cNvPr>
          <p:cNvCxnSpPr>
            <a:cxnSpLocks/>
          </p:cNvCxnSpPr>
          <p:nvPr/>
        </p:nvCxnSpPr>
        <p:spPr>
          <a:xfrm flipH="1">
            <a:off x="11142980" y="44958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52">
            <a:extLst>
              <a:ext uri="{FF2B5EF4-FFF2-40B4-BE49-F238E27FC236}">
                <a16:creationId xmlns:a16="http://schemas.microsoft.com/office/drawing/2014/main" id="{F6400075-E424-47E0-8C6E-67F16839995A}"/>
              </a:ext>
            </a:extLst>
          </p:cNvPr>
          <p:cNvCxnSpPr>
            <a:cxnSpLocks/>
          </p:cNvCxnSpPr>
          <p:nvPr/>
        </p:nvCxnSpPr>
        <p:spPr>
          <a:xfrm flipH="1" flipV="1">
            <a:off x="11150600" y="4596130"/>
            <a:ext cx="469900" cy="2044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52">
            <a:extLst>
              <a:ext uri="{FF2B5EF4-FFF2-40B4-BE49-F238E27FC236}">
                <a16:creationId xmlns:a16="http://schemas.microsoft.com/office/drawing/2014/main" id="{7C9CD093-D2E3-45BF-A7B6-3749AA45478E}"/>
              </a:ext>
            </a:extLst>
          </p:cNvPr>
          <p:cNvCxnSpPr>
            <a:cxnSpLocks/>
          </p:cNvCxnSpPr>
          <p:nvPr/>
        </p:nvCxnSpPr>
        <p:spPr>
          <a:xfrm>
            <a:off x="10929622" y="45453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52">
            <a:extLst>
              <a:ext uri="{FF2B5EF4-FFF2-40B4-BE49-F238E27FC236}">
                <a16:creationId xmlns:a16="http://schemas.microsoft.com/office/drawing/2014/main" id="{4039941B-E693-487E-B617-682AB1A05AA0}"/>
              </a:ext>
            </a:extLst>
          </p:cNvPr>
          <p:cNvCxnSpPr>
            <a:cxnSpLocks/>
          </p:cNvCxnSpPr>
          <p:nvPr/>
        </p:nvCxnSpPr>
        <p:spPr>
          <a:xfrm flipH="1" flipV="1">
            <a:off x="11849100" y="4674870"/>
            <a:ext cx="50673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52">
            <a:extLst>
              <a:ext uri="{FF2B5EF4-FFF2-40B4-BE49-F238E27FC236}">
                <a16:creationId xmlns:a16="http://schemas.microsoft.com/office/drawing/2014/main" id="{8B3AB111-1B6F-4673-B858-337CDB80E2F1}"/>
              </a:ext>
            </a:extLst>
          </p:cNvPr>
          <p:cNvCxnSpPr>
            <a:cxnSpLocks/>
          </p:cNvCxnSpPr>
          <p:nvPr/>
        </p:nvCxnSpPr>
        <p:spPr>
          <a:xfrm>
            <a:off x="12327892" y="47205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52">
            <a:extLst>
              <a:ext uri="{FF2B5EF4-FFF2-40B4-BE49-F238E27FC236}">
                <a16:creationId xmlns:a16="http://schemas.microsoft.com/office/drawing/2014/main" id="{54D0CBE5-EFFF-429C-B3CD-523AEECC031F}"/>
              </a:ext>
            </a:extLst>
          </p:cNvPr>
          <p:cNvCxnSpPr>
            <a:cxnSpLocks/>
          </p:cNvCxnSpPr>
          <p:nvPr/>
        </p:nvCxnSpPr>
        <p:spPr>
          <a:xfrm flipH="1" flipV="1">
            <a:off x="11833860" y="4499610"/>
            <a:ext cx="50673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52">
            <a:extLst>
              <a:ext uri="{FF2B5EF4-FFF2-40B4-BE49-F238E27FC236}">
                <a16:creationId xmlns:a16="http://schemas.microsoft.com/office/drawing/2014/main" id="{6889CB98-7C83-448E-8E20-C44A0084E1D7}"/>
              </a:ext>
            </a:extLst>
          </p:cNvPr>
          <p:cNvCxnSpPr>
            <a:cxnSpLocks/>
          </p:cNvCxnSpPr>
          <p:nvPr/>
        </p:nvCxnSpPr>
        <p:spPr>
          <a:xfrm flipH="1">
            <a:off x="11836400" y="443103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52">
            <a:extLst>
              <a:ext uri="{FF2B5EF4-FFF2-40B4-BE49-F238E27FC236}">
                <a16:creationId xmlns:a16="http://schemas.microsoft.com/office/drawing/2014/main" id="{184B7377-0B66-405C-A982-D6197AE23905}"/>
              </a:ext>
            </a:extLst>
          </p:cNvPr>
          <p:cNvCxnSpPr>
            <a:cxnSpLocks/>
          </p:cNvCxnSpPr>
          <p:nvPr/>
        </p:nvCxnSpPr>
        <p:spPr>
          <a:xfrm flipH="1" flipV="1">
            <a:off x="12076430" y="44208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52">
            <a:extLst>
              <a:ext uri="{FF2B5EF4-FFF2-40B4-BE49-F238E27FC236}">
                <a16:creationId xmlns:a16="http://schemas.microsoft.com/office/drawing/2014/main" id="{BD1BB606-3E2B-42C0-8430-2B6EE274A6DF}"/>
              </a:ext>
            </a:extLst>
          </p:cNvPr>
          <p:cNvCxnSpPr>
            <a:cxnSpLocks/>
          </p:cNvCxnSpPr>
          <p:nvPr/>
        </p:nvCxnSpPr>
        <p:spPr>
          <a:xfrm>
            <a:off x="12320272" y="437388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52">
            <a:extLst>
              <a:ext uri="{FF2B5EF4-FFF2-40B4-BE49-F238E27FC236}">
                <a16:creationId xmlns:a16="http://schemas.microsoft.com/office/drawing/2014/main" id="{8A4D1B76-DCD4-47C2-88DC-62CFE8C24641}"/>
              </a:ext>
            </a:extLst>
          </p:cNvPr>
          <p:cNvCxnSpPr>
            <a:cxnSpLocks/>
          </p:cNvCxnSpPr>
          <p:nvPr/>
        </p:nvCxnSpPr>
        <p:spPr>
          <a:xfrm flipH="1" flipV="1">
            <a:off x="12084050" y="424180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52">
            <a:extLst>
              <a:ext uri="{FF2B5EF4-FFF2-40B4-BE49-F238E27FC236}">
                <a16:creationId xmlns:a16="http://schemas.microsoft.com/office/drawing/2014/main" id="{804EBB36-7CDD-4A5A-96E5-92B2FE11B3CE}"/>
              </a:ext>
            </a:extLst>
          </p:cNvPr>
          <p:cNvCxnSpPr>
            <a:cxnSpLocks/>
          </p:cNvCxnSpPr>
          <p:nvPr/>
        </p:nvCxnSpPr>
        <p:spPr>
          <a:xfrm>
            <a:off x="12087862" y="40728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52">
            <a:extLst>
              <a:ext uri="{FF2B5EF4-FFF2-40B4-BE49-F238E27FC236}">
                <a16:creationId xmlns:a16="http://schemas.microsoft.com/office/drawing/2014/main" id="{59FCA6AE-FAD9-4EBC-9FF4-390F9CAFEFF9}"/>
              </a:ext>
            </a:extLst>
          </p:cNvPr>
          <p:cNvCxnSpPr>
            <a:cxnSpLocks/>
          </p:cNvCxnSpPr>
          <p:nvPr/>
        </p:nvCxnSpPr>
        <p:spPr>
          <a:xfrm flipH="1">
            <a:off x="11859260" y="407670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52">
            <a:extLst>
              <a:ext uri="{FF2B5EF4-FFF2-40B4-BE49-F238E27FC236}">
                <a16:creationId xmlns:a16="http://schemas.microsoft.com/office/drawing/2014/main" id="{7A45175C-171C-4500-8753-A3DBA2890B50}"/>
              </a:ext>
            </a:extLst>
          </p:cNvPr>
          <p:cNvCxnSpPr>
            <a:cxnSpLocks/>
          </p:cNvCxnSpPr>
          <p:nvPr/>
        </p:nvCxnSpPr>
        <p:spPr>
          <a:xfrm flipH="1" flipV="1">
            <a:off x="11600180" y="404749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52">
            <a:extLst>
              <a:ext uri="{FF2B5EF4-FFF2-40B4-BE49-F238E27FC236}">
                <a16:creationId xmlns:a16="http://schemas.microsoft.com/office/drawing/2014/main" id="{D748AA10-A0BC-4967-A7C4-FF093FBA4077}"/>
              </a:ext>
            </a:extLst>
          </p:cNvPr>
          <p:cNvCxnSpPr>
            <a:cxnSpLocks/>
          </p:cNvCxnSpPr>
          <p:nvPr/>
        </p:nvCxnSpPr>
        <p:spPr>
          <a:xfrm flipH="1">
            <a:off x="11611610" y="396240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52">
            <a:extLst>
              <a:ext uri="{FF2B5EF4-FFF2-40B4-BE49-F238E27FC236}">
                <a16:creationId xmlns:a16="http://schemas.microsoft.com/office/drawing/2014/main" id="{9002A2FE-EB4D-4A50-86D4-8934DF9E9DE1}"/>
              </a:ext>
            </a:extLst>
          </p:cNvPr>
          <p:cNvCxnSpPr>
            <a:cxnSpLocks/>
          </p:cNvCxnSpPr>
          <p:nvPr/>
        </p:nvCxnSpPr>
        <p:spPr>
          <a:xfrm>
            <a:off x="11863072" y="381000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52">
            <a:extLst>
              <a:ext uri="{FF2B5EF4-FFF2-40B4-BE49-F238E27FC236}">
                <a16:creationId xmlns:a16="http://schemas.microsoft.com/office/drawing/2014/main" id="{1DB45F15-C490-426A-965B-B6A4AD0F1F37}"/>
              </a:ext>
            </a:extLst>
          </p:cNvPr>
          <p:cNvCxnSpPr>
            <a:cxnSpLocks/>
          </p:cNvCxnSpPr>
          <p:nvPr/>
        </p:nvCxnSpPr>
        <p:spPr>
          <a:xfrm flipH="1">
            <a:off x="11626850" y="379476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52">
            <a:extLst>
              <a:ext uri="{FF2B5EF4-FFF2-40B4-BE49-F238E27FC236}">
                <a16:creationId xmlns:a16="http://schemas.microsoft.com/office/drawing/2014/main" id="{1B41CE48-E4A0-4A03-9B89-AC0E5C84C6D7}"/>
              </a:ext>
            </a:extLst>
          </p:cNvPr>
          <p:cNvCxnSpPr>
            <a:cxnSpLocks/>
          </p:cNvCxnSpPr>
          <p:nvPr/>
        </p:nvCxnSpPr>
        <p:spPr>
          <a:xfrm flipH="1" flipV="1">
            <a:off x="11367770" y="37769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52">
            <a:extLst>
              <a:ext uri="{FF2B5EF4-FFF2-40B4-BE49-F238E27FC236}">
                <a16:creationId xmlns:a16="http://schemas.microsoft.com/office/drawing/2014/main" id="{1D47D586-A432-4D13-9F3A-F1D30A66B547}"/>
              </a:ext>
            </a:extLst>
          </p:cNvPr>
          <p:cNvCxnSpPr>
            <a:cxnSpLocks/>
          </p:cNvCxnSpPr>
          <p:nvPr/>
        </p:nvCxnSpPr>
        <p:spPr>
          <a:xfrm flipH="1">
            <a:off x="11398250" y="368046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52">
            <a:extLst>
              <a:ext uri="{FF2B5EF4-FFF2-40B4-BE49-F238E27FC236}">
                <a16:creationId xmlns:a16="http://schemas.microsoft.com/office/drawing/2014/main" id="{C5A9F18F-E747-4E60-BA02-F03E246F6957}"/>
              </a:ext>
            </a:extLst>
          </p:cNvPr>
          <p:cNvCxnSpPr>
            <a:cxnSpLocks/>
          </p:cNvCxnSpPr>
          <p:nvPr/>
        </p:nvCxnSpPr>
        <p:spPr>
          <a:xfrm>
            <a:off x="11626852" y="35166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52">
            <a:extLst>
              <a:ext uri="{FF2B5EF4-FFF2-40B4-BE49-F238E27FC236}">
                <a16:creationId xmlns:a16="http://schemas.microsoft.com/office/drawing/2014/main" id="{420B7817-1362-4BAB-AA9E-11F57E1B3E5F}"/>
              </a:ext>
            </a:extLst>
          </p:cNvPr>
          <p:cNvCxnSpPr>
            <a:cxnSpLocks/>
          </p:cNvCxnSpPr>
          <p:nvPr/>
        </p:nvCxnSpPr>
        <p:spPr>
          <a:xfrm flipH="1">
            <a:off x="11371580" y="351663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52">
            <a:extLst>
              <a:ext uri="{FF2B5EF4-FFF2-40B4-BE49-F238E27FC236}">
                <a16:creationId xmlns:a16="http://schemas.microsoft.com/office/drawing/2014/main" id="{A996D72C-09C2-4C80-94A9-A32C0306B6AB}"/>
              </a:ext>
            </a:extLst>
          </p:cNvPr>
          <p:cNvCxnSpPr>
            <a:cxnSpLocks/>
          </p:cNvCxnSpPr>
          <p:nvPr/>
        </p:nvCxnSpPr>
        <p:spPr>
          <a:xfrm>
            <a:off x="11390632" y="34404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52">
            <a:extLst>
              <a:ext uri="{FF2B5EF4-FFF2-40B4-BE49-F238E27FC236}">
                <a16:creationId xmlns:a16="http://schemas.microsoft.com/office/drawing/2014/main" id="{1A64064C-2045-49B8-9AC7-AA98FF27841A}"/>
              </a:ext>
            </a:extLst>
          </p:cNvPr>
          <p:cNvCxnSpPr>
            <a:cxnSpLocks/>
          </p:cNvCxnSpPr>
          <p:nvPr/>
        </p:nvCxnSpPr>
        <p:spPr>
          <a:xfrm flipH="1" flipV="1">
            <a:off x="11131550" y="332740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52">
            <a:extLst>
              <a:ext uri="{FF2B5EF4-FFF2-40B4-BE49-F238E27FC236}">
                <a16:creationId xmlns:a16="http://schemas.microsoft.com/office/drawing/2014/main" id="{2241486F-3052-485A-B69C-91DFB120793E}"/>
              </a:ext>
            </a:extLst>
          </p:cNvPr>
          <p:cNvCxnSpPr>
            <a:cxnSpLocks/>
          </p:cNvCxnSpPr>
          <p:nvPr/>
        </p:nvCxnSpPr>
        <p:spPr>
          <a:xfrm>
            <a:off x="11146792" y="316611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52">
            <a:extLst>
              <a:ext uri="{FF2B5EF4-FFF2-40B4-BE49-F238E27FC236}">
                <a16:creationId xmlns:a16="http://schemas.microsoft.com/office/drawing/2014/main" id="{B0116E45-4911-4340-A051-66C0061BE4D0}"/>
              </a:ext>
            </a:extLst>
          </p:cNvPr>
          <p:cNvCxnSpPr>
            <a:cxnSpLocks/>
          </p:cNvCxnSpPr>
          <p:nvPr/>
        </p:nvCxnSpPr>
        <p:spPr>
          <a:xfrm flipH="1" flipV="1">
            <a:off x="11142980" y="315976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52">
            <a:extLst>
              <a:ext uri="{FF2B5EF4-FFF2-40B4-BE49-F238E27FC236}">
                <a16:creationId xmlns:a16="http://schemas.microsoft.com/office/drawing/2014/main" id="{9A3D105F-AB6A-492D-99D0-B82B982DF122}"/>
              </a:ext>
            </a:extLst>
          </p:cNvPr>
          <p:cNvCxnSpPr>
            <a:cxnSpLocks/>
          </p:cNvCxnSpPr>
          <p:nvPr/>
        </p:nvCxnSpPr>
        <p:spPr>
          <a:xfrm>
            <a:off x="11402062" y="287274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52">
            <a:extLst>
              <a:ext uri="{FF2B5EF4-FFF2-40B4-BE49-F238E27FC236}">
                <a16:creationId xmlns:a16="http://schemas.microsoft.com/office/drawing/2014/main" id="{4386A962-66D4-4379-BAF7-E4A0B0CDF39A}"/>
              </a:ext>
            </a:extLst>
          </p:cNvPr>
          <p:cNvCxnSpPr>
            <a:cxnSpLocks/>
          </p:cNvCxnSpPr>
          <p:nvPr/>
        </p:nvCxnSpPr>
        <p:spPr>
          <a:xfrm flipH="1">
            <a:off x="11390630" y="276606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52">
            <a:extLst>
              <a:ext uri="{FF2B5EF4-FFF2-40B4-BE49-F238E27FC236}">
                <a16:creationId xmlns:a16="http://schemas.microsoft.com/office/drawing/2014/main" id="{A53FEBA5-1716-4AA0-B3F7-5AFF35464675}"/>
              </a:ext>
            </a:extLst>
          </p:cNvPr>
          <p:cNvCxnSpPr>
            <a:cxnSpLocks/>
          </p:cNvCxnSpPr>
          <p:nvPr/>
        </p:nvCxnSpPr>
        <p:spPr>
          <a:xfrm>
            <a:off x="11626852" y="241554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52">
            <a:extLst>
              <a:ext uri="{FF2B5EF4-FFF2-40B4-BE49-F238E27FC236}">
                <a16:creationId xmlns:a16="http://schemas.microsoft.com/office/drawing/2014/main" id="{F8794A76-B965-41C5-8871-A9A8F7171D6A}"/>
              </a:ext>
            </a:extLst>
          </p:cNvPr>
          <p:cNvCxnSpPr>
            <a:cxnSpLocks/>
          </p:cNvCxnSpPr>
          <p:nvPr/>
        </p:nvCxnSpPr>
        <p:spPr>
          <a:xfrm flipH="1">
            <a:off x="11619230" y="231648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52">
            <a:extLst>
              <a:ext uri="{FF2B5EF4-FFF2-40B4-BE49-F238E27FC236}">
                <a16:creationId xmlns:a16="http://schemas.microsoft.com/office/drawing/2014/main" id="{8DD4B2CF-FDB6-4D68-A501-6C1E6A8E63CA}"/>
              </a:ext>
            </a:extLst>
          </p:cNvPr>
          <p:cNvCxnSpPr>
            <a:cxnSpLocks/>
          </p:cNvCxnSpPr>
          <p:nvPr/>
        </p:nvCxnSpPr>
        <p:spPr>
          <a:xfrm>
            <a:off x="11855452" y="21450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52">
            <a:extLst>
              <a:ext uri="{FF2B5EF4-FFF2-40B4-BE49-F238E27FC236}">
                <a16:creationId xmlns:a16="http://schemas.microsoft.com/office/drawing/2014/main" id="{4FB2C652-E8D5-45AE-B70D-99976C81F770}"/>
              </a:ext>
            </a:extLst>
          </p:cNvPr>
          <p:cNvCxnSpPr>
            <a:cxnSpLocks/>
          </p:cNvCxnSpPr>
          <p:nvPr/>
        </p:nvCxnSpPr>
        <p:spPr>
          <a:xfrm flipH="1" flipV="1">
            <a:off x="11607800" y="203581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52">
            <a:extLst>
              <a:ext uri="{FF2B5EF4-FFF2-40B4-BE49-F238E27FC236}">
                <a16:creationId xmlns:a16="http://schemas.microsoft.com/office/drawing/2014/main" id="{2EBF3F02-458E-4385-BF75-E2F9BE0A4063}"/>
              </a:ext>
            </a:extLst>
          </p:cNvPr>
          <p:cNvCxnSpPr>
            <a:cxnSpLocks/>
          </p:cNvCxnSpPr>
          <p:nvPr/>
        </p:nvCxnSpPr>
        <p:spPr>
          <a:xfrm>
            <a:off x="11634472" y="204216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52">
            <a:extLst>
              <a:ext uri="{FF2B5EF4-FFF2-40B4-BE49-F238E27FC236}">
                <a16:creationId xmlns:a16="http://schemas.microsoft.com/office/drawing/2014/main" id="{219F7F60-2832-4C83-9489-E166C8E571E4}"/>
              </a:ext>
            </a:extLst>
          </p:cNvPr>
          <p:cNvCxnSpPr>
            <a:cxnSpLocks/>
          </p:cNvCxnSpPr>
          <p:nvPr/>
        </p:nvCxnSpPr>
        <p:spPr>
          <a:xfrm flipH="1">
            <a:off x="11394440" y="220599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52">
            <a:extLst>
              <a:ext uri="{FF2B5EF4-FFF2-40B4-BE49-F238E27FC236}">
                <a16:creationId xmlns:a16="http://schemas.microsoft.com/office/drawing/2014/main" id="{079037C9-6C27-4B41-9F49-130126580844}"/>
              </a:ext>
            </a:extLst>
          </p:cNvPr>
          <p:cNvCxnSpPr>
            <a:cxnSpLocks/>
          </p:cNvCxnSpPr>
          <p:nvPr/>
        </p:nvCxnSpPr>
        <p:spPr>
          <a:xfrm>
            <a:off x="11405872" y="2293620"/>
            <a:ext cx="0" cy="3924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2">
            <a:extLst>
              <a:ext uri="{FF2B5EF4-FFF2-40B4-BE49-F238E27FC236}">
                <a16:creationId xmlns:a16="http://schemas.microsoft.com/office/drawing/2014/main" id="{644A8837-215D-45ED-90E8-BB00E4406ED5}"/>
              </a:ext>
            </a:extLst>
          </p:cNvPr>
          <p:cNvCxnSpPr>
            <a:cxnSpLocks/>
          </p:cNvCxnSpPr>
          <p:nvPr/>
        </p:nvCxnSpPr>
        <p:spPr>
          <a:xfrm flipH="1">
            <a:off x="11177270" y="267081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2">
            <a:extLst>
              <a:ext uri="{FF2B5EF4-FFF2-40B4-BE49-F238E27FC236}">
                <a16:creationId xmlns:a16="http://schemas.microsoft.com/office/drawing/2014/main" id="{92B7BAB7-F12C-49AE-B291-861EC4AC3F8A}"/>
              </a:ext>
            </a:extLst>
          </p:cNvPr>
          <p:cNvCxnSpPr>
            <a:cxnSpLocks/>
          </p:cNvCxnSpPr>
          <p:nvPr/>
        </p:nvCxnSpPr>
        <p:spPr>
          <a:xfrm>
            <a:off x="11158222" y="2232660"/>
            <a:ext cx="0" cy="5562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2">
            <a:extLst>
              <a:ext uri="{FF2B5EF4-FFF2-40B4-BE49-F238E27FC236}">
                <a16:creationId xmlns:a16="http://schemas.microsoft.com/office/drawing/2014/main" id="{6EB75873-DE13-4361-9948-D9FF05B513A8}"/>
              </a:ext>
            </a:extLst>
          </p:cNvPr>
          <p:cNvCxnSpPr>
            <a:cxnSpLocks/>
          </p:cNvCxnSpPr>
          <p:nvPr/>
        </p:nvCxnSpPr>
        <p:spPr>
          <a:xfrm flipH="1">
            <a:off x="11146790" y="214503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2">
            <a:extLst>
              <a:ext uri="{FF2B5EF4-FFF2-40B4-BE49-F238E27FC236}">
                <a16:creationId xmlns:a16="http://schemas.microsoft.com/office/drawing/2014/main" id="{6E662ED5-1411-4540-925F-083A959B2193}"/>
              </a:ext>
            </a:extLst>
          </p:cNvPr>
          <p:cNvCxnSpPr>
            <a:cxnSpLocks/>
          </p:cNvCxnSpPr>
          <p:nvPr/>
        </p:nvCxnSpPr>
        <p:spPr>
          <a:xfrm flipH="1" flipV="1">
            <a:off x="11135360" y="203581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2">
            <a:extLst>
              <a:ext uri="{FF2B5EF4-FFF2-40B4-BE49-F238E27FC236}">
                <a16:creationId xmlns:a16="http://schemas.microsoft.com/office/drawing/2014/main" id="{91FE2918-E4AF-4F7B-B46C-CF88012EB616}"/>
              </a:ext>
            </a:extLst>
          </p:cNvPr>
          <p:cNvCxnSpPr>
            <a:cxnSpLocks/>
          </p:cNvCxnSpPr>
          <p:nvPr/>
        </p:nvCxnSpPr>
        <p:spPr>
          <a:xfrm>
            <a:off x="11146792" y="186690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2">
            <a:extLst>
              <a:ext uri="{FF2B5EF4-FFF2-40B4-BE49-F238E27FC236}">
                <a16:creationId xmlns:a16="http://schemas.microsoft.com/office/drawing/2014/main" id="{86FAFE9E-79C1-4E9F-AA22-7ACE85B95B6F}"/>
              </a:ext>
            </a:extLst>
          </p:cNvPr>
          <p:cNvCxnSpPr>
            <a:cxnSpLocks/>
          </p:cNvCxnSpPr>
          <p:nvPr/>
        </p:nvCxnSpPr>
        <p:spPr>
          <a:xfrm flipH="1" flipV="1">
            <a:off x="10906760" y="175006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2">
            <a:extLst>
              <a:ext uri="{FF2B5EF4-FFF2-40B4-BE49-F238E27FC236}">
                <a16:creationId xmlns:a16="http://schemas.microsoft.com/office/drawing/2014/main" id="{DDAF5326-F41C-4C94-BC86-CB69210EAA1C}"/>
              </a:ext>
            </a:extLst>
          </p:cNvPr>
          <p:cNvCxnSpPr>
            <a:cxnSpLocks/>
          </p:cNvCxnSpPr>
          <p:nvPr/>
        </p:nvCxnSpPr>
        <p:spPr>
          <a:xfrm>
            <a:off x="10922002" y="173736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2">
            <a:extLst>
              <a:ext uri="{FF2B5EF4-FFF2-40B4-BE49-F238E27FC236}">
                <a16:creationId xmlns:a16="http://schemas.microsoft.com/office/drawing/2014/main" id="{FB36BF59-7645-439A-AFD7-664DE8834346}"/>
              </a:ext>
            </a:extLst>
          </p:cNvPr>
          <p:cNvCxnSpPr>
            <a:cxnSpLocks/>
          </p:cNvCxnSpPr>
          <p:nvPr/>
        </p:nvCxnSpPr>
        <p:spPr>
          <a:xfrm flipH="1">
            <a:off x="10662920" y="194691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52">
            <a:extLst>
              <a:ext uri="{FF2B5EF4-FFF2-40B4-BE49-F238E27FC236}">
                <a16:creationId xmlns:a16="http://schemas.microsoft.com/office/drawing/2014/main" id="{7056EE03-F48F-4E9E-8056-81246C87F386}"/>
              </a:ext>
            </a:extLst>
          </p:cNvPr>
          <p:cNvCxnSpPr>
            <a:cxnSpLocks/>
          </p:cNvCxnSpPr>
          <p:nvPr/>
        </p:nvCxnSpPr>
        <p:spPr>
          <a:xfrm flipH="1">
            <a:off x="10666730" y="2106930"/>
            <a:ext cx="248920" cy="1346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52">
            <a:extLst>
              <a:ext uri="{FF2B5EF4-FFF2-40B4-BE49-F238E27FC236}">
                <a16:creationId xmlns:a16="http://schemas.microsoft.com/office/drawing/2014/main" id="{4CA66770-B824-489B-9A0C-55BBBD64125F}"/>
              </a:ext>
            </a:extLst>
          </p:cNvPr>
          <p:cNvCxnSpPr>
            <a:cxnSpLocks/>
          </p:cNvCxnSpPr>
          <p:nvPr/>
        </p:nvCxnSpPr>
        <p:spPr>
          <a:xfrm>
            <a:off x="10670542" y="203454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52">
            <a:extLst>
              <a:ext uri="{FF2B5EF4-FFF2-40B4-BE49-F238E27FC236}">
                <a16:creationId xmlns:a16="http://schemas.microsoft.com/office/drawing/2014/main" id="{BE2C2388-91CD-4C97-A686-DD3D34B653DD}"/>
              </a:ext>
            </a:extLst>
          </p:cNvPr>
          <p:cNvCxnSpPr>
            <a:cxnSpLocks/>
          </p:cNvCxnSpPr>
          <p:nvPr/>
        </p:nvCxnSpPr>
        <p:spPr>
          <a:xfrm>
            <a:off x="10914382" y="2099310"/>
            <a:ext cx="0" cy="575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52">
            <a:extLst>
              <a:ext uri="{FF2B5EF4-FFF2-40B4-BE49-F238E27FC236}">
                <a16:creationId xmlns:a16="http://schemas.microsoft.com/office/drawing/2014/main" id="{6ECE7E43-0E9E-4F2C-AC25-B8C539BAB086}"/>
              </a:ext>
            </a:extLst>
          </p:cNvPr>
          <p:cNvCxnSpPr>
            <a:cxnSpLocks/>
          </p:cNvCxnSpPr>
          <p:nvPr/>
        </p:nvCxnSpPr>
        <p:spPr>
          <a:xfrm flipH="1">
            <a:off x="10659110" y="2682240"/>
            <a:ext cx="26416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52">
            <a:extLst>
              <a:ext uri="{FF2B5EF4-FFF2-40B4-BE49-F238E27FC236}">
                <a16:creationId xmlns:a16="http://schemas.microsoft.com/office/drawing/2014/main" id="{EAAFD435-AB1B-4EF3-9DCB-7F9E40E6E71F}"/>
              </a:ext>
            </a:extLst>
          </p:cNvPr>
          <p:cNvCxnSpPr>
            <a:cxnSpLocks/>
          </p:cNvCxnSpPr>
          <p:nvPr/>
        </p:nvCxnSpPr>
        <p:spPr>
          <a:xfrm>
            <a:off x="10678162" y="2392680"/>
            <a:ext cx="0" cy="3924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52">
            <a:extLst>
              <a:ext uri="{FF2B5EF4-FFF2-40B4-BE49-F238E27FC236}">
                <a16:creationId xmlns:a16="http://schemas.microsoft.com/office/drawing/2014/main" id="{637A930B-2C01-4888-828E-1D55B270C72B}"/>
              </a:ext>
            </a:extLst>
          </p:cNvPr>
          <p:cNvCxnSpPr>
            <a:cxnSpLocks/>
          </p:cNvCxnSpPr>
          <p:nvPr/>
        </p:nvCxnSpPr>
        <p:spPr>
          <a:xfrm flipH="1">
            <a:off x="10427970" y="237744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52">
            <a:extLst>
              <a:ext uri="{FF2B5EF4-FFF2-40B4-BE49-F238E27FC236}">
                <a16:creationId xmlns:a16="http://schemas.microsoft.com/office/drawing/2014/main" id="{504DAE8D-D4CE-437C-A5A6-C26E4E830121}"/>
              </a:ext>
            </a:extLst>
          </p:cNvPr>
          <p:cNvCxnSpPr>
            <a:cxnSpLocks/>
          </p:cNvCxnSpPr>
          <p:nvPr/>
        </p:nvCxnSpPr>
        <p:spPr>
          <a:xfrm>
            <a:off x="10441942" y="2495550"/>
            <a:ext cx="0" cy="1790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52">
            <a:extLst>
              <a:ext uri="{FF2B5EF4-FFF2-40B4-BE49-F238E27FC236}">
                <a16:creationId xmlns:a16="http://schemas.microsoft.com/office/drawing/2014/main" id="{9EA962CE-FA3D-4D02-AA78-495CA0B62BB2}"/>
              </a:ext>
            </a:extLst>
          </p:cNvPr>
          <p:cNvCxnSpPr>
            <a:cxnSpLocks/>
          </p:cNvCxnSpPr>
          <p:nvPr/>
        </p:nvCxnSpPr>
        <p:spPr>
          <a:xfrm flipH="1">
            <a:off x="10187940" y="265176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52">
            <a:extLst>
              <a:ext uri="{FF2B5EF4-FFF2-40B4-BE49-F238E27FC236}">
                <a16:creationId xmlns:a16="http://schemas.microsoft.com/office/drawing/2014/main" id="{4CB15ED5-2B04-4362-9DB4-320D97D13824}"/>
              </a:ext>
            </a:extLst>
          </p:cNvPr>
          <p:cNvCxnSpPr>
            <a:cxnSpLocks/>
          </p:cNvCxnSpPr>
          <p:nvPr/>
        </p:nvCxnSpPr>
        <p:spPr>
          <a:xfrm>
            <a:off x="10190482" y="276606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52">
            <a:extLst>
              <a:ext uri="{FF2B5EF4-FFF2-40B4-BE49-F238E27FC236}">
                <a16:creationId xmlns:a16="http://schemas.microsoft.com/office/drawing/2014/main" id="{D9E7CF03-4004-4470-9004-6AC60B7130BD}"/>
              </a:ext>
            </a:extLst>
          </p:cNvPr>
          <p:cNvCxnSpPr>
            <a:cxnSpLocks/>
          </p:cNvCxnSpPr>
          <p:nvPr/>
        </p:nvCxnSpPr>
        <p:spPr>
          <a:xfrm flipH="1">
            <a:off x="10187940" y="285369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52">
            <a:extLst>
              <a:ext uri="{FF2B5EF4-FFF2-40B4-BE49-F238E27FC236}">
                <a16:creationId xmlns:a16="http://schemas.microsoft.com/office/drawing/2014/main" id="{26FB0CE0-3086-4960-ABFE-4C49CAE7F94D}"/>
              </a:ext>
            </a:extLst>
          </p:cNvPr>
          <p:cNvCxnSpPr>
            <a:cxnSpLocks/>
          </p:cNvCxnSpPr>
          <p:nvPr/>
        </p:nvCxnSpPr>
        <p:spPr>
          <a:xfrm>
            <a:off x="10430512" y="2830830"/>
            <a:ext cx="0" cy="4038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52">
            <a:extLst>
              <a:ext uri="{FF2B5EF4-FFF2-40B4-BE49-F238E27FC236}">
                <a16:creationId xmlns:a16="http://schemas.microsoft.com/office/drawing/2014/main" id="{15FDAA41-7466-44A0-8E19-2D03FA260F49}"/>
              </a:ext>
            </a:extLst>
          </p:cNvPr>
          <p:cNvCxnSpPr>
            <a:cxnSpLocks/>
          </p:cNvCxnSpPr>
          <p:nvPr/>
        </p:nvCxnSpPr>
        <p:spPr>
          <a:xfrm flipH="1" flipV="1">
            <a:off x="9950450" y="3232150"/>
            <a:ext cx="501650" cy="222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52">
            <a:extLst>
              <a:ext uri="{FF2B5EF4-FFF2-40B4-BE49-F238E27FC236}">
                <a16:creationId xmlns:a16="http://schemas.microsoft.com/office/drawing/2014/main" id="{1A18E0EA-B4D8-473E-A048-15C42F95BE76}"/>
              </a:ext>
            </a:extLst>
          </p:cNvPr>
          <p:cNvCxnSpPr>
            <a:cxnSpLocks/>
          </p:cNvCxnSpPr>
          <p:nvPr/>
        </p:nvCxnSpPr>
        <p:spPr>
          <a:xfrm flipH="1">
            <a:off x="9734550" y="3223260"/>
            <a:ext cx="224790" cy="990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52">
            <a:extLst>
              <a:ext uri="{FF2B5EF4-FFF2-40B4-BE49-F238E27FC236}">
                <a16:creationId xmlns:a16="http://schemas.microsoft.com/office/drawing/2014/main" id="{1AA125BC-F4DE-491C-B62E-4CCA4F072181}"/>
              </a:ext>
            </a:extLst>
          </p:cNvPr>
          <p:cNvCxnSpPr>
            <a:cxnSpLocks/>
          </p:cNvCxnSpPr>
          <p:nvPr/>
        </p:nvCxnSpPr>
        <p:spPr>
          <a:xfrm flipH="1" flipV="1">
            <a:off x="9264650" y="3143250"/>
            <a:ext cx="501650" cy="184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52">
            <a:extLst>
              <a:ext uri="{FF2B5EF4-FFF2-40B4-BE49-F238E27FC236}">
                <a16:creationId xmlns:a16="http://schemas.microsoft.com/office/drawing/2014/main" id="{5FAF6468-430C-4575-B433-F773CF986832}"/>
              </a:ext>
            </a:extLst>
          </p:cNvPr>
          <p:cNvCxnSpPr>
            <a:cxnSpLocks/>
          </p:cNvCxnSpPr>
          <p:nvPr/>
        </p:nvCxnSpPr>
        <p:spPr>
          <a:xfrm>
            <a:off x="9028432" y="3238500"/>
            <a:ext cx="0" cy="1752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52">
            <a:extLst>
              <a:ext uri="{FF2B5EF4-FFF2-40B4-BE49-F238E27FC236}">
                <a16:creationId xmlns:a16="http://schemas.microsoft.com/office/drawing/2014/main" id="{CF59A493-EFCF-4B4F-80C7-BE8F9076C053}"/>
              </a:ext>
            </a:extLst>
          </p:cNvPr>
          <p:cNvCxnSpPr>
            <a:cxnSpLocks/>
          </p:cNvCxnSpPr>
          <p:nvPr/>
        </p:nvCxnSpPr>
        <p:spPr>
          <a:xfrm flipV="1">
            <a:off x="7860030" y="3429000"/>
            <a:ext cx="684530" cy="2514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52">
            <a:extLst>
              <a:ext uri="{FF2B5EF4-FFF2-40B4-BE49-F238E27FC236}">
                <a16:creationId xmlns:a16="http://schemas.microsoft.com/office/drawing/2014/main" id="{CAA0632A-3B20-4427-AF29-2C92080D1368}"/>
              </a:ext>
            </a:extLst>
          </p:cNvPr>
          <p:cNvCxnSpPr>
            <a:cxnSpLocks/>
          </p:cNvCxnSpPr>
          <p:nvPr/>
        </p:nvCxnSpPr>
        <p:spPr>
          <a:xfrm flipH="1" flipV="1">
            <a:off x="8555990" y="34112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52">
            <a:extLst>
              <a:ext uri="{FF2B5EF4-FFF2-40B4-BE49-F238E27FC236}">
                <a16:creationId xmlns:a16="http://schemas.microsoft.com/office/drawing/2014/main" id="{E96C153A-1F71-41D8-8B88-38EE25AEBF20}"/>
              </a:ext>
            </a:extLst>
          </p:cNvPr>
          <p:cNvCxnSpPr>
            <a:cxnSpLocks/>
          </p:cNvCxnSpPr>
          <p:nvPr/>
        </p:nvCxnSpPr>
        <p:spPr>
          <a:xfrm>
            <a:off x="8771892" y="3510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52">
            <a:extLst>
              <a:ext uri="{FF2B5EF4-FFF2-40B4-BE49-F238E27FC236}">
                <a16:creationId xmlns:a16="http://schemas.microsoft.com/office/drawing/2014/main" id="{9FB3D118-0E82-4DEC-9900-BB00D8217317}"/>
              </a:ext>
            </a:extLst>
          </p:cNvPr>
          <p:cNvCxnSpPr>
            <a:cxnSpLocks/>
          </p:cNvCxnSpPr>
          <p:nvPr/>
        </p:nvCxnSpPr>
        <p:spPr>
          <a:xfrm flipH="1" flipV="1">
            <a:off x="8525510" y="35890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52">
            <a:extLst>
              <a:ext uri="{FF2B5EF4-FFF2-40B4-BE49-F238E27FC236}">
                <a16:creationId xmlns:a16="http://schemas.microsoft.com/office/drawing/2014/main" id="{FE5A192F-5C88-49B5-8F44-0EE52D19A9C4}"/>
              </a:ext>
            </a:extLst>
          </p:cNvPr>
          <p:cNvCxnSpPr>
            <a:cxnSpLocks/>
          </p:cNvCxnSpPr>
          <p:nvPr/>
        </p:nvCxnSpPr>
        <p:spPr>
          <a:xfrm>
            <a:off x="8558532" y="35814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52">
            <a:extLst>
              <a:ext uri="{FF2B5EF4-FFF2-40B4-BE49-F238E27FC236}">
                <a16:creationId xmlns:a16="http://schemas.microsoft.com/office/drawing/2014/main" id="{8D487808-F975-4FC8-A1A2-7C3EE5FBCCE7}"/>
              </a:ext>
            </a:extLst>
          </p:cNvPr>
          <p:cNvCxnSpPr>
            <a:cxnSpLocks/>
          </p:cNvCxnSpPr>
          <p:nvPr/>
        </p:nvCxnSpPr>
        <p:spPr>
          <a:xfrm flipH="1" flipV="1">
            <a:off x="8312150" y="367538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452">
            <a:extLst>
              <a:ext uri="{FF2B5EF4-FFF2-40B4-BE49-F238E27FC236}">
                <a16:creationId xmlns:a16="http://schemas.microsoft.com/office/drawing/2014/main" id="{917F6764-312F-46D5-8ED8-9DB067227065}"/>
              </a:ext>
            </a:extLst>
          </p:cNvPr>
          <p:cNvCxnSpPr>
            <a:cxnSpLocks/>
          </p:cNvCxnSpPr>
          <p:nvPr/>
        </p:nvCxnSpPr>
        <p:spPr>
          <a:xfrm flipH="1">
            <a:off x="7853680" y="3670300"/>
            <a:ext cx="483870" cy="210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452">
            <a:extLst>
              <a:ext uri="{FF2B5EF4-FFF2-40B4-BE49-F238E27FC236}">
                <a16:creationId xmlns:a16="http://schemas.microsoft.com/office/drawing/2014/main" id="{8EAFE087-980E-4E57-AC5D-92E32C1FE37C}"/>
              </a:ext>
            </a:extLst>
          </p:cNvPr>
          <p:cNvCxnSpPr>
            <a:cxnSpLocks/>
          </p:cNvCxnSpPr>
          <p:nvPr/>
        </p:nvCxnSpPr>
        <p:spPr>
          <a:xfrm flipH="1" flipV="1">
            <a:off x="7636510" y="377190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452">
            <a:extLst>
              <a:ext uri="{FF2B5EF4-FFF2-40B4-BE49-F238E27FC236}">
                <a16:creationId xmlns:a16="http://schemas.microsoft.com/office/drawing/2014/main" id="{D06DCE52-516B-4B13-AB05-092ECBBB5316}"/>
              </a:ext>
            </a:extLst>
          </p:cNvPr>
          <p:cNvCxnSpPr>
            <a:cxnSpLocks/>
          </p:cNvCxnSpPr>
          <p:nvPr/>
        </p:nvCxnSpPr>
        <p:spPr>
          <a:xfrm>
            <a:off x="7618732" y="3764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452">
            <a:extLst>
              <a:ext uri="{FF2B5EF4-FFF2-40B4-BE49-F238E27FC236}">
                <a16:creationId xmlns:a16="http://schemas.microsoft.com/office/drawing/2014/main" id="{8693EB37-ABA3-41F2-9AD6-5FF636DDF5A6}"/>
              </a:ext>
            </a:extLst>
          </p:cNvPr>
          <p:cNvCxnSpPr>
            <a:cxnSpLocks/>
          </p:cNvCxnSpPr>
          <p:nvPr/>
        </p:nvCxnSpPr>
        <p:spPr>
          <a:xfrm flipH="1">
            <a:off x="7381240" y="395986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452">
            <a:extLst>
              <a:ext uri="{FF2B5EF4-FFF2-40B4-BE49-F238E27FC236}">
                <a16:creationId xmlns:a16="http://schemas.microsoft.com/office/drawing/2014/main" id="{EB9B8FFE-77F0-4564-8114-210B98164073}"/>
              </a:ext>
            </a:extLst>
          </p:cNvPr>
          <p:cNvCxnSpPr>
            <a:cxnSpLocks/>
          </p:cNvCxnSpPr>
          <p:nvPr/>
        </p:nvCxnSpPr>
        <p:spPr>
          <a:xfrm flipH="1" flipV="1">
            <a:off x="7138670" y="39446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452">
            <a:extLst>
              <a:ext uri="{FF2B5EF4-FFF2-40B4-BE49-F238E27FC236}">
                <a16:creationId xmlns:a16="http://schemas.microsoft.com/office/drawing/2014/main" id="{FE7944B6-32F6-447F-ADD8-954BC6FF748E}"/>
              </a:ext>
            </a:extLst>
          </p:cNvPr>
          <p:cNvCxnSpPr>
            <a:cxnSpLocks/>
          </p:cNvCxnSpPr>
          <p:nvPr/>
        </p:nvCxnSpPr>
        <p:spPr>
          <a:xfrm flipH="1">
            <a:off x="6913880" y="39446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452">
            <a:extLst>
              <a:ext uri="{FF2B5EF4-FFF2-40B4-BE49-F238E27FC236}">
                <a16:creationId xmlns:a16="http://schemas.microsoft.com/office/drawing/2014/main" id="{2D68F8F3-B6F7-4215-BCD5-79117CAEAF43}"/>
              </a:ext>
            </a:extLst>
          </p:cNvPr>
          <p:cNvCxnSpPr>
            <a:cxnSpLocks/>
          </p:cNvCxnSpPr>
          <p:nvPr/>
        </p:nvCxnSpPr>
        <p:spPr>
          <a:xfrm flipH="1" flipV="1">
            <a:off x="6436360" y="3876040"/>
            <a:ext cx="494030" cy="1790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452">
            <a:extLst>
              <a:ext uri="{FF2B5EF4-FFF2-40B4-BE49-F238E27FC236}">
                <a16:creationId xmlns:a16="http://schemas.microsoft.com/office/drawing/2014/main" id="{ECD43CB7-8EFF-4E62-8C87-FF3DD813CF6A}"/>
              </a:ext>
            </a:extLst>
          </p:cNvPr>
          <p:cNvCxnSpPr>
            <a:cxnSpLocks/>
          </p:cNvCxnSpPr>
          <p:nvPr/>
        </p:nvCxnSpPr>
        <p:spPr>
          <a:xfrm flipH="1">
            <a:off x="6197600" y="38684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452">
            <a:extLst>
              <a:ext uri="{FF2B5EF4-FFF2-40B4-BE49-F238E27FC236}">
                <a16:creationId xmlns:a16="http://schemas.microsoft.com/office/drawing/2014/main" id="{17F0ED19-A63B-45F0-A7C2-4491316BC8BC}"/>
              </a:ext>
            </a:extLst>
          </p:cNvPr>
          <p:cNvCxnSpPr>
            <a:cxnSpLocks/>
          </p:cNvCxnSpPr>
          <p:nvPr/>
        </p:nvCxnSpPr>
        <p:spPr>
          <a:xfrm>
            <a:off x="6186172" y="3972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452">
            <a:extLst>
              <a:ext uri="{FF2B5EF4-FFF2-40B4-BE49-F238E27FC236}">
                <a16:creationId xmlns:a16="http://schemas.microsoft.com/office/drawing/2014/main" id="{01AF5A15-09E2-4B09-B263-A3F5A44E1390}"/>
              </a:ext>
            </a:extLst>
          </p:cNvPr>
          <p:cNvCxnSpPr>
            <a:cxnSpLocks/>
          </p:cNvCxnSpPr>
          <p:nvPr/>
        </p:nvCxnSpPr>
        <p:spPr>
          <a:xfrm flipH="1">
            <a:off x="6202680" y="405638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452">
            <a:extLst>
              <a:ext uri="{FF2B5EF4-FFF2-40B4-BE49-F238E27FC236}">
                <a16:creationId xmlns:a16="http://schemas.microsoft.com/office/drawing/2014/main" id="{6A84B8D4-3D95-4B99-8CC6-7F3CB680977B}"/>
              </a:ext>
            </a:extLst>
          </p:cNvPr>
          <p:cNvCxnSpPr>
            <a:cxnSpLocks/>
          </p:cNvCxnSpPr>
          <p:nvPr/>
        </p:nvCxnSpPr>
        <p:spPr>
          <a:xfrm flipH="1" flipV="1">
            <a:off x="6447790" y="406654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452">
            <a:extLst>
              <a:ext uri="{FF2B5EF4-FFF2-40B4-BE49-F238E27FC236}">
                <a16:creationId xmlns:a16="http://schemas.microsoft.com/office/drawing/2014/main" id="{56069156-5784-4ADE-BDCF-6FAC4F3E9244}"/>
              </a:ext>
            </a:extLst>
          </p:cNvPr>
          <p:cNvCxnSpPr>
            <a:cxnSpLocks/>
          </p:cNvCxnSpPr>
          <p:nvPr/>
        </p:nvCxnSpPr>
        <p:spPr>
          <a:xfrm flipH="1">
            <a:off x="6431280" y="41478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452">
            <a:extLst>
              <a:ext uri="{FF2B5EF4-FFF2-40B4-BE49-F238E27FC236}">
                <a16:creationId xmlns:a16="http://schemas.microsoft.com/office/drawing/2014/main" id="{4FFF01FD-4E9A-4150-BE28-70074773B052}"/>
              </a:ext>
            </a:extLst>
          </p:cNvPr>
          <p:cNvCxnSpPr>
            <a:cxnSpLocks/>
          </p:cNvCxnSpPr>
          <p:nvPr/>
        </p:nvCxnSpPr>
        <p:spPr>
          <a:xfrm>
            <a:off x="6440172" y="42519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452">
            <a:extLst>
              <a:ext uri="{FF2B5EF4-FFF2-40B4-BE49-F238E27FC236}">
                <a16:creationId xmlns:a16="http://schemas.microsoft.com/office/drawing/2014/main" id="{52656E40-2EFE-4EAB-BFE0-135921251002}"/>
              </a:ext>
            </a:extLst>
          </p:cNvPr>
          <p:cNvCxnSpPr>
            <a:cxnSpLocks/>
          </p:cNvCxnSpPr>
          <p:nvPr/>
        </p:nvCxnSpPr>
        <p:spPr>
          <a:xfrm flipH="1" flipV="1">
            <a:off x="6421120" y="4434840"/>
            <a:ext cx="243840" cy="66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452">
            <a:extLst>
              <a:ext uri="{FF2B5EF4-FFF2-40B4-BE49-F238E27FC236}">
                <a16:creationId xmlns:a16="http://schemas.microsoft.com/office/drawing/2014/main" id="{5B681659-FFF7-4D1E-B199-966A9F4E80F5}"/>
              </a:ext>
            </a:extLst>
          </p:cNvPr>
          <p:cNvCxnSpPr>
            <a:cxnSpLocks/>
          </p:cNvCxnSpPr>
          <p:nvPr/>
        </p:nvCxnSpPr>
        <p:spPr>
          <a:xfrm>
            <a:off x="6653532" y="44856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452">
            <a:extLst>
              <a:ext uri="{FF2B5EF4-FFF2-40B4-BE49-F238E27FC236}">
                <a16:creationId xmlns:a16="http://schemas.microsoft.com/office/drawing/2014/main" id="{7854E713-67C6-40BD-8156-9407B6E457A5}"/>
              </a:ext>
            </a:extLst>
          </p:cNvPr>
          <p:cNvCxnSpPr>
            <a:cxnSpLocks/>
          </p:cNvCxnSpPr>
          <p:nvPr/>
        </p:nvCxnSpPr>
        <p:spPr>
          <a:xfrm flipH="1">
            <a:off x="6659880" y="459232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452">
            <a:extLst>
              <a:ext uri="{FF2B5EF4-FFF2-40B4-BE49-F238E27FC236}">
                <a16:creationId xmlns:a16="http://schemas.microsoft.com/office/drawing/2014/main" id="{DEF18DC8-F018-4A5A-B92A-3EE789A12764}"/>
              </a:ext>
            </a:extLst>
          </p:cNvPr>
          <p:cNvCxnSpPr>
            <a:cxnSpLocks/>
          </p:cNvCxnSpPr>
          <p:nvPr/>
        </p:nvCxnSpPr>
        <p:spPr>
          <a:xfrm>
            <a:off x="6897372" y="43891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452">
            <a:extLst>
              <a:ext uri="{FF2B5EF4-FFF2-40B4-BE49-F238E27FC236}">
                <a16:creationId xmlns:a16="http://schemas.microsoft.com/office/drawing/2014/main" id="{7B8E1349-8398-4E03-9D53-46B9868B52AF}"/>
              </a:ext>
            </a:extLst>
          </p:cNvPr>
          <p:cNvCxnSpPr>
            <a:cxnSpLocks/>
          </p:cNvCxnSpPr>
          <p:nvPr/>
        </p:nvCxnSpPr>
        <p:spPr>
          <a:xfrm flipH="1" flipV="1">
            <a:off x="6898640" y="441452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3B624F6B-619A-4B8D-801C-2CC466361470}"/>
              </a:ext>
            </a:extLst>
          </p:cNvPr>
          <p:cNvCxnSpPr>
            <a:cxnSpLocks/>
          </p:cNvCxnSpPr>
          <p:nvPr/>
        </p:nvCxnSpPr>
        <p:spPr>
          <a:xfrm flipH="1">
            <a:off x="7391400" y="448564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452">
            <a:extLst>
              <a:ext uri="{FF2B5EF4-FFF2-40B4-BE49-F238E27FC236}">
                <a16:creationId xmlns:a16="http://schemas.microsoft.com/office/drawing/2014/main" id="{F8F8E418-6629-4CE0-8C47-EA76FE7592DC}"/>
              </a:ext>
            </a:extLst>
          </p:cNvPr>
          <p:cNvCxnSpPr>
            <a:cxnSpLocks/>
          </p:cNvCxnSpPr>
          <p:nvPr/>
        </p:nvCxnSpPr>
        <p:spPr>
          <a:xfrm flipH="1" flipV="1">
            <a:off x="7132320" y="431800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452">
            <a:extLst>
              <a:ext uri="{FF2B5EF4-FFF2-40B4-BE49-F238E27FC236}">
                <a16:creationId xmlns:a16="http://schemas.microsoft.com/office/drawing/2014/main" id="{077CFE07-402A-439D-A7CD-27C89D5D011E}"/>
              </a:ext>
            </a:extLst>
          </p:cNvPr>
          <p:cNvCxnSpPr>
            <a:cxnSpLocks/>
          </p:cNvCxnSpPr>
          <p:nvPr/>
        </p:nvCxnSpPr>
        <p:spPr>
          <a:xfrm>
            <a:off x="7161532" y="41249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452">
            <a:extLst>
              <a:ext uri="{FF2B5EF4-FFF2-40B4-BE49-F238E27FC236}">
                <a16:creationId xmlns:a16="http://schemas.microsoft.com/office/drawing/2014/main" id="{1841F515-1FFF-4EEF-8AF5-7BDBD54F876F}"/>
              </a:ext>
            </a:extLst>
          </p:cNvPr>
          <p:cNvCxnSpPr>
            <a:cxnSpLocks/>
          </p:cNvCxnSpPr>
          <p:nvPr/>
        </p:nvCxnSpPr>
        <p:spPr>
          <a:xfrm flipH="1" flipV="1">
            <a:off x="7147560" y="415036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452">
            <a:extLst>
              <a:ext uri="{FF2B5EF4-FFF2-40B4-BE49-F238E27FC236}">
                <a16:creationId xmlns:a16="http://schemas.microsoft.com/office/drawing/2014/main" id="{59C7BF11-503D-490C-A8B5-845E5D738D04}"/>
              </a:ext>
            </a:extLst>
          </p:cNvPr>
          <p:cNvCxnSpPr>
            <a:cxnSpLocks/>
          </p:cNvCxnSpPr>
          <p:nvPr/>
        </p:nvCxnSpPr>
        <p:spPr>
          <a:xfrm>
            <a:off x="7618732" y="41198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452">
            <a:extLst>
              <a:ext uri="{FF2B5EF4-FFF2-40B4-BE49-F238E27FC236}">
                <a16:creationId xmlns:a16="http://schemas.microsoft.com/office/drawing/2014/main" id="{21CEE525-64BB-426B-886D-A4F8EB997802}"/>
              </a:ext>
            </a:extLst>
          </p:cNvPr>
          <p:cNvCxnSpPr>
            <a:cxnSpLocks/>
          </p:cNvCxnSpPr>
          <p:nvPr/>
        </p:nvCxnSpPr>
        <p:spPr>
          <a:xfrm flipH="1">
            <a:off x="7604760" y="3865880"/>
            <a:ext cx="731520" cy="2794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452">
            <a:extLst>
              <a:ext uri="{FF2B5EF4-FFF2-40B4-BE49-F238E27FC236}">
                <a16:creationId xmlns:a16="http://schemas.microsoft.com/office/drawing/2014/main" id="{D129ED92-607A-4F5F-B3C7-5EFD319DAF12}"/>
              </a:ext>
            </a:extLst>
          </p:cNvPr>
          <p:cNvCxnSpPr>
            <a:cxnSpLocks/>
          </p:cNvCxnSpPr>
          <p:nvPr/>
        </p:nvCxnSpPr>
        <p:spPr>
          <a:xfrm>
            <a:off x="8329932" y="38608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452">
            <a:extLst>
              <a:ext uri="{FF2B5EF4-FFF2-40B4-BE49-F238E27FC236}">
                <a16:creationId xmlns:a16="http://schemas.microsoft.com/office/drawing/2014/main" id="{2BADC489-0FE9-4DF0-8C38-9B8C967A2832}"/>
              </a:ext>
            </a:extLst>
          </p:cNvPr>
          <p:cNvCxnSpPr>
            <a:cxnSpLocks/>
          </p:cNvCxnSpPr>
          <p:nvPr/>
        </p:nvCxnSpPr>
        <p:spPr>
          <a:xfrm flipH="1" flipV="1">
            <a:off x="8317230" y="406146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452">
            <a:extLst>
              <a:ext uri="{FF2B5EF4-FFF2-40B4-BE49-F238E27FC236}">
                <a16:creationId xmlns:a16="http://schemas.microsoft.com/office/drawing/2014/main" id="{B1E749A6-B90C-4FFA-A2C1-AA0F69FD878D}"/>
              </a:ext>
            </a:extLst>
          </p:cNvPr>
          <p:cNvCxnSpPr>
            <a:cxnSpLocks/>
          </p:cNvCxnSpPr>
          <p:nvPr/>
        </p:nvCxnSpPr>
        <p:spPr>
          <a:xfrm flipH="1">
            <a:off x="8544560" y="404876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452">
            <a:extLst>
              <a:ext uri="{FF2B5EF4-FFF2-40B4-BE49-F238E27FC236}">
                <a16:creationId xmlns:a16="http://schemas.microsoft.com/office/drawing/2014/main" id="{C7956C03-A3D0-4C5B-8115-DB0A83B6B4EE}"/>
              </a:ext>
            </a:extLst>
          </p:cNvPr>
          <p:cNvCxnSpPr>
            <a:cxnSpLocks/>
          </p:cNvCxnSpPr>
          <p:nvPr/>
        </p:nvCxnSpPr>
        <p:spPr>
          <a:xfrm flipH="1" flipV="1">
            <a:off x="8809990" y="404622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452">
            <a:extLst>
              <a:ext uri="{FF2B5EF4-FFF2-40B4-BE49-F238E27FC236}">
                <a16:creationId xmlns:a16="http://schemas.microsoft.com/office/drawing/2014/main" id="{102CED34-B64E-4A0C-9A59-D0C84BCF8D3E}"/>
              </a:ext>
            </a:extLst>
          </p:cNvPr>
          <p:cNvCxnSpPr>
            <a:cxnSpLocks/>
          </p:cNvCxnSpPr>
          <p:nvPr/>
        </p:nvCxnSpPr>
        <p:spPr>
          <a:xfrm>
            <a:off x="9036052" y="41148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452">
            <a:extLst>
              <a:ext uri="{FF2B5EF4-FFF2-40B4-BE49-F238E27FC236}">
                <a16:creationId xmlns:a16="http://schemas.microsoft.com/office/drawing/2014/main" id="{01E9BAFC-8F3F-4C67-B55D-A1F71FE20B48}"/>
              </a:ext>
            </a:extLst>
          </p:cNvPr>
          <p:cNvCxnSpPr>
            <a:cxnSpLocks/>
          </p:cNvCxnSpPr>
          <p:nvPr/>
        </p:nvCxnSpPr>
        <p:spPr>
          <a:xfrm flipH="1" flipV="1">
            <a:off x="8799830" y="422910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452">
            <a:extLst>
              <a:ext uri="{FF2B5EF4-FFF2-40B4-BE49-F238E27FC236}">
                <a16:creationId xmlns:a16="http://schemas.microsoft.com/office/drawing/2014/main" id="{5C8B2BFB-65CB-4552-9BF5-6C014A39C502}"/>
              </a:ext>
            </a:extLst>
          </p:cNvPr>
          <p:cNvCxnSpPr>
            <a:cxnSpLocks/>
          </p:cNvCxnSpPr>
          <p:nvPr/>
        </p:nvCxnSpPr>
        <p:spPr>
          <a:xfrm>
            <a:off x="8797292" y="42113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452">
            <a:extLst>
              <a:ext uri="{FF2B5EF4-FFF2-40B4-BE49-F238E27FC236}">
                <a16:creationId xmlns:a16="http://schemas.microsoft.com/office/drawing/2014/main" id="{B73ACE05-B78B-448D-810C-43363428B35E}"/>
              </a:ext>
            </a:extLst>
          </p:cNvPr>
          <p:cNvCxnSpPr>
            <a:cxnSpLocks/>
          </p:cNvCxnSpPr>
          <p:nvPr/>
        </p:nvCxnSpPr>
        <p:spPr>
          <a:xfrm flipH="1" flipV="1">
            <a:off x="8310880" y="4241800"/>
            <a:ext cx="492760" cy="1879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452">
            <a:extLst>
              <a:ext uri="{FF2B5EF4-FFF2-40B4-BE49-F238E27FC236}">
                <a16:creationId xmlns:a16="http://schemas.microsoft.com/office/drawing/2014/main" id="{07D5AF1C-9A4C-4F66-A2EE-226A02E88578}"/>
              </a:ext>
            </a:extLst>
          </p:cNvPr>
          <p:cNvCxnSpPr>
            <a:cxnSpLocks/>
          </p:cNvCxnSpPr>
          <p:nvPr/>
        </p:nvCxnSpPr>
        <p:spPr>
          <a:xfrm flipH="1">
            <a:off x="8067040" y="424180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452">
            <a:extLst>
              <a:ext uri="{FF2B5EF4-FFF2-40B4-BE49-F238E27FC236}">
                <a16:creationId xmlns:a16="http://schemas.microsoft.com/office/drawing/2014/main" id="{37E53A1B-B183-4E26-B069-577BB63D411B}"/>
              </a:ext>
            </a:extLst>
          </p:cNvPr>
          <p:cNvCxnSpPr>
            <a:cxnSpLocks/>
          </p:cNvCxnSpPr>
          <p:nvPr/>
        </p:nvCxnSpPr>
        <p:spPr>
          <a:xfrm flipV="1">
            <a:off x="8088631" y="4335780"/>
            <a:ext cx="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452">
            <a:extLst>
              <a:ext uri="{FF2B5EF4-FFF2-40B4-BE49-F238E27FC236}">
                <a16:creationId xmlns:a16="http://schemas.microsoft.com/office/drawing/2014/main" id="{C8379F1C-9C02-4DF3-A873-1FB44B2AA2C8}"/>
              </a:ext>
            </a:extLst>
          </p:cNvPr>
          <p:cNvCxnSpPr>
            <a:cxnSpLocks/>
          </p:cNvCxnSpPr>
          <p:nvPr/>
        </p:nvCxnSpPr>
        <p:spPr>
          <a:xfrm>
            <a:off x="8319772" y="4399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452">
            <a:extLst>
              <a:ext uri="{FF2B5EF4-FFF2-40B4-BE49-F238E27FC236}">
                <a16:creationId xmlns:a16="http://schemas.microsoft.com/office/drawing/2014/main" id="{9B19DA93-C2B4-4C2F-838F-40105114FED5}"/>
              </a:ext>
            </a:extLst>
          </p:cNvPr>
          <p:cNvCxnSpPr>
            <a:cxnSpLocks/>
          </p:cNvCxnSpPr>
          <p:nvPr/>
        </p:nvCxnSpPr>
        <p:spPr>
          <a:xfrm flipH="1" flipV="1">
            <a:off x="8337550" y="4594860"/>
            <a:ext cx="49657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452">
            <a:extLst>
              <a:ext uri="{FF2B5EF4-FFF2-40B4-BE49-F238E27FC236}">
                <a16:creationId xmlns:a16="http://schemas.microsoft.com/office/drawing/2014/main" id="{BE79543F-6B56-410A-AC52-15BC7A97754F}"/>
              </a:ext>
            </a:extLst>
          </p:cNvPr>
          <p:cNvCxnSpPr>
            <a:cxnSpLocks/>
          </p:cNvCxnSpPr>
          <p:nvPr/>
        </p:nvCxnSpPr>
        <p:spPr>
          <a:xfrm flipH="1">
            <a:off x="8102601" y="4795520"/>
            <a:ext cx="71120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452">
            <a:extLst>
              <a:ext uri="{FF2B5EF4-FFF2-40B4-BE49-F238E27FC236}">
                <a16:creationId xmlns:a16="http://schemas.microsoft.com/office/drawing/2014/main" id="{2FEC338B-BDAA-428D-BA10-DCBD7B461AA4}"/>
              </a:ext>
            </a:extLst>
          </p:cNvPr>
          <p:cNvCxnSpPr>
            <a:cxnSpLocks/>
          </p:cNvCxnSpPr>
          <p:nvPr/>
        </p:nvCxnSpPr>
        <p:spPr>
          <a:xfrm flipH="1">
            <a:off x="8056880" y="441960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452">
            <a:extLst>
              <a:ext uri="{FF2B5EF4-FFF2-40B4-BE49-F238E27FC236}">
                <a16:creationId xmlns:a16="http://schemas.microsoft.com/office/drawing/2014/main" id="{C28A1A3A-0788-4939-8F72-282E8501B49D}"/>
              </a:ext>
            </a:extLst>
          </p:cNvPr>
          <p:cNvCxnSpPr>
            <a:cxnSpLocks/>
          </p:cNvCxnSpPr>
          <p:nvPr/>
        </p:nvCxnSpPr>
        <p:spPr>
          <a:xfrm>
            <a:off x="8081012" y="48717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452">
            <a:extLst>
              <a:ext uri="{FF2B5EF4-FFF2-40B4-BE49-F238E27FC236}">
                <a16:creationId xmlns:a16="http://schemas.microsoft.com/office/drawing/2014/main" id="{37A32B32-6C44-4BC8-8761-DC6EEC0D2148}"/>
              </a:ext>
            </a:extLst>
          </p:cNvPr>
          <p:cNvCxnSpPr>
            <a:cxnSpLocks/>
          </p:cNvCxnSpPr>
          <p:nvPr/>
        </p:nvCxnSpPr>
        <p:spPr>
          <a:xfrm flipH="1">
            <a:off x="8056880" y="478028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452">
            <a:extLst>
              <a:ext uri="{FF2B5EF4-FFF2-40B4-BE49-F238E27FC236}">
                <a16:creationId xmlns:a16="http://schemas.microsoft.com/office/drawing/2014/main" id="{33DD1FC5-3C44-476C-893F-8612007B9DFD}"/>
              </a:ext>
            </a:extLst>
          </p:cNvPr>
          <p:cNvCxnSpPr>
            <a:cxnSpLocks/>
          </p:cNvCxnSpPr>
          <p:nvPr/>
        </p:nvCxnSpPr>
        <p:spPr>
          <a:xfrm flipH="1" flipV="1">
            <a:off x="8078470" y="470154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452">
            <a:extLst>
              <a:ext uri="{FF2B5EF4-FFF2-40B4-BE49-F238E27FC236}">
                <a16:creationId xmlns:a16="http://schemas.microsoft.com/office/drawing/2014/main" id="{E644AE05-C669-414F-B21E-7A22DDA0B645}"/>
              </a:ext>
            </a:extLst>
          </p:cNvPr>
          <p:cNvCxnSpPr>
            <a:cxnSpLocks/>
          </p:cNvCxnSpPr>
          <p:nvPr/>
        </p:nvCxnSpPr>
        <p:spPr>
          <a:xfrm flipH="1">
            <a:off x="7853680" y="467868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452">
            <a:extLst>
              <a:ext uri="{FF2B5EF4-FFF2-40B4-BE49-F238E27FC236}">
                <a16:creationId xmlns:a16="http://schemas.microsoft.com/office/drawing/2014/main" id="{3E874596-56A0-4726-8F88-339D133119F4}"/>
              </a:ext>
            </a:extLst>
          </p:cNvPr>
          <p:cNvCxnSpPr>
            <a:cxnSpLocks/>
          </p:cNvCxnSpPr>
          <p:nvPr/>
        </p:nvCxnSpPr>
        <p:spPr>
          <a:xfrm>
            <a:off x="7862572" y="4780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452">
            <a:extLst>
              <a:ext uri="{FF2B5EF4-FFF2-40B4-BE49-F238E27FC236}">
                <a16:creationId xmlns:a16="http://schemas.microsoft.com/office/drawing/2014/main" id="{BA8512CD-C3B5-4C2D-8844-41AE08E76942}"/>
              </a:ext>
            </a:extLst>
          </p:cNvPr>
          <p:cNvCxnSpPr>
            <a:cxnSpLocks/>
          </p:cNvCxnSpPr>
          <p:nvPr/>
        </p:nvCxnSpPr>
        <p:spPr>
          <a:xfrm flipH="1">
            <a:off x="7614920" y="495300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452">
            <a:extLst>
              <a:ext uri="{FF2B5EF4-FFF2-40B4-BE49-F238E27FC236}">
                <a16:creationId xmlns:a16="http://schemas.microsoft.com/office/drawing/2014/main" id="{92685A49-2C5D-44AD-93AC-B920C3CBF5BA}"/>
              </a:ext>
            </a:extLst>
          </p:cNvPr>
          <p:cNvCxnSpPr>
            <a:cxnSpLocks/>
          </p:cNvCxnSpPr>
          <p:nvPr/>
        </p:nvCxnSpPr>
        <p:spPr>
          <a:xfrm>
            <a:off x="7618732" y="48717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452">
            <a:extLst>
              <a:ext uri="{FF2B5EF4-FFF2-40B4-BE49-F238E27FC236}">
                <a16:creationId xmlns:a16="http://schemas.microsoft.com/office/drawing/2014/main" id="{14D843D8-003D-4A41-AAD0-D2CD50DA83FD}"/>
              </a:ext>
            </a:extLst>
          </p:cNvPr>
          <p:cNvCxnSpPr>
            <a:cxnSpLocks/>
          </p:cNvCxnSpPr>
          <p:nvPr/>
        </p:nvCxnSpPr>
        <p:spPr>
          <a:xfrm flipH="1">
            <a:off x="7376160" y="486664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452">
            <a:extLst>
              <a:ext uri="{FF2B5EF4-FFF2-40B4-BE49-F238E27FC236}">
                <a16:creationId xmlns:a16="http://schemas.microsoft.com/office/drawing/2014/main" id="{5699B478-B79A-4403-8153-5EB76BC3E1C7}"/>
              </a:ext>
            </a:extLst>
          </p:cNvPr>
          <p:cNvCxnSpPr>
            <a:cxnSpLocks/>
          </p:cNvCxnSpPr>
          <p:nvPr/>
        </p:nvCxnSpPr>
        <p:spPr>
          <a:xfrm>
            <a:off x="7379972" y="49580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452">
            <a:extLst>
              <a:ext uri="{FF2B5EF4-FFF2-40B4-BE49-F238E27FC236}">
                <a16:creationId xmlns:a16="http://schemas.microsoft.com/office/drawing/2014/main" id="{51132AAD-6969-46D0-9289-F8BE2CE602C0}"/>
              </a:ext>
            </a:extLst>
          </p:cNvPr>
          <p:cNvCxnSpPr>
            <a:cxnSpLocks/>
          </p:cNvCxnSpPr>
          <p:nvPr/>
        </p:nvCxnSpPr>
        <p:spPr>
          <a:xfrm flipH="1">
            <a:off x="7137400" y="5151120"/>
            <a:ext cx="243840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452">
            <a:extLst>
              <a:ext uri="{FF2B5EF4-FFF2-40B4-BE49-F238E27FC236}">
                <a16:creationId xmlns:a16="http://schemas.microsoft.com/office/drawing/2014/main" id="{F105FE52-D045-4751-A9A0-DABF40D349A0}"/>
              </a:ext>
            </a:extLst>
          </p:cNvPr>
          <p:cNvCxnSpPr>
            <a:cxnSpLocks/>
          </p:cNvCxnSpPr>
          <p:nvPr/>
        </p:nvCxnSpPr>
        <p:spPr>
          <a:xfrm>
            <a:off x="7151372" y="4881880"/>
            <a:ext cx="0" cy="361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Connector 452">
            <a:extLst>
              <a:ext uri="{FF2B5EF4-FFF2-40B4-BE49-F238E27FC236}">
                <a16:creationId xmlns:a16="http://schemas.microsoft.com/office/drawing/2014/main" id="{89277898-25B7-427B-969A-3080AF25BDDD}"/>
              </a:ext>
            </a:extLst>
          </p:cNvPr>
          <p:cNvCxnSpPr>
            <a:cxnSpLocks/>
          </p:cNvCxnSpPr>
          <p:nvPr/>
        </p:nvCxnSpPr>
        <p:spPr>
          <a:xfrm flipH="1">
            <a:off x="6913880" y="488188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452">
            <a:extLst>
              <a:ext uri="{FF2B5EF4-FFF2-40B4-BE49-F238E27FC236}">
                <a16:creationId xmlns:a16="http://schemas.microsoft.com/office/drawing/2014/main" id="{FA9B21E7-96C5-40F2-90E2-CE7EDA2D11E4}"/>
              </a:ext>
            </a:extLst>
          </p:cNvPr>
          <p:cNvCxnSpPr>
            <a:cxnSpLocks/>
          </p:cNvCxnSpPr>
          <p:nvPr/>
        </p:nvCxnSpPr>
        <p:spPr>
          <a:xfrm>
            <a:off x="6922772" y="49580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452">
            <a:extLst>
              <a:ext uri="{FF2B5EF4-FFF2-40B4-BE49-F238E27FC236}">
                <a16:creationId xmlns:a16="http://schemas.microsoft.com/office/drawing/2014/main" id="{83145F0E-EDC5-403A-B363-846F0DD6BBEB}"/>
              </a:ext>
            </a:extLst>
          </p:cNvPr>
          <p:cNvCxnSpPr>
            <a:cxnSpLocks/>
          </p:cNvCxnSpPr>
          <p:nvPr/>
        </p:nvCxnSpPr>
        <p:spPr>
          <a:xfrm flipH="1">
            <a:off x="6659880" y="515620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452">
            <a:extLst>
              <a:ext uri="{FF2B5EF4-FFF2-40B4-BE49-F238E27FC236}">
                <a16:creationId xmlns:a16="http://schemas.microsoft.com/office/drawing/2014/main" id="{6C92D1CA-F981-41ED-B67F-25A398ADC5D0}"/>
              </a:ext>
            </a:extLst>
          </p:cNvPr>
          <p:cNvCxnSpPr>
            <a:cxnSpLocks/>
          </p:cNvCxnSpPr>
          <p:nvPr/>
        </p:nvCxnSpPr>
        <p:spPr>
          <a:xfrm>
            <a:off x="6663692" y="50241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452">
            <a:extLst>
              <a:ext uri="{FF2B5EF4-FFF2-40B4-BE49-F238E27FC236}">
                <a16:creationId xmlns:a16="http://schemas.microsoft.com/office/drawing/2014/main" id="{67502389-992E-4D36-9AF2-09CF3839E937}"/>
              </a:ext>
            </a:extLst>
          </p:cNvPr>
          <p:cNvCxnSpPr>
            <a:cxnSpLocks/>
          </p:cNvCxnSpPr>
          <p:nvPr/>
        </p:nvCxnSpPr>
        <p:spPr>
          <a:xfrm flipH="1" flipV="1">
            <a:off x="6432550" y="496570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452">
            <a:extLst>
              <a:ext uri="{FF2B5EF4-FFF2-40B4-BE49-F238E27FC236}">
                <a16:creationId xmlns:a16="http://schemas.microsoft.com/office/drawing/2014/main" id="{28E325DC-6BE8-4EE9-8710-456B4C035A7D}"/>
              </a:ext>
            </a:extLst>
          </p:cNvPr>
          <p:cNvCxnSpPr>
            <a:cxnSpLocks/>
          </p:cNvCxnSpPr>
          <p:nvPr/>
        </p:nvCxnSpPr>
        <p:spPr>
          <a:xfrm flipH="1">
            <a:off x="6197600" y="497332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452">
            <a:extLst>
              <a:ext uri="{FF2B5EF4-FFF2-40B4-BE49-F238E27FC236}">
                <a16:creationId xmlns:a16="http://schemas.microsoft.com/office/drawing/2014/main" id="{7904EBB4-4799-4689-862F-A1495B112C30}"/>
              </a:ext>
            </a:extLst>
          </p:cNvPr>
          <p:cNvCxnSpPr>
            <a:cxnSpLocks/>
          </p:cNvCxnSpPr>
          <p:nvPr/>
        </p:nvCxnSpPr>
        <p:spPr>
          <a:xfrm flipH="1" flipV="1">
            <a:off x="5720080" y="4871720"/>
            <a:ext cx="49276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452">
            <a:extLst>
              <a:ext uri="{FF2B5EF4-FFF2-40B4-BE49-F238E27FC236}">
                <a16:creationId xmlns:a16="http://schemas.microsoft.com/office/drawing/2014/main" id="{568B8FCA-441F-46DC-93AC-AD9E3852580D}"/>
              </a:ext>
            </a:extLst>
          </p:cNvPr>
          <p:cNvCxnSpPr>
            <a:cxnSpLocks/>
          </p:cNvCxnSpPr>
          <p:nvPr/>
        </p:nvCxnSpPr>
        <p:spPr>
          <a:xfrm flipH="1">
            <a:off x="5491480" y="4881563"/>
            <a:ext cx="223520" cy="968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452">
            <a:extLst>
              <a:ext uri="{FF2B5EF4-FFF2-40B4-BE49-F238E27FC236}">
                <a16:creationId xmlns:a16="http://schemas.microsoft.com/office/drawing/2014/main" id="{123175D5-22ED-46AA-978E-18F1FD03949E}"/>
              </a:ext>
            </a:extLst>
          </p:cNvPr>
          <p:cNvCxnSpPr>
            <a:cxnSpLocks/>
          </p:cNvCxnSpPr>
          <p:nvPr/>
        </p:nvCxnSpPr>
        <p:spPr>
          <a:xfrm flipH="1" flipV="1">
            <a:off x="4785360" y="4704080"/>
            <a:ext cx="69596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452">
            <a:extLst>
              <a:ext uri="{FF2B5EF4-FFF2-40B4-BE49-F238E27FC236}">
                <a16:creationId xmlns:a16="http://schemas.microsoft.com/office/drawing/2014/main" id="{5F9944E8-33C5-4463-A43D-74E51AD51B96}"/>
              </a:ext>
            </a:extLst>
          </p:cNvPr>
          <p:cNvCxnSpPr>
            <a:cxnSpLocks/>
          </p:cNvCxnSpPr>
          <p:nvPr/>
        </p:nvCxnSpPr>
        <p:spPr>
          <a:xfrm>
            <a:off x="4779012" y="4333240"/>
            <a:ext cx="0" cy="3822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452">
            <a:extLst>
              <a:ext uri="{FF2B5EF4-FFF2-40B4-BE49-F238E27FC236}">
                <a16:creationId xmlns:a16="http://schemas.microsoft.com/office/drawing/2014/main" id="{4615E6F7-D2D4-47F4-B923-CD054FD18D39}"/>
              </a:ext>
            </a:extLst>
          </p:cNvPr>
          <p:cNvCxnSpPr>
            <a:cxnSpLocks/>
          </p:cNvCxnSpPr>
          <p:nvPr/>
        </p:nvCxnSpPr>
        <p:spPr>
          <a:xfrm flipH="1" flipV="1">
            <a:off x="4058920" y="4048760"/>
            <a:ext cx="69596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452">
            <a:extLst>
              <a:ext uri="{FF2B5EF4-FFF2-40B4-BE49-F238E27FC236}">
                <a16:creationId xmlns:a16="http://schemas.microsoft.com/office/drawing/2014/main" id="{39876DB6-8F8B-4D15-955A-9C187D0933EE}"/>
              </a:ext>
            </a:extLst>
          </p:cNvPr>
          <p:cNvCxnSpPr>
            <a:cxnSpLocks/>
          </p:cNvCxnSpPr>
          <p:nvPr/>
        </p:nvCxnSpPr>
        <p:spPr>
          <a:xfrm flipH="1">
            <a:off x="3820160" y="404368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452">
            <a:extLst>
              <a:ext uri="{FF2B5EF4-FFF2-40B4-BE49-F238E27FC236}">
                <a16:creationId xmlns:a16="http://schemas.microsoft.com/office/drawing/2014/main" id="{184F2790-8618-489B-BF03-7368FB48C989}"/>
              </a:ext>
            </a:extLst>
          </p:cNvPr>
          <p:cNvCxnSpPr>
            <a:cxnSpLocks/>
          </p:cNvCxnSpPr>
          <p:nvPr/>
        </p:nvCxnSpPr>
        <p:spPr>
          <a:xfrm>
            <a:off x="3823972" y="41300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452">
            <a:extLst>
              <a:ext uri="{FF2B5EF4-FFF2-40B4-BE49-F238E27FC236}">
                <a16:creationId xmlns:a16="http://schemas.microsoft.com/office/drawing/2014/main" id="{EB5F258F-8B8A-4DEA-A908-F685A6580311}"/>
              </a:ext>
            </a:extLst>
          </p:cNvPr>
          <p:cNvCxnSpPr>
            <a:cxnSpLocks/>
          </p:cNvCxnSpPr>
          <p:nvPr/>
        </p:nvCxnSpPr>
        <p:spPr>
          <a:xfrm flipH="1" flipV="1">
            <a:off x="3867150" y="433578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452">
            <a:extLst>
              <a:ext uri="{FF2B5EF4-FFF2-40B4-BE49-F238E27FC236}">
                <a16:creationId xmlns:a16="http://schemas.microsoft.com/office/drawing/2014/main" id="{75928F06-426E-46FB-BC4C-8F0FD79D8341}"/>
              </a:ext>
            </a:extLst>
          </p:cNvPr>
          <p:cNvCxnSpPr>
            <a:cxnSpLocks/>
          </p:cNvCxnSpPr>
          <p:nvPr/>
        </p:nvCxnSpPr>
        <p:spPr>
          <a:xfrm>
            <a:off x="4067812" y="4226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452">
            <a:extLst>
              <a:ext uri="{FF2B5EF4-FFF2-40B4-BE49-F238E27FC236}">
                <a16:creationId xmlns:a16="http://schemas.microsoft.com/office/drawing/2014/main" id="{BC898F88-3090-40F0-B53F-B7D5AB6EDE62}"/>
              </a:ext>
            </a:extLst>
          </p:cNvPr>
          <p:cNvCxnSpPr>
            <a:cxnSpLocks/>
          </p:cNvCxnSpPr>
          <p:nvPr/>
        </p:nvCxnSpPr>
        <p:spPr>
          <a:xfrm flipH="1" flipV="1">
            <a:off x="4075430" y="4229100"/>
            <a:ext cx="50165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452">
            <a:extLst>
              <a:ext uri="{FF2B5EF4-FFF2-40B4-BE49-F238E27FC236}">
                <a16:creationId xmlns:a16="http://schemas.microsoft.com/office/drawing/2014/main" id="{9C6EFBCB-3782-45DA-9528-C650A0E6144C}"/>
              </a:ext>
            </a:extLst>
          </p:cNvPr>
          <p:cNvCxnSpPr>
            <a:cxnSpLocks/>
          </p:cNvCxnSpPr>
          <p:nvPr/>
        </p:nvCxnSpPr>
        <p:spPr>
          <a:xfrm>
            <a:off x="4540252" y="43942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452">
            <a:extLst>
              <a:ext uri="{FF2B5EF4-FFF2-40B4-BE49-F238E27FC236}">
                <a16:creationId xmlns:a16="http://schemas.microsoft.com/office/drawing/2014/main" id="{1CF3F6DF-2FD4-49EB-828E-6F5938F54134}"/>
              </a:ext>
            </a:extLst>
          </p:cNvPr>
          <p:cNvCxnSpPr>
            <a:cxnSpLocks/>
          </p:cNvCxnSpPr>
          <p:nvPr/>
        </p:nvCxnSpPr>
        <p:spPr>
          <a:xfrm flipH="1">
            <a:off x="4292600" y="461264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452">
            <a:extLst>
              <a:ext uri="{FF2B5EF4-FFF2-40B4-BE49-F238E27FC236}">
                <a16:creationId xmlns:a16="http://schemas.microsoft.com/office/drawing/2014/main" id="{9F48E234-7212-479C-9DDF-D332D7F67C2C}"/>
              </a:ext>
            </a:extLst>
          </p:cNvPr>
          <p:cNvCxnSpPr>
            <a:cxnSpLocks/>
          </p:cNvCxnSpPr>
          <p:nvPr/>
        </p:nvCxnSpPr>
        <p:spPr>
          <a:xfrm>
            <a:off x="4301492" y="46888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452">
            <a:extLst>
              <a:ext uri="{FF2B5EF4-FFF2-40B4-BE49-F238E27FC236}">
                <a16:creationId xmlns:a16="http://schemas.microsoft.com/office/drawing/2014/main" id="{998811D4-AFB9-4E45-986A-ADAF638C6914}"/>
              </a:ext>
            </a:extLst>
          </p:cNvPr>
          <p:cNvCxnSpPr>
            <a:cxnSpLocks/>
          </p:cNvCxnSpPr>
          <p:nvPr/>
        </p:nvCxnSpPr>
        <p:spPr>
          <a:xfrm flipH="1">
            <a:off x="4319270" y="4775200"/>
            <a:ext cx="242570" cy="1143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452">
            <a:extLst>
              <a:ext uri="{FF2B5EF4-FFF2-40B4-BE49-F238E27FC236}">
                <a16:creationId xmlns:a16="http://schemas.microsoft.com/office/drawing/2014/main" id="{B8CD6763-D32F-4039-8B97-14EC610A1722}"/>
              </a:ext>
            </a:extLst>
          </p:cNvPr>
          <p:cNvCxnSpPr>
            <a:cxnSpLocks/>
          </p:cNvCxnSpPr>
          <p:nvPr/>
        </p:nvCxnSpPr>
        <p:spPr>
          <a:xfrm>
            <a:off x="4535172" y="47853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452">
            <a:extLst>
              <a:ext uri="{FF2B5EF4-FFF2-40B4-BE49-F238E27FC236}">
                <a16:creationId xmlns:a16="http://schemas.microsoft.com/office/drawing/2014/main" id="{9E43617A-DB2A-49A4-ABE6-AB56E8978DAA}"/>
              </a:ext>
            </a:extLst>
          </p:cNvPr>
          <p:cNvCxnSpPr>
            <a:cxnSpLocks/>
          </p:cNvCxnSpPr>
          <p:nvPr/>
        </p:nvCxnSpPr>
        <p:spPr>
          <a:xfrm flipH="1" flipV="1">
            <a:off x="4563110" y="497078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452">
            <a:extLst>
              <a:ext uri="{FF2B5EF4-FFF2-40B4-BE49-F238E27FC236}">
                <a16:creationId xmlns:a16="http://schemas.microsoft.com/office/drawing/2014/main" id="{9EA8E3E5-8792-406F-AC29-539FC43B44B6}"/>
              </a:ext>
            </a:extLst>
          </p:cNvPr>
          <p:cNvCxnSpPr>
            <a:cxnSpLocks/>
          </p:cNvCxnSpPr>
          <p:nvPr/>
        </p:nvCxnSpPr>
        <p:spPr>
          <a:xfrm>
            <a:off x="4763772" y="4861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452">
            <a:extLst>
              <a:ext uri="{FF2B5EF4-FFF2-40B4-BE49-F238E27FC236}">
                <a16:creationId xmlns:a16="http://schemas.microsoft.com/office/drawing/2014/main" id="{35E93EB6-AE35-4533-9713-CD6CE1DEB5B8}"/>
              </a:ext>
            </a:extLst>
          </p:cNvPr>
          <p:cNvCxnSpPr>
            <a:cxnSpLocks/>
          </p:cNvCxnSpPr>
          <p:nvPr/>
        </p:nvCxnSpPr>
        <p:spPr>
          <a:xfrm flipH="1" flipV="1">
            <a:off x="4775200" y="4866640"/>
            <a:ext cx="955040" cy="370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452">
            <a:extLst>
              <a:ext uri="{FF2B5EF4-FFF2-40B4-BE49-F238E27FC236}">
                <a16:creationId xmlns:a16="http://schemas.microsoft.com/office/drawing/2014/main" id="{C70D44CA-FE28-4BC1-AB24-409F37D6809D}"/>
              </a:ext>
            </a:extLst>
          </p:cNvPr>
          <p:cNvCxnSpPr>
            <a:cxnSpLocks/>
          </p:cNvCxnSpPr>
          <p:nvPr/>
        </p:nvCxnSpPr>
        <p:spPr>
          <a:xfrm>
            <a:off x="5713732" y="50190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452">
            <a:extLst>
              <a:ext uri="{FF2B5EF4-FFF2-40B4-BE49-F238E27FC236}">
                <a16:creationId xmlns:a16="http://schemas.microsoft.com/office/drawing/2014/main" id="{269178FB-A99C-4FB2-A99A-745534467EF1}"/>
              </a:ext>
            </a:extLst>
          </p:cNvPr>
          <p:cNvCxnSpPr>
            <a:cxnSpLocks/>
          </p:cNvCxnSpPr>
          <p:nvPr/>
        </p:nvCxnSpPr>
        <p:spPr>
          <a:xfrm flipH="1" flipV="1">
            <a:off x="5726430" y="5067300"/>
            <a:ext cx="50165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452">
            <a:extLst>
              <a:ext uri="{FF2B5EF4-FFF2-40B4-BE49-F238E27FC236}">
                <a16:creationId xmlns:a16="http://schemas.microsoft.com/office/drawing/2014/main" id="{6DF2926F-0072-4A07-8EC9-32E2F94F63EF}"/>
              </a:ext>
            </a:extLst>
          </p:cNvPr>
          <p:cNvCxnSpPr>
            <a:cxnSpLocks/>
          </p:cNvCxnSpPr>
          <p:nvPr/>
        </p:nvCxnSpPr>
        <p:spPr>
          <a:xfrm flipV="1">
            <a:off x="6196332" y="5166360"/>
            <a:ext cx="240028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452">
            <a:extLst>
              <a:ext uri="{FF2B5EF4-FFF2-40B4-BE49-F238E27FC236}">
                <a16:creationId xmlns:a16="http://schemas.microsoft.com/office/drawing/2014/main" id="{7EAAAC27-D25F-42B7-A352-76FC6A57760D}"/>
              </a:ext>
            </a:extLst>
          </p:cNvPr>
          <p:cNvCxnSpPr>
            <a:cxnSpLocks/>
          </p:cNvCxnSpPr>
          <p:nvPr/>
        </p:nvCxnSpPr>
        <p:spPr>
          <a:xfrm flipH="1" flipV="1">
            <a:off x="6169660" y="2679383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452">
            <a:extLst>
              <a:ext uri="{FF2B5EF4-FFF2-40B4-BE49-F238E27FC236}">
                <a16:creationId xmlns:a16="http://schemas.microsoft.com/office/drawing/2014/main" id="{4315149F-4F8C-4031-A918-EFF384574F5B}"/>
              </a:ext>
            </a:extLst>
          </p:cNvPr>
          <p:cNvCxnSpPr>
            <a:cxnSpLocks/>
          </p:cNvCxnSpPr>
          <p:nvPr/>
        </p:nvCxnSpPr>
        <p:spPr>
          <a:xfrm>
            <a:off x="6662422" y="3048000"/>
            <a:ext cx="0" cy="5753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452">
            <a:extLst>
              <a:ext uri="{FF2B5EF4-FFF2-40B4-BE49-F238E27FC236}">
                <a16:creationId xmlns:a16="http://schemas.microsoft.com/office/drawing/2014/main" id="{1CC9207F-C3DE-41D6-AD60-DE4127F31ED0}"/>
              </a:ext>
            </a:extLst>
          </p:cNvPr>
          <p:cNvCxnSpPr>
            <a:cxnSpLocks/>
          </p:cNvCxnSpPr>
          <p:nvPr/>
        </p:nvCxnSpPr>
        <p:spPr>
          <a:xfrm flipH="1" flipV="1">
            <a:off x="6664960" y="361569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452">
            <a:extLst>
              <a:ext uri="{FF2B5EF4-FFF2-40B4-BE49-F238E27FC236}">
                <a16:creationId xmlns:a16="http://schemas.microsoft.com/office/drawing/2014/main" id="{A5880C9B-4E76-477A-8443-54A1F2C4AFC6}"/>
              </a:ext>
            </a:extLst>
          </p:cNvPr>
          <p:cNvCxnSpPr>
            <a:cxnSpLocks/>
          </p:cNvCxnSpPr>
          <p:nvPr/>
        </p:nvCxnSpPr>
        <p:spPr>
          <a:xfrm>
            <a:off x="6898642" y="3314700"/>
            <a:ext cx="0" cy="4076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452">
            <a:extLst>
              <a:ext uri="{FF2B5EF4-FFF2-40B4-BE49-F238E27FC236}">
                <a16:creationId xmlns:a16="http://schemas.microsoft.com/office/drawing/2014/main" id="{6B273DC7-6355-4058-AC02-F10BD7D1EECE}"/>
              </a:ext>
            </a:extLst>
          </p:cNvPr>
          <p:cNvCxnSpPr>
            <a:cxnSpLocks/>
          </p:cNvCxnSpPr>
          <p:nvPr/>
        </p:nvCxnSpPr>
        <p:spPr>
          <a:xfrm flipH="1">
            <a:off x="6874510" y="3048000"/>
            <a:ext cx="726440" cy="2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452">
            <a:extLst>
              <a:ext uri="{FF2B5EF4-FFF2-40B4-BE49-F238E27FC236}">
                <a16:creationId xmlns:a16="http://schemas.microsoft.com/office/drawing/2014/main" id="{2FC2AE50-0032-43CA-89F7-B4C1785DAF1B}"/>
              </a:ext>
            </a:extLst>
          </p:cNvPr>
          <p:cNvCxnSpPr>
            <a:cxnSpLocks/>
          </p:cNvCxnSpPr>
          <p:nvPr/>
        </p:nvCxnSpPr>
        <p:spPr>
          <a:xfrm flipH="1" flipV="1">
            <a:off x="7598410" y="3040380"/>
            <a:ext cx="745490" cy="2705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452">
            <a:extLst>
              <a:ext uri="{FF2B5EF4-FFF2-40B4-BE49-F238E27FC236}">
                <a16:creationId xmlns:a16="http://schemas.microsoft.com/office/drawing/2014/main" id="{FCE0B1CE-645B-41C2-A508-6EE7E7A12F66}"/>
              </a:ext>
            </a:extLst>
          </p:cNvPr>
          <p:cNvCxnSpPr>
            <a:cxnSpLocks/>
          </p:cNvCxnSpPr>
          <p:nvPr/>
        </p:nvCxnSpPr>
        <p:spPr>
          <a:xfrm flipV="1">
            <a:off x="7860030" y="3322320"/>
            <a:ext cx="478790" cy="1790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452">
            <a:extLst>
              <a:ext uri="{FF2B5EF4-FFF2-40B4-BE49-F238E27FC236}">
                <a16:creationId xmlns:a16="http://schemas.microsoft.com/office/drawing/2014/main" id="{C2BEA406-21F1-4DDD-BA47-8D32B1C92831}"/>
              </a:ext>
            </a:extLst>
          </p:cNvPr>
          <p:cNvCxnSpPr>
            <a:cxnSpLocks/>
          </p:cNvCxnSpPr>
          <p:nvPr/>
        </p:nvCxnSpPr>
        <p:spPr>
          <a:xfrm>
            <a:off x="7865112" y="33045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452">
            <a:extLst>
              <a:ext uri="{FF2B5EF4-FFF2-40B4-BE49-F238E27FC236}">
                <a16:creationId xmlns:a16="http://schemas.microsoft.com/office/drawing/2014/main" id="{4546EF73-4801-4212-A0DA-F6F1442CB6E5}"/>
              </a:ext>
            </a:extLst>
          </p:cNvPr>
          <p:cNvCxnSpPr>
            <a:cxnSpLocks/>
          </p:cNvCxnSpPr>
          <p:nvPr/>
        </p:nvCxnSpPr>
        <p:spPr>
          <a:xfrm flipH="1" flipV="1">
            <a:off x="7614920" y="322580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452">
            <a:extLst>
              <a:ext uri="{FF2B5EF4-FFF2-40B4-BE49-F238E27FC236}">
                <a16:creationId xmlns:a16="http://schemas.microsoft.com/office/drawing/2014/main" id="{03819BAB-67CF-468F-8EAD-626F4CFAE76C}"/>
              </a:ext>
            </a:extLst>
          </p:cNvPr>
          <p:cNvCxnSpPr>
            <a:cxnSpLocks/>
          </p:cNvCxnSpPr>
          <p:nvPr/>
        </p:nvCxnSpPr>
        <p:spPr>
          <a:xfrm flipV="1">
            <a:off x="7124700" y="3318510"/>
            <a:ext cx="255270" cy="1104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452">
            <a:extLst>
              <a:ext uri="{FF2B5EF4-FFF2-40B4-BE49-F238E27FC236}">
                <a16:creationId xmlns:a16="http://schemas.microsoft.com/office/drawing/2014/main" id="{0901D89F-1136-4932-AC66-54A98E315AD3}"/>
              </a:ext>
            </a:extLst>
          </p:cNvPr>
          <p:cNvCxnSpPr>
            <a:cxnSpLocks/>
          </p:cNvCxnSpPr>
          <p:nvPr/>
        </p:nvCxnSpPr>
        <p:spPr>
          <a:xfrm>
            <a:off x="7141212" y="339217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452">
            <a:extLst>
              <a:ext uri="{FF2B5EF4-FFF2-40B4-BE49-F238E27FC236}">
                <a16:creationId xmlns:a16="http://schemas.microsoft.com/office/drawing/2014/main" id="{20368931-FE8E-425C-A3C2-48ADCEF0AA08}"/>
              </a:ext>
            </a:extLst>
          </p:cNvPr>
          <p:cNvCxnSpPr>
            <a:cxnSpLocks/>
          </p:cNvCxnSpPr>
          <p:nvPr/>
        </p:nvCxnSpPr>
        <p:spPr>
          <a:xfrm flipH="1" flipV="1">
            <a:off x="7141210" y="360807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452">
            <a:extLst>
              <a:ext uri="{FF2B5EF4-FFF2-40B4-BE49-F238E27FC236}">
                <a16:creationId xmlns:a16="http://schemas.microsoft.com/office/drawing/2014/main" id="{F1CF5A77-89FD-49AB-B8CF-CDF74417435C}"/>
              </a:ext>
            </a:extLst>
          </p:cNvPr>
          <p:cNvCxnSpPr>
            <a:cxnSpLocks/>
          </p:cNvCxnSpPr>
          <p:nvPr/>
        </p:nvCxnSpPr>
        <p:spPr>
          <a:xfrm>
            <a:off x="7377432" y="349885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452">
            <a:extLst>
              <a:ext uri="{FF2B5EF4-FFF2-40B4-BE49-F238E27FC236}">
                <a16:creationId xmlns:a16="http://schemas.microsoft.com/office/drawing/2014/main" id="{0E711961-B0D5-4B13-ADD8-210FB12B56CF}"/>
              </a:ext>
            </a:extLst>
          </p:cNvPr>
          <p:cNvCxnSpPr>
            <a:cxnSpLocks/>
          </p:cNvCxnSpPr>
          <p:nvPr/>
        </p:nvCxnSpPr>
        <p:spPr>
          <a:xfrm flipH="1" flipV="1">
            <a:off x="7369810" y="3497580"/>
            <a:ext cx="49022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452">
            <a:extLst>
              <a:ext uri="{FF2B5EF4-FFF2-40B4-BE49-F238E27FC236}">
                <a16:creationId xmlns:a16="http://schemas.microsoft.com/office/drawing/2014/main" id="{A4CB4563-3F6D-4F99-B79C-203E0A603FA4}"/>
              </a:ext>
            </a:extLst>
          </p:cNvPr>
          <p:cNvCxnSpPr>
            <a:cxnSpLocks/>
          </p:cNvCxnSpPr>
          <p:nvPr/>
        </p:nvCxnSpPr>
        <p:spPr>
          <a:xfrm>
            <a:off x="7628892" y="32054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452">
            <a:extLst>
              <a:ext uri="{FF2B5EF4-FFF2-40B4-BE49-F238E27FC236}">
                <a16:creationId xmlns:a16="http://schemas.microsoft.com/office/drawing/2014/main" id="{A6C4BACA-66DE-4947-B26D-22A88CBBC568}"/>
              </a:ext>
            </a:extLst>
          </p:cNvPr>
          <p:cNvCxnSpPr>
            <a:cxnSpLocks/>
          </p:cNvCxnSpPr>
          <p:nvPr/>
        </p:nvCxnSpPr>
        <p:spPr>
          <a:xfrm flipH="1" flipV="1">
            <a:off x="7386320" y="332105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452">
            <a:extLst>
              <a:ext uri="{FF2B5EF4-FFF2-40B4-BE49-F238E27FC236}">
                <a16:creationId xmlns:a16="http://schemas.microsoft.com/office/drawing/2014/main" id="{DEECE87C-E341-4647-B421-3F306E7FDBC2}"/>
              </a:ext>
            </a:extLst>
          </p:cNvPr>
          <p:cNvCxnSpPr>
            <a:cxnSpLocks/>
          </p:cNvCxnSpPr>
          <p:nvPr/>
        </p:nvCxnSpPr>
        <p:spPr>
          <a:xfrm flipH="1" flipV="1">
            <a:off x="6911848" y="737006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452">
            <a:extLst>
              <a:ext uri="{FF2B5EF4-FFF2-40B4-BE49-F238E27FC236}">
                <a16:creationId xmlns:a16="http://schemas.microsoft.com/office/drawing/2014/main" id="{B68A416E-E87A-4815-B416-C673B41DB913}"/>
              </a:ext>
            </a:extLst>
          </p:cNvPr>
          <p:cNvCxnSpPr>
            <a:cxnSpLocks/>
          </p:cNvCxnSpPr>
          <p:nvPr/>
        </p:nvCxnSpPr>
        <p:spPr>
          <a:xfrm flipH="1">
            <a:off x="7142990" y="7372350"/>
            <a:ext cx="210310" cy="71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452">
            <a:extLst>
              <a:ext uri="{FF2B5EF4-FFF2-40B4-BE49-F238E27FC236}">
                <a16:creationId xmlns:a16="http://schemas.microsoft.com/office/drawing/2014/main" id="{1BF12E7A-9FCA-4C5F-9D83-A9E6064079D5}"/>
              </a:ext>
            </a:extLst>
          </p:cNvPr>
          <p:cNvCxnSpPr>
            <a:cxnSpLocks/>
          </p:cNvCxnSpPr>
          <p:nvPr/>
        </p:nvCxnSpPr>
        <p:spPr>
          <a:xfrm flipH="1" flipV="1">
            <a:off x="6911848" y="7177026"/>
            <a:ext cx="435102" cy="1826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52">
            <a:extLst>
              <a:ext uri="{FF2B5EF4-FFF2-40B4-BE49-F238E27FC236}">
                <a16:creationId xmlns:a16="http://schemas.microsoft.com/office/drawing/2014/main" id="{26D6CB7F-948A-4B4A-B9AA-A68B8D6235D5}"/>
              </a:ext>
            </a:extLst>
          </p:cNvPr>
          <p:cNvCxnSpPr>
            <a:cxnSpLocks/>
          </p:cNvCxnSpPr>
          <p:nvPr/>
        </p:nvCxnSpPr>
        <p:spPr>
          <a:xfrm flipH="1">
            <a:off x="4527550" y="6608953"/>
            <a:ext cx="969392" cy="39827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452">
            <a:extLst>
              <a:ext uri="{FF2B5EF4-FFF2-40B4-BE49-F238E27FC236}">
                <a16:creationId xmlns:a16="http://schemas.microsoft.com/office/drawing/2014/main" id="{51B7889B-4F6F-4AC6-B859-6D1D97041D57}"/>
              </a:ext>
            </a:extLst>
          </p:cNvPr>
          <p:cNvCxnSpPr>
            <a:cxnSpLocks/>
          </p:cNvCxnSpPr>
          <p:nvPr/>
        </p:nvCxnSpPr>
        <p:spPr>
          <a:xfrm flipH="1" flipV="1">
            <a:off x="4767453" y="688873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452">
            <a:extLst>
              <a:ext uri="{FF2B5EF4-FFF2-40B4-BE49-F238E27FC236}">
                <a16:creationId xmlns:a16="http://schemas.microsoft.com/office/drawing/2014/main" id="{5A9AE543-6D43-4C34-B89D-48E99142A67B}"/>
              </a:ext>
            </a:extLst>
          </p:cNvPr>
          <p:cNvCxnSpPr>
            <a:cxnSpLocks/>
          </p:cNvCxnSpPr>
          <p:nvPr/>
        </p:nvCxnSpPr>
        <p:spPr>
          <a:xfrm>
            <a:off x="10428289" y="7069138"/>
            <a:ext cx="0" cy="5762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452">
            <a:extLst>
              <a:ext uri="{FF2B5EF4-FFF2-40B4-BE49-F238E27FC236}">
                <a16:creationId xmlns:a16="http://schemas.microsoft.com/office/drawing/2014/main" id="{B6AA2FBC-947A-4E8A-ACE8-8742ADBBFE78}"/>
              </a:ext>
            </a:extLst>
          </p:cNvPr>
          <p:cNvCxnSpPr>
            <a:cxnSpLocks/>
          </p:cNvCxnSpPr>
          <p:nvPr/>
        </p:nvCxnSpPr>
        <p:spPr>
          <a:xfrm>
            <a:off x="11863389" y="70675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452">
            <a:extLst>
              <a:ext uri="{FF2B5EF4-FFF2-40B4-BE49-F238E27FC236}">
                <a16:creationId xmlns:a16="http://schemas.microsoft.com/office/drawing/2014/main" id="{746BC42C-BCBF-4760-8698-7343AFFFC0AA}"/>
              </a:ext>
            </a:extLst>
          </p:cNvPr>
          <p:cNvCxnSpPr>
            <a:cxnSpLocks/>
          </p:cNvCxnSpPr>
          <p:nvPr/>
        </p:nvCxnSpPr>
        <p:spPr>
          <a:xfrm>
            <a:off x="11868150" y="7251700"/>
            <a:ext cx="24765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452">
            <a:extLst>
              <a:ext uri="{FF2B5EF4-FFF2-40B4-BE49-F238E27FC236}">
                <a16:creationId xmlns:a16="http://schemas.microsoft.com/office/drawing/2014/main" id="{55F6D31A-C39F-48BC-9727-A82932956F89}"/>
              </a:ext>
            </a:extLst>
          </p:cNvPr>
          <p:cNvCxnSpPr>
            <a:cxnSpLocks/>
          </p:cNvCxnSpPr>
          <p:nvPr/>
        </p:nvCxnSpPr>
        <p:spPr>
          <a:xfrm>
            <a:off x="12098339" y="7385050"/>
            <a:ext cx="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452">
            <a:extLst>
              <a:ext uri="{FF2B5EF4-FFF2-40B4-BE49-F238E27FC236}">
                <a16:creationId xmlns:a16="http://schemas.microsoft.com/office/drawing/2014/main" id="{61137295-0E2C-47A3-8665-665014C691EC}"/>
              </a:ext>
            </a:extLst>
          </p:cNvPr>
          <p:cNvCxnSpPr>
            <a:cxnSpLocks/>
          </p:cNvCxnSpPr>
          <p:nvPr/>
        </p:nvCxnSpPr>
        <p:spPr>
          <a:xfrm flipV="1">
            <a:off x="11868150" y="7632700"/>
            <a:ext cx="450850" cy="215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452">
            <a:extLst>
              <a:ext uri="{FF2B5EF4-FFF2-40B4-BE49-F238E27FC236}">
                <a16:creationId xmlns:a16="http://schemas.microsoft.com/office/drawing/2014/main" id="{868F3CB7-FAAC-4741-84FE-5BAF064B693D}"/>
              </a:ext>
            </a:extLst>
          </p:cNvPr>
          <p:cNvCxnSpPr>
            <a:cxnSpLocks/>
          </p:cNvCxnSpPr>
          <p:nvPr/>
        </p:nvCxnSpPr>
        <p:spPr>
          <a:xfrm>
            <a:off x="10674350" y="88265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452">
            <a:extLst>
              <a:ext uri="{FF2B5EF4-FFF2-40B4-BE49-F238E27FC236}">
                <a16:creationId xmlns:a16="http://schemas.microsoft.com/office/drawing/2014/main" id="{E58AB215-FAEF-436B-962A-BD95ED60A255}"/>
              </a:ext>
            </a:extLst>
          </p:cNvPr>
          <p:cNvCxnSpPr>
            <a:cxnSpLocks/>
          </p:cNvCxnSpPr>
          <p:nvPr/>
        </p:nvCxnSpPr>
        <p:spPr>
          <a:xfrm flipV="1">
            <a:off x="10655300" y="9183690"/>
            <a:ext cx="500064" cy="214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452">
            <a:extLst>
              <a:ext uri="{FF2B5EF4-FFF2-40B4-BE49-F238E27FC236}">
                <a16:creationId xmlns:a16="http://schemas.microsoft.com/office/drawing/2014/main" id="{DB908661-075E-418B-A26E-6BECC8D3A415}"/>
              </a:ext>
            </a:extLst>
          </p:cNvPr>
          <p:cNvCxnSpPr>
            <a:cxnSpLocks/>
          </p:cNvCxnSpPr>
          <p:nvPr/>
        </p:nvCxnSpPr>
        <p:spPr>
          <a:xfrm flipH="1" flipV="1">
            <a:off x="10426700" y="91059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452">
            <a:extLst>
              <a:ext uri="{FF2B5EF4-FFF2-40B4-BE49-F238E27FC236}">
                <a16:creationId xmlns:a16="http://schemas.microsoft.com/office/drawing/2014/main" id="{15CA67C3-C21D-475A-B98B-EA39ADB2E004}"/>
              </a:ext>
            </a:extLst>
          </p:cNvPr>
          <p:cNvCxnSpPr>
            <a:cxnSpLocks/>
          </p:cNvCxnSpPr>
          <p:nvPr/>
        </p:nvCxnSpPr>
        <p:spPr>
          <a:xfrm flipH="1" flipV="1">
            <a:off x="9956800" y="9099550"/>
            <a:ext cx="711200" cy="285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452">
            <a:extLst>
              <a:ext uri="{FF2B5EF4-FFF2-40B4-BE49-F238E27FC236}">
                <a16:creationId xmlns:a16="http://schemas.microsoft.com/office/drawing/2014/main" id="{9BB1DB63-1AC3-497C-90A4-0DBA99A7875F}"/>
              </a:ext>
            </a:extLst>
          </p:cNvPr>
          <p:cNvCxnSpPr>
            <a:cxnSpLocks/>
          </p:cNvCxnSpPr>
          <p:nvPr/>
        </p:nvCxnSpPr>
        <p:spPr>
          <a:xfrm>
            <a:off x="9971089" y="8750300"/>
            <a:ext cx="0" cy="3413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452">
            <a:extLst>
              <a:ext uri="{FF2B5EF4-FFF2-40B4-BE49-F238E27FC236}">
                <a16:creationId xmlns:a16="http://schemas.microsoft.com/office/drawing/2014/main" id="{6EAE95A9-824A-4DD9-A860-E30716CAEDC8}"/>
              </a:ext>
            </a:extLst>
          </p:cNvPr>
          <p:cNvCxnSpPr>
            <a:cxnSpLocks/>
          </p:cNvCxnSpPr>
          <p:nvPr/>
        </p:nvCxnSpPr>
        <p:spPr>
          <a:xfrm flipV="1">
            <a:off x="9975850" y="8623300"/>
            <a:ext cx="241300" cy="127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0017CC33-091E-4199-895D-02D8390765F5}"/>
              </a:ext>
            </a:extLst>
          </p:cNvPr>
          <p:cNvCxnSpPr>
            <a:cxnSpLocks/>
          </p:cNvCxnSpPr>
          <p:nvPr/>
        </p:nvCxnSpPr>
        <p:spPr>
          <a:xfrm>
            <a:off x="10225089" y="8299450"/>
            <a:ext cx="0" cy="361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452">
            <a:extLst>
              <a:ext uri="{FF2B5EF4-FFF2-40B4-BE49-F238E27FC236}">
                <a16:creationId xmlns:a16="http://schemas.microsoft.com/office/drawing/2014/main" id="{52A11352-3144-4CD9-BB68-9A409AF492A9}"/>
              </a:ext>
            </a:extLst>
          </p:cNvPr>
          <p:cNvCxnSpPr>
            <a:cxnSpLocks/>
          </p:cNvCxnSpPr>
          <p:nvPr/>
        </p:nvCxnSpPr>
        <p:spPr>
          <a:xfrm flipV="1">
            <a:off x="9947276" y="82629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452">
            <a:extLst>
              <a:ext uri="{FF2B5EF4-FFF2-40B4-BE49-F238E27FC236}">
                <a16:creationId xmlns:a16="http://schemas.microsoft.com/office/drawing/2014/main" id="{A2EFC58C-4054-44CC-ADE0-96B8F1C2E1FB}"/>
              </a:ext>
            </a:extLst>
          </p:cNvPr>
          <p:cNvCxnSpPr>
            <a:cxnSpLocks/>
          </p:cNvCxnSpPr>
          <p:nvPr/>
        </p:nvCxnSpPr>
        <p:spPr>
          <a:xfrm>
            <a:off x="9964739" y="83883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452">
            <a:extLst>
              <a:ext uri="{FF2B5EF4-FFF2-40B4-BE49-F238E27FC236}">
                <a16:creationId xmlns:a16="http://schemas.microsoft.com/office/drawing/2014/main" id="{23073573-39FC-422A-80CA-627E29D6A54D}"/>
              </a:ext>
            </a:extLst>
          </p:cNvPr>
          <p:cNvCxnSpPr>
            <a:cxnSpLocks/>
          </p:cNvCxnSpPr>
          <p:nvPr/>
        </p:nvCxnSpPr>
        <p:spPr>
          <a:xfrm>
            <a:off x="9518650" y="874395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2D37B55D-F376-4952-8B91-7E6B059B0768}"/>
              </a:ext>
            </a:extLst>
          </p:cNvPr>
          <p:cNvCxnSpPr>
            <a:cxnSpLocks/>
          </p:cNvCxnSpPr>
          <p:nvPr/>
        </p:nvCxnSpPr>
        <p:spPr>
          <a:xfrm flipV="1">
            <a:off x="9515476" y="88217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452">
            <a:extLst>
              <a:ext uri="{FF2B5EF4-FFF2-40B4-BE49-F238E27FC236}">
                <a16:creationId xmlns:a16="http://schemas.microsoft.com/office/drawing/2014/main" id="{4CC1946E-06D8-499D-AFFC-DCEABEAC5522}"/>
              </a:ext>
            </a:extLst>
          </p:cNvPr>
          <p:cNvCxnSpPr>
            <a:cxnSpLocks/>
          </p:cNvCxnSpPr>
          <p:nvPr/>
        </p:nvCxnSpPr>
        <p:spPr>
          <a:xfrm>
            <a:off x="9505950" y="891540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035C1817-01FE-4535-87F9-0CD1AD38C122}"/>
              </a:ext>
            </a:extLst>
          </p:cNvPr>
          <p:cNvCxnSpPr>
            <a:cxnSpLocks/>
          </p:cNvCxnSpPr>
          <p:nvPr/>
        </p:nvCxnSpPr>
        <p:spPr>
          <a:xfrm flipV="1">
            <a:off x="9502776" y="8993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862E15DD-E7ED-4710-99C4-3E5441506A33}"/>
              </a:ext>
            </a:extLst>
          </p:cNvPr>
          <p:cNvCxnSpPr>
            <a:cxnSpLocks/>
          </p:cNvCxnSpPr>
          <p:nvPr/>
        </p:nvCxnSpPr>
        <p:spPr>
          <a:xfrm>
            <a:off x="9520239" y="91059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5EC0614E-B913-433D-AD81-C84AFAD27050}"/>
              </a:ext>
            </a:extLst>
          </p:cNvPr>
          <p:cNvCxnSpPr>
            <a:cxnSpLocks/>
          </p:cNvCxnSpPr>
          <p:nvPr/>
        </p:nvCxnSpPr>
        <p:spPr>
          <a:xfrm flipV="1">
            <a:off x="9502776" y="91900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452">
            <a:extLst>
              <a:ext uri="{FF2B5EF4-FFF2-40B4-BE49-F238E27FC236}">
                <a16:creationId xmlns:a16="http://schemas.microsoft.com/office/drawing/2014/main" id="{866529B1-CF03-4935-AAEE-7BFCFDD4731C}"/>
              </a:ext>
            </a:extLst>
          </p:cNvPr>
          <p:cNvCxnSpPr>
            <a:cxnSpLocks/>
          </p:cNvCxnSpPr>
          <p:nvPr/>
        </p:nvCxnSpPr>
        <p:spPr>
          <a:xfrm>
            <a:off x="9761539" y="92011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452">
            <a:extLst>
              <a:ext uri="{FF2B5EF4-FFF2-40B4-BE49-F238E27FC236}">
                <a16:creationId xmlns:a16="http://schemas.microsoft.com/office/drawing/2014/main" id="{8475AB8B-26BD-4EBA-88CA-B0ACC388BEB4}"/>
              </a:ext>
            </a:extLst>
          </p:cNvPr>
          <p:cNvCxnSpPr>
            <a:cxnSpLocks/>
          </p:cNvCxnSpPr>
          <p:nvPr/>
        </p:nvCxnSpPr>
        <p:spPr>
          <a:xfrm flipV="1">
            <a:off x="9718676" y="92725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452">
            <a:extLst>
              <a:ext uri="{FF2B5EF4-FFF2-40B4-BE49-F238E27FC236}">
                <a16:creationId xmlns:a16="http://schemas.microsoft.com/office/drawing/2014/main" id="{9ECEEF2B-6959-4697-8E57-9EB26B65806E}"/>
              </a:ext>
            </a:extLst>
          </p:cNvPr>
          <p:cNvCxnSpPr>
            <a:cxnSpLocks/>
          </p:cNvCxnSpPr>
          <p:nvPr/>
        </p:nvCxnSpPr>
        <p:spPr>
          <a:xfrm>
            <a:off x="9983789" y="93027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2691A22F-CEC3-4A46-857C-63C6E1C3695F}"/>
              </a:ext>
            </a:extLst>
          </p:cNvPr>
          <p:cNvCxnSpPr>
            <a:cxnSpLocks/>
          </p:cNvCxnSpPr>
          <p:nvPr/>
        </p:nvCxnSpPr>
        <p:spPr>
          <a:xfrm flipV="1">
            <a:off x="9972676" y="9374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452">
            <a:extLst>
              <a:ext uri="{FF2B5EF4-FFF2-40B4-BE49-F238E27FC236}">
                <a16:creationId xmlns:a16="http://schemas.microsoft.com/office/drawing/2014/main" id="{F1540CDC-EDE8-4EAF-B2F8-B57F99BB8251}"/>
              </a:ext>
            </a:extLst>
          </p:cNvPr>
          <p:cNvCxnSpPr>
            <a:cxnSpLocks/>
          </p:cNvCxnSpPr>
          <p:nvPr/>
        </p:nvCxnSpPr>
        <p:spPr>
          <a:xfrm>
            <a:off x="10198100" y="937260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452">
            <a:extLst>
              <a:ext uri="{FF2B5EF4-FFF2-40B4-BE49-F238E27FC236}">
                <a16:creationId xmlns:a16="http://schemas.microsoft.com/office/drawing/2014/main" id="{0F518277-CD42-4069-A1F7-06276BB501E4}"/>
              </a:ext>
            </a:extLst>
          </p:cNvPr>
          <p:cNvCxnSpPr>
            <a:cxnSpLocks/>
          </p:cNvCxnSpPr>
          <p:nvPr/>
        </p:nvCxnSpPr>
        <p:spPr>
          <a:xfrm flipV="1">
            <a:off x="10156826" y="94630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97C7CAB3-0B51-48F8-BFBD-BDE95C8BBEC1}"/>
              </a:ext>
            </a:extLst>
          </p:cNvPr>
          <p:cNvCxnSpPr>
            <a:cxnSpLocks/>
          </p:cNvCxnSpPr>
          <p:nvPr/>
        </p:nvCxnSpPr>
        <p:spPr>
          <a:xfrm>
            <a:off x="10204450" y="954405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452">
            <a:extLst>
              <a:ext uri="{FF2B5EF4-FFF2-40B4-BE49-F238E27FC236}">
                <a16:creationId xmlns:a16="http://schemas.microsoft.com/office/drawing/2014/main" id="{1F582C84-87B6-4B5F-BA15-D9618672900C}"/>
              </a:ext>
            </a:extLst>
          </p:cNvPr>
          <p:cNvCxnSpPr>
            <a:cxnSpLocks/>
          </p:cNvCxnSpPr>
          <p:nvPr/>
        </p:nvCxnSpPr>
        <p:spPr>
          <a:xfrm flipV="1">
            <a:off x="10169526" y="9628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452">
            <a:extLst>
              <a:ext uri="{FF2B5EF4-FFF2-40B4-BE49-F238E27FC236}">
                <a16:creationId xmlns:a16="http://schemas.microsoft.com/office/drawing/2014/main" id="{DCFC1851-B419-4717-8AF6-5B72FDCAF1B1}"/>
              </a:ext>
            </a:extLst>
          </p:cNvPr>
          <p:cNvCxnSpPr>
            <a:cxnSpLocks/>
          </p:cNvCxnSpPr>
          <p:nvPr/>
        </p:nvCxnSpPr>
        <p:spPr>
          <a:xfrm>
            <a:off x="10223500" y="975360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452">
            <a:extLst>
              <a:ext uri="{FF2B5EF4-FFF2-40B4-BE49-F238E27FC236}">
                <a16:creationId xmlns:a16="http://schemas.microsoft.com/office/drawing/2014/main" id="{7EE02471-274C-40DE-8CFC-1B633B499C8A}"/>
              </a:ext>
            </a:extLst>
          </p:cNvPr>
          <p:cNvCxnSpPr>
            <a:cxnSpLocks/>
          </p:cNvCxnSpPr>
          <p:nvPr/>
        </p:nvCxnSpPr>
        <p:spPr>
          <a:xfrm flipV="1">
            <a:off x="11166476" y="9112250"/>
            <a:ext cx="657224" cy="2527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A6C16F4E-D85A-43D9-A905-445E11D3516B}"/>
              </a:ext>
            </a:extLst>
          </p:cNvPr>
          <p:cNvCxnSpPr>
            <a:cxnSpLocks/>
          </p:cNvCxnSpPr>
          <p:nvPr/>
        </p:nvCxnSpPr>
        <p:spPr>
          <a:xfrm flipV="1">
            <a:off x="10925176" y="955675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452">
            <a:extLst>
              <a:ext uri="{FF2B5EF4-FFF2-40B4-BE49-F238E27FC236}">
                <a16:creationId xmlns:a16="http://schemas.microsoft.com/office/drawing/2014/main" id="{A60568A6-D7CE-4A7C-BDBD-A1B29749E01C}"/>
              </a:ext>
            </a:extLst>
          </p:cNvPr>
          <p:cNvCxnSpPr>
            <a:cxnSpLocks/>
          </p:cNvCxnSpPr>
          <p:nvPr/>
        </p:nvCxnSpPr>
        <p:spPr>
          <a:xfrm>
            <a:off x="10904539" y="94742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2EB2E38-F40C-454A-B42C-AC5D1BDB395B}"/>
              </a:ext>
            </a:extLst>
          </p:cNvPr>
          <p:cNvCxnSpPr>
            <a:cxnSpLocks/>
          </p:cNvCxnSpPr>
          <p:nvPr/>
        </p:nvCxnSpPr>
        <p:spPr>
          <a:xfrm>
            <a:off x="11164889" y="93726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7FD3FC26-FD33-43C5-BB15-2A8BB7E1FC18}"/>
              </a:ext>
            </a:extLst>
          </p:cNvPr>
          <p:cNvCxnSpPr>
            <a:cxnSpLocks/>
          </p:cNvCxnSpPr>
          <p:nvPr/>
        </p:nvCxnSpPr>
        <p:spPr>
          <a:xfrm flipH="1" flipV="1">
            <a:off x="11156950" y="8648700"/>
            <a:ext cx="25400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A8D4DA8D-BEF9-4652-BEAD-111E60D91885}"/>
              </a:ext>
            </a:extLst>
          </p:cNvPr>
          <p:cNvCxnSpPr>
            <a:cxnSpLocks/>
          </p:cNvCxnSpPr>
          <p:nvPr/>
        </p:nvCxnSpPr>
        <p:spPr>
          <a:xfrm>
            <a:off x="11171239" y="84772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F5FB758A-F91E-480E-B752-BAE893D8AE67}"/>
              </a:ext>
            </a:extLst>
          </p:cNvPr>
          <p:cNvCxnSpPr>
            <a:cxnSpLocks/>
          </p:cNvCxnSpPr>
          <p:nvPr/>
        </p:nvCxnSpPr>
        <p:spPr>
          <a:xfrm flipH="1" flipV="1">
            <a:off x="10928350" y="8394700"/>
            <a:ext cx="228600" cy="57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DE831CB7-6F54-44FF-A621-4CFC3D71ABB2}"/>
              </a:ext>
            </a:extLst>
          </p:cNvPr>
          <p:cNvCxnSpPr>
            <a:cxnSpLocks/>
          </p:cNvCxnSpPr>
          <p:nvPr/>
        </p:nvCxnSpPr>
        <p:spPr>
          <a:xfrm flipV="1">
            <a:off x="10909300" y="820420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9EBE619C-21C6-4E1E-A79D-8780337ABB8F}"/>
              </a:ext>
            </a:extLst>
          </p:cNvPr>
          <p:cNvCxnSpPr>
            <a:cxnSpLocks/>
          </p:cNvCxnSpPr>
          <p:nvPr/>
        </p:nvCxnSpPr>
        <p:spPr>
          <a:xfrm>
            <a:off x="11374439" y="8210550"/>
            <a:ext cx="0" cy="304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84321BFE-8041-41B2-BC86-30173E1B7124}"/>
              </a:ext>
            </a:extLst>
          </p:cNvPr>
          <p:cNvCxnSpPr>
            <a:cxnSpLocks/>
          </p:cNvCxnSpPr>
          <p:nvPr/>
        </p:nvCxnSpPr>
        <p:spPr>
          <a:xfrm flipH="1" flipV="1">
            <a:off x="11379200" y="8547100"/>
            <a:ext cx="717550" cy="292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4D9B0D4A-6715-4C74-B030-ED824AB47520}"/>
              </a:ext>
            </a:extLst>
          </p:cNvPr>
          <p:cNvCxnSpPr>
            <a:cxnSpLocks/>
          </p:cNvCxnSpPr>
          <p:nvPr/>
        </p:nvCxnSpPr>
        <p:spPr>
          <a:xfrm flipH="1">
            <a:off x="11887200" y="7899400"/>
            <a:ext cx="2159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3D1EE6E7-9BD8-49C1-937B-3B5CE92827B2}"/>
              </a:ext>
            </a:extLst>
          </p:cNvPr>
          <p:cNvCxnSpPr>
            <a:cxnSpLocks/>
          </p:cNvCxnSpPr>
          <p:nvPr/>
        </p:nvCxnSpPr>
        <p:spPr>
          <a:xfrm>
            <a:off x="12104689" y="7924800"/>
            <a:ext cx="0" cy="9636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D71A32A7-C611-4216-814B-DB46738660AD}"/>
              </a:ext>
            </a:extLst>
          </p:cNvPr>
          <p:cNvCxnSpPr>
            <a:cxnSpLocks/>
          </p:cNvCxnSpPr>
          <p:nvPr/>
        </p:nvCxnSpPr>
        <p:spPr>
          <a:xfrm flipV="1">
            <a:off x="10680700" y="8978900"/>
            <a:ext cx="488950" cy="234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CB0852EC-1FB9-48AC-9D60-6C5F2C7D7411}"/>
              </a:ext>
            </a:extLst>
          </p:cNvPr>
          <p:cNvCxnSpPr>
            <a:cxnSpLocks/>
          </p:cNvCxnSpPr>
          <p:nvPr/>
        </p:nvCxnSpPr>
        <p:spPr>
          <a:xfrm>
            <a:off x="11158539" y="9004300"/>
            <a:ext cx="0" cy="20796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C3A41386-C839-4102-9A7B-4588572660A0}"/>
              </a:ext>
            </a:extLst>
          </p:cNvPr>
          <p:cNvCxnSpPr>
            <a:cxnSpLocks/>
          </p:cNvCxnSpPr>
          <p:nvPr/>
        </p:nvCxnSpPr>
        <p:spPr>
          <a:xfrm>
            <a:off x="10212389" y="88328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452">
            <a:extLst>
              <a:ext uri="{FF2B5EF4-FFF2-40B4-BE49-F238E27FC236}">
                <a16:creationId xmlns:a16="http://schemas.microsoft.com/office/drawing/2014/main" id="{6F3E631E-2241-46B0-AAAD-65D9A5AAB891}"/>
              </a:ext>
            </a:extLst>
          </p:cNvPr>
          <p:cNvCxnSpPr>
            <a:cxnSpLocks/>
          </p:cNvCxnSpPr>
          <p:nvPr/>
        </p:nvCxnSpPr>
        <p:spPr>
          <a:xfrm flipV="1">
            <a:off x="10433050" y="8997950"/>
            <a:ext cx="26670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452">
            <a:extLst>
              <a:ext uri="{FF2B5EF4-FFF2-40B4-BE49-F238E27FC236}">
                <a16:creationId xmlns:a16="http://schemas.microsoft.com/office/drawing/2014/main" id="{A0C8AFFE-EAD2-4DCD-B371-803192CFF012}"/>
              </a:ext>
            </a:extLst>
          </p:cNvPr>
          <p:cNvCxnSpPr>
            <a:cxnSpLocks/>
          </p:cNvCxnSpPr>
          <p:nvPr/>
        </p:nvCxnSpPr>
        <p:spPr>
          <a:xfrm>
            <a:off x="11850689" y="89344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452">
            <a:extLst>
              <a:ext uri="{FF2B5EF4-FFF2-40B4-BE49-F238E27FC236}">
                <a16:creationId xmlns:a16="http://schemas.microsoft.com/office/drawing/2014/main" id="{21C9FD91-0DE2-4CC3-8AF5-199437200765}"/>
              </a:ext>
            </a:extLst>
          </p:cNvPr>
          <p:cNvCxnSpPr>
            <a:cxnSpLocks/>
          </p:cNvCxnSpPr>
          <p:nvPr/>
        </p:nvCxnSpPr>
        <p:spPr>
          <a:xfrm flipH="1" flipV="1">
            <a:off x="11620500" y="88265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28CBAAE4-666E-4805-AA30-F11AFDE98D2C}"/>
              </a:ext>
            </a:extLst>
          </p:cNvPr>
          <p:cNvCxnSpPr>
            <a:cxnSpLocks/>
          </p:cNvCxnSpPr>
          <p:nvPr/>
        </p:nvCxnSpPr>
        <p:spPr>
          <a:xfrm>
            <a:off x="11622089" y="88138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3B460E0D-38FC-42CE-809D-A4874431D2C4}"/>
              </a:ext>
            </a:extLst>
          </p:cNvPr>
          <p:cNvCxnSpPr>
            <a:cxnSpLocks/>
          </p:cNvCxnSpPr>
          <p:nvPr/>
        </p:nvCxnSpPr>
        <p:spPr>
          <a:xfrm flipV="1">
            <a:off x="11356976" y="898525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61B4C3D9-FA9E-4778-A313-A2D00A500D1D}"/>
              </a:ext>
            </a:extLst>
          </p:cNvPr>
          <p:cNvCxnSpPr>
            <a:cxnSpLocks/>
          </p:cNvCxnSpPr>
          <p:nvPr/>
        </p:nvCxnSpPr>
        <p:spPr>
          <a:xfrm>
            <a:off x="11869739" y="8007350"/>
            <a:ext cx="0" cy="565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0F36C1A2-3FE6-4F53-AB24-E9BEF34D2D07}"/>
              </a:ext>
            </a:extLst>
          </p:cNvPr>
          <p:cNvCxnSpPr>
            <a:cxnSpLocks/>
          </p:cNvCxnSpPr>
          <p:nvPr/>
        </p:nvCxnSpPr>
        <p:spPr>
          <a:xfrm flipH="1" flipV="1">
            <a:off x="11620500" y="84201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76F867A1-BDCB-41C7-8B2A-3B0777C5B1FF}"/>
              </a:ext>
            </a:extLst>
          </p:cNvPr>
          <p:cNvCxnSpPr>
            <a:cxnSpLocks/>
          </p:cNvCxnSpPr>
          <p:nvPr/>
        </p:nvCxnSpPr>
        <p:spPr>
          <a:xfrm flipH="1" flipV="1">
            <a:off x="11410950" y="782955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DCCEE618-8FEA-4AB9-A619-33CDF08FB564}"/>
              </a:ext>
            </a:extLst>
          </p:cNvPr>
          <p:cNvCxnSpPr>
            <a:cxnSpLocks/>
          </p:cNvCxnSpPr>
          <p:nvPr/>
        </p:nvCxnSpPr>
        <p:spPr>
          <a:xfrm>
            <a:off x="11412539" y="76327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B9E84B3C-FECC-41A8-8ECD-D53C6D938BC0}"/>
              </a:ext>
            </a:extLst>
          </p:cNvPr>
          <p:cNvCxnSpPr>
            <a:cxnSpLocks/>
          </p:cNvCxnSpPr>
          <p:nvPr/>
        </p:nvCxnSpPr>
        <p:spPr>
          <a:xfrm flipH="1" flipV="1">
            <a:off x="12096750" y="7543800"/>
            <a:ext cx="25400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AB992FA6-F7A3-4E60-8DB1-AD41A8D32FB4}"/>
              </a:ext>
            </a:extLst>
          </p:cNvPr>
          <p:cNvCxnSpPr>
            <a:cxnSpLocks/>
          </p:cNvCxnSpPr>
          <p:nvPr/>
        </p:nvCxnSpPr>
        <p:spPr>
          <a:xfrm>
            <a:off x="10725150" y="5207000"/>
            <a:ext cx="1123950" cy="1873250"/>
          </a:xfrm>
          <a:prstGeom prst="line">
            <a:avLst/>
          </a:prstGeom>
          <a:ln w="9525">
            <a:solidFill>
              <a:srgbClr val="FF99CC"/>
            </a:solidFill>
            <a:prstDash val="sysDash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7B5F0E78-D3DA-4388-9563-EF1CFDD9529A}"/>
              </a:ext>
            </a:extLst>
          </p:cNvPr>
          <p:cNvCxnSpPr>
            <a:cxnSpLocks/>
          </p:cNvCxnSpPr>
          <p:nvPr/>
        </p:nvCxnSpPr>
        <p:spPr>
          <a:xfrm flipH="1">
            <a:off x="8326823" y="5229987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6814206">
            <a:off x="6883017" y="8438882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633" name="Straight Connector 452">
            <a:extLst>
              <a:ext uri="{FF2B5EF4-FFF2-40B4-BE49-F238E27FC236}">
                <a16:creationId xmlns:a16="http://schemas.microsoft.com/office/drawing/2014/main" id="{89E0BCBE-24D5-4731-A4D4-DE6BE33A871D}"/>
              </a:ext>
            </a:extLst>
          </p:cNvPr>
          <p:cNvCxnSpPr>
            <a:cxnSpLocks/>
          </p:cNvCxnSpPr>
          <p:nvPr/>
        </p:nvCxnSpPr>
        <p:spPr>
          <a:xfrm flipH="1" flipV="1">
            <a:off x="6407785" y="2588896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452">
            <a:extLst>
              <a:ext uri="{FF2B5EF4-FFF2-40B4-BE49-F238E27FC236}">
                <a16:creationId xmlns:a16="http://schemas.microsoft.com/office/drawing/2014/main" id="{DC73B84A-69F2-439F-BA09-B715927CB0D4}"/>
              </a:ext>
            </a:extLst>
          </p:cNvPr>
          <p:cNvCxnSpPr>
            <a:cxnSpLocks/>
          </p:cNvCxnSpPr>
          <p:nvPr/>
        </p:nvCxnSpPr>
        <p:spPr>
          <a:xfrm flipV="1">
            <a:off x="5019675" y="2862263"/>
            <a:ext cx="1662113" cy="6381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452">
            <a:extLst>
              <a:ext uri="{FF2B5EF4-FFF2-40B4-BE49-F238E27FC236}">
                <a16:creationId xmlns:a16="http://schemas.microsoft.com/office/drawing/2014/main" id="{F052EAD8-6DD4-4E4C-BA33-B7625E3363CA}"/>
              </a:ext>
            </a:extLst>
          </p:cNvPr>
          <p:cNvCxnSpPr>
            <a:cxnSpLocks/>
          </p:cNvCxnSpPr>
          <p:nvPr/>
        </p:nvCxnSpPr>
        <p:spPr>
          <a:xfrm flipH="1" flipV="1">
            <a:off x="4295775" y="3228975"/>
            <a:ext cx="717867" cy="2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E21BC577-46FC-4208-964A-87542CCF6E60}"/>
              </a:ext>
            </a:extLst>
          </p:cNvPr>
          <p:cNvCxnSpPr>
            <a:cxnSpLocks/>
          </p:cNvCxnSpPr>
          <p:nvPr/>
        </p:nvCxnSpPr>
        <p:spPr>
          <a:xfrm flipV="1">
            <a:off x="3843338" y="3230562"/>
            <a:ext cx="45720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13B24B5D-6D20-4369-83EB-FEBB3B138CB7}"/>
              </a:ext>
            </a:extLst>
          </p:cNvPr>
          <p:cNvCxnSpPr>
            <a:cxnSpLocks/>
          </p:cNvCxnSpPr>
          <p:nvPr/>
        </p:nvCxnSpPr>
        <p:spPr>
          <a:xfrm flipH="1" flipV="1">
            <a:off x="3845560" y="3415665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EA353C95-817F-4554-AB82-344337F8E108}"/>
              </a:ext>
            </a:extLst>
          </p:cNvPr>
          <p:cNvCxnSpPr>
            <a:cxnSpLocks/>
          </p:cNvCxnSpPr>
          <p:nvPr/>
        </p:nvCxnSpPr>
        <p:spPr>
          <a:xfrm flipV="1">
            <a:off x="4073208" y="3514725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283BF2C9-8AB2-4716-986A-4C55866E7A4F}"/>
              </a:ext>
            </a:extLst>
          </p:cNvPr>
          <p:cNvCxnSpPr>
            <a:cxnSpLocks/>
          </p:cNvCxnSpPr>
          <p:nvPr/>
        </p:nvCxnSpPr>
        <p:spPr>
          <a:xfrm flipH="1" flipV="1">
            <a:off x="4074160" y="3682365"/>
            <a:ext cx="1178878" cy="4800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81F31874-28AC-44FF-9C10-BA2382B4A38C}"/>
              </a:ext>
            </a:extLst>
          </p:cNvPr>
          <p:cNvCxnSpPr>
            <a:cxnSpLocks/>
          </p:cNvCxnSpPr>
          <p:nvPr/>
        </p:nvCxnSpPr>
        <p:spPr>
          <a:xfrm flipH="1" flipV="1">
            <a:off x="4324350" y="3590925"/>
            <a:ext cx="1195388" cy="4619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452">
            <a:extLst>
              <a:ext uri="{FF2B5EF4-FFF2-40B4-BE49-F238E27FC236}">
                <a16:creationId xmlns:a16="http://schemas.microsoft.com/office/drawing/2014/main" id="{8350D08A-3406-4971-BFCA-5AFFF60BCD94}"/>
              </a:ext>
            </a:extLst>
          </p:cNvPr>
          <p:cNvCxnSpPr>
            <a:cxnSpLocks/>
          </p:cNvCxnSpPr>
          <p:nvPr/>
        </p:nvCxnSpPr>
        <p:spPr>
          <a:xfrm flipV="1">
            <a:off x="4316095" y="3424238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452">
            <a:extLst>
              <a:ext uri="{FF2B5EF4-FFF2-40B4-BE49-F238E27FC236}">
                <a16:creationId xmlns:a16="http://schemas.microsoft.com/office/drawing/2014/main" id="{093280A5-39B8-4747-8DC2-744CD8C6E654}"/>
              </a:ext>
            </a:extLst>
          </p:cNvPr>
          <p:cNvCxnSpPr>
            <a:cxnSpLocks/>
          </p:cNvCxnSpPr>
          <p:nvPr/>
        </p:nvCxnSpPr>
        <p:spPr>
          <a:xfrm flipH="1" flipV="1">
            <a:off x="4310063" y="3424238"/>
            <a:ext cx="952500" cy="366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CA944952-043F-4706-9C9A-A58A1E25D816}"/>
              </a:ext>
            </a:extLst>
          </p:cNvPr>
          <p:cNvCxnSpPr>
            <a:cxnSpLocks/>
          </p:cNvCxnSpPr>
          <p:nvPr/>
        </p:nvCxnSpPr>
        <p:spPr>
          <a:xfrm>
            <a:off x="5252722" y="3567748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452">
            <a:extLst>
              <a:ext uri="{FF2B5EF4-FFF2-40B4-BE49-F238E27FC236}">
                <a16:creationId xmlns:a16="http://schemas.microsoft.com/office/drawing/2014/main" id="{E76CE06C-DD0F-4F9C-BF65-2DD9796B3C63}"/>
              </a:ext>
            </a:extLst>
          </p:cNvPr>
          <p:cNvCxnSpPr>
            <a:cxnSpLocks/>
          </p:cNvCxnSpPr>
          <p:nvPr/>
        </p:nvCxnSpPr>
        <p:spPr>
          <a:xfrm flipH="1" flipV="1">
            <a:off x="5257165" y="357124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FF75542-3139-4D68-B03D-45F599E2D770}"/>
              </a:ext>
            </a:extLst>
          </p:cNvPr>
          <p:cNvCxnSpPr>
            <a:cxnSpLocks/>
          </p:cNvCxnSpPr>
          <p:nvPr/>
        </p:nvCxnSpPr>
        <p:spPr>
          <a:xfrm>
            <a:off x="5495610" y="3482023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452">
            <a:extLst>
              <a:ext uri="{FF2B5EF4-FFF2-40B4-BE49-F238E27FC236}">
                <a16:creationId xmlns:a16="http://schemas.microsoft.com/office/drawing/2014/main" id="{CC14C7E2-F1F8-4E52-8779-64ABE31CE6BB}"/>
              </a:ext>
            </a:extLst>
          </p:cNvPr>
          <p:cNvCxnSpPr>
            <a:cxnSpLocks/>
          </p:cNvCxnSpPr>
          <p:nvPr/>
        </p:nvCxnSpPr>
        <p:spPr>
          <a:xfrm flipH="1" flipV="1">
            <a:off x="5500053" y="3485515"/>
            <a:ext cx="500697" cy="21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452">
            <a:extLst>
              <a:ext uri="{FF2B5EF4-FFF2-40B4-BE49-F238E27FC236}">
                <a16:creationId xmlns:a16="http://schemas.microsoft.com/office/drawing/2014/main" id="{8A0916C7-6179-4F64-8EAA-294A57B61F69}"/>
              </a:ext>
            </a:extLst>
          </p:cNvPr>
          <p:cNvCxnSpPr>
            <a:cxnSpLocks/>
          </p:cNvCxnSpPr>
          <p:nvPr/>
        </p:nvCxnSpPr>
        <p:spPr>
          <a:xfrm flipV="1">
            <a:off x="5734368" y="3205163"/>
            <a:ext cx="485457" cy="2187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4C250F44-E855-450D-BA56-0C0264C54C55}"/>
              </a:ext>
            </a:extLst>
          </p:cNvPr>
          <p:cNvCxnSpPr>
            <a:cxnSpLocks/>
          </p:cNvCxnSpPr>
          <p:nvPr/>
        </p:nvCxnSpPr>
        <p:spPr>
          <a:xfrm>
            <a:off x="6209984" y="3203258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8FD75524-8F00-466E-B4D2-69AF5C011D2D}"/>
              </a:ext>
            </a:extLst>
          </p:cNvPr>
          <p:cNvCxnSpPr>
            <a:cxnSpLocks/>
          </p:cNvCxnSpPr>
          <p:nvPr/>
        </p:nvCxnSpPr>
        <p:spPr>
          <a:xfrm flipV="1">
            <a:off x="6198236" y="3326765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84DF7BEE-1567-451F-86A1-29D1C26E5C7B}"/>
              </a:ext>
            </a:extLst>
          </p:cNvPr>
          <p:cNvCxnSpPr>
            <a:cxnSpLocks/>
          </p:cNvCxnSpPr>
          <p:nvPr/>
        </p:nvCxnSpPr>
        <p:spPr>
          <a:xfrm>
            <a:off x="6424297" y="3136582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452">
            <a:extLst>
              <a:ext uri="{FF2B5EF4-FFF2-40B4-BE49-F238E27FC236}">
                <a16:creationId xmlns:a16="http://schemas.microsoft.com/office/drawing/2014/main" id="{E393910E-0A97-490C-9645-35E959FFF420}"/>
              </a:ext>
            </a:extLst>
          </p:cNvPr>
          <p:cNvCxnSpPr>
            <a:cxnSpLocks/>
          </p:cNvCxnSpPr>
          <p:nvPr/>
        </p:nvCxnSpPr>
        <p:spPr>
          <a:xfrm flipV="1">
            <a:off x="6431599" y="3036253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C4F194E3-15C2-46DC-80EF-50ACF5E145E3}"/>
              </a:ext>
            </a:extLst>
          </p:cNvPr>
          <p:cNvCxnSpPr>
            <a:cxnSpLocks/>
          </p:cNvCxnSpPr>
          <p:nvPr/>
        </p:nvCxnSpPr>
        <p:spPr>
          <a:xfrm>
            <a:off x="10217150" y="5308600"/>
            <a:ext cx="245112" cy="130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50574B55-5FF1-4CD5-94F6-ACB627290189}"/>
              </a:ext>
            </a:extLst>
          </p:cNvPr>
          <p:cNvCxnSpPr>
            <a:cxnSpLocks/>
          </p:cNvCxnSpPr>
          <p:nvPr/>
        </p:nvCxnSpPr>
        <p:spPr>
          <a:xfrm flipV="1">
            <a:off x="10464800" y="542290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452">
            <a:extLst>
              <a:ext uri="{FF2B5EF4-FFF2-40B4-BE49-F238E27FC236}">
                <a16:creationId xmlns:a16="http://schemas.microsoft.com/office/drawing/2014/main" id="{0D9A4220-EA34-4DAE-BB18-3E7E5A79E2D6}"/>
              </a:ext>
            </a:extLst>
          </p:cNvPr>
          <p:cNvCxnSpPr>
            <a:cxnSpLocks/>
          </p:cNvCxnSpPr>
          <p:nvPr/>
        </p:nvCxnSpPr>
        <p:spPr>
          <a:xfrm flipH="1" flipV="1">
            <a:off x="10204450" y="55295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AEA1BBCF-47F8-450E-BD4F-1B50DBC00D8E}"/>
              </a:ext>
            </a:extLst>
          </p:cNvPr>
          <p:cNvCxnSpPr>
            <a:cxnSpLocks/>
          </p:cNvCxnSpPr>
          <p:nvPr/>
        </p:nvCxnSpPr>
        <p:spPr>
          <a:xfrm>
            <a:off x="9960612" y="5041900"/>
            <a:ext cx="0" cy="5905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4ED73B9C-1325-46F9-A616-808951054013}"/>
              </a:ext>
            </a:extLst>
          </p:cNvPr>
          <p:cNvCxnSpPr>
            <a:cxnSpLocks/>
          </p:cNvCxnSpPr>
          <p:nvPr/>
        </p:nvCxnSpPr>
        <p:spPr>
          <a:xfrm flipH="1">
            <a:off x="9969500" y="4984750"/>
            <a:ext cx="23495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A4035E6F-A831-4DFA-8560-3F331A5CD1A7}"/>
              </a:ext>
            </a:extLst>
          </p:cNvPr>
          <p:cNvCxnSpPr>
            <a:cxnSpLocks/>
          </p:cNvCxnSpPr>
          <p:nvPr/>
        </p:nvCxnSpPr>
        <p:spPr>
          <a:xfrm>
            <a:off x="10200642" y="5008880"/>
            <a:ext cx="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584757A9-CD7F-4178-97B3-DC744F452AC6}"/>
              </a:ext>
            </a:extLst>
          </p:cNvPr>
          <p:cNvCxnSpPr>
            <a:cxnSpLocks/>
          </p:cNvCxnSpPr>
          <p:nvPr/>
        </p:nvCxnSpPr>
        <p:spPr>
          <a:xfrm flipV="1">
            <a:off x="10204450" y="498475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01CF2C6C-F474-4BD5-81F4-FE01303088C8}"/>
              </a:ext>
            </a:extLst>
          </p:cNvPr>
          <p:cNvCxnSpPr>
            <a:cxnSpLocks/>
          </p:cNvCxnSpPr>
          <p:nvPr/>
        </p:nvCxnSpPr>
        <p:spPr>
          <a:xfrm>
            <a:off x="10924542" y="4900930"/>
            <a:ext cx="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2C67DD6F-C487-4E17-BB33-26F68BA0B1DC}"/>
              </a:ext>
            </a:extLst>
          </p:cNvPr>
          <p:cNvCxnSpPr>
            <a:cxnSpLocks/>
          </p:cNvCxnSpPr>
          <p:nvPr/>
        </p:nvCxnSpPr>
        <p:spPr>
          <a:xfrm flipH="1" flipV="1">
            <a:off x="10699750" y="48056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871B6A30-B004-44AB-A07F-2FF94F4B20ED}"/>
              </a:ext>
            </a:extLst>
          </p:cNvPr>
          <p:cNvCxnSpPr>
            <a:cxnSpLocks/>
          </p:cNvCxnSpPr>
          <p:nvPr/>
        </p:nvCxnSpPr>
        <p:spPr>
          <a:xfrm flipH="1">
            <a:off x="10433050" y="4781550"/>
            <a:ext cx="2857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9C6081C9-1DBC-4D86-8BBF-5B03F6221691}"/>
              </a:ext>
            </a:extLst>
          </p:cNvPr>
          <p:cNvCxnSpPr>
            <a:cxnSpLocks/>
          </p:cNvCxnSpPr>
          <p:nvPr/>
        </p:nvCxnSpPr>
        <p:spPr>
          <a:xfrm flipH="1" flipV="1">
            <a:off x="10191750" y="478663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38A432C6-AF2D-4350-AC35-27587BC7F92F}"/>
              </a:ext>
            </a:extLst>
          </p:cNvPr>
          <p:cNvCxnSpPr>
            <a:cxnSpLocks/>
          </p:cNvCxnSpPr>
          <p:nvPr/>
        </p:nvCxnSpPr>
        <p:spPr>
          <a:xfrm>
            <a:off x="10683242" y="444500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9B3F943-7211-4700-958B-CFC50EC256DF}"/>
              </a:ext>
            </a:extLst>
          </p:cNvPr>
          <p:cNvCxnSpPr>
            <a:cxnSpLocks/>
          </p:cNvCxnSpPr>
          <p:nvPr/>
        </p:nvCxnSpPr>
        <p:spPr>
          <a:xfrm>
            <a:off x="10219692" y="443865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21831B0A-AF50-4887-843E-7E23A22AD319}"/>
              </a:ext>
            </a:extLst>
          </p:cNvPr>
          <p:cNvCxnSpPr>
            <a:cxnSpLocks/>
          </p:cNvCxnSpPr>
          <p:nvPr/>
        </p:nvCxnSpPr>
        <p:spPr>
          <a:xfrm flipH="1">
            <a:off x="10236200" y="4260850"/>
            <a:ext cx="457200" cy="1638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FC5F5D97-001A-4046-BD6D-CCE465F500F1}"/>
              </a:ext>
            </a:extLst>
          </p:cNvPr>
          <p:cNvCxnSpPr>
            <a:cxnSpLocks/>
          </p:cNvCxnSpPr>
          <p:nvPr/>
        </p:nvCxnSpPr>
        <p:spPr>
          <a:xfrm>
            <a:off x="10918192" y="41275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5F18A054-C4C7-4904-932E-5884B28C55E6}"/>
              </a:ext>
            </a:extLst>
          </p:cNvPr>
          <p:cNvCxnSpPr>
            <a:cxnSpLocks/>
          </p:cNvCxnSpPr>
          <p:nvPr/>
        </p:nvCxnSpPr>
        <p:spPr>
          <a:xfrm flipV="1">
            <a:off x="10420350" y="4057650"/>
            <a:ext cx="228600" cy="9525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B950D2B4-C794-46D3-B12A-F2B0BA75396F}"/>
              </a:ext>
            </a:extLst>
          </p:cNvPr>
          <p:cNvCxnSpPr>
            <a:cxnSpLocks/>
          </p:cNvCxnSpPr>
          <p:nvPr/>
        </p:nvCxnSpPr>
        <p:spPr>
          <a:xfrm>
            <a:off x="10422892" y="396875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9FC15AC0-F8EF-4741-88D4-91976F87EB5C}"/>
              </a:ext>
            </a:extLst>
          </p:cNvPr>
          <p:cNvCxnSpPr>
            <a:cxnSpLocks/>
          </p:cNvCxnSpPr>
          <p:nvPr/>
        </p:nvCxnSpPr>
        <p:spPr>
          <a:xfrm flipV="1">
            <a:off x="10445750" y="3854450"/>
            <a:ext cx="241300" cy="1143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452">
            <a:extLst>
              <a:ext uri="{FF2B5EF4-FFF2-40B4-BE49-F238E27FC236}">
                <a16:creationId xmlns:a16="http://schemas.microsoft.com/office/drawing/2014/main" id="{578FA5B3-8237-4937-BB07-C7AEDB060E28}"/>
              </a:ext>
            </a:extLst>
          </p:cNvPr>
          <p:cNvCxnSpPr>
            <a:cxnSpLocks/>
          </p:cNvCxnSpPr>
          <p:nvPr/>
        </p:nvCxnSpPr>
        <p:spPr>
          <a:xfrm flipH="1" flipV="1">
            <a:off x="10414000" y="376555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75E32B9A-4F47-4054-A750-2E18587635C4}"/>
              </a:ext>
            </a:extLst>
          </p:cNvPr>
          <p:cNvCxnSpPr>
            <a:cxnSpLocks/>
          </p:cNvCxnSpPr>
          <p:nvPr/>
        </p:nvCxnSpPr>
        <p:spPr>
          <a:xfrm>
            <a:off x="10422892" y="35814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870F9368-B224-4844-AF9E-F75123C991CD}"/>
              </a:ext>
            </a:extLst>
          </p:cNvPr>
          <p:cNvCxnSpPr>
            <a:cxnSpLocks/>
          </p:cNvCxnSpPr>
          <p:nvPr/>
        </p:nvCxnSpPr>
        <p:spPr>
          <a:xfrm flipH="1" flipV="1">
            <a:off x="10394950" y="358140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96E15BEE-A16B-45B5-9073-15B506EF25FC}"/>
              </a:ext>
            </a:extLst>
          </p:cNvPr>
          <p:cNvCxnSpPr>
            <a:cxnSpLocks/>
          </p:cNvCxnSpPr>
          <p:nvPr/>
        </p:nvCxnSpPr>
        <p:spPr>
          <a:xfrm flipH="1" flipV="1">
            <a:off x="7613650" y="2870200"/>
            <a:ext cx="1416050" cy="546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8D1F03E2-CB51-415E-A84D-233951DFAAE7}"/>
              </a:ext>
            </a:extLst>
          </p:cNvPr>
          <p:cNvCxnSpPr>
            <a:cxnSpLocks/>
          </p:cNvCxnSpPr>
          <p:nvPr/>
        </p:nvCxnSpPr>
        <p:spPr>
          <a:xfrm flipV="1">
            <a:off x="6877050" y="2867660"/>
            <a:ext cx="742950" cy="2755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0099E26B-7608-44B2-9AA6-B9A115E3A54C}"/>
              </a:ext>
            </a:extLst>
          </p:cNvPr>
          <p:cNvCxnSpPr>
            <a:cxnSpLocks/>
          </p:cNvCxnSpPr>
          <p:nvPr/>
        </p:nvCxnSpPr>
        <p:spPr>
          <a:xfrm>
            <a:off x="6407150" y="2400300"/>
            <a:ext cx="495300" cy="1981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35CF77BD-2B18-43E6-BF24-9DAC91FDC1A0}"/>
              </a:ext>
            </a:extLst>
          </p:cNvPr>
          <p:cNvCxnSpPr>
            <a:cxnSpLocks/>
          </p:cNvCxnSpPr>
          <p:nvPr/>
        </p:nvCxnSpPr>
        <p:spPr>
          <a:xfrm flipV="1">
            <a:off x="5930900" y="2409190"/>
            <a:ext cx="486410" cy="1816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3F913819-52BA-432C-A2EA-FF89892A3D09}"/>
              </a:ext>
            </a:extLst>
          </p:cNvPr>
          <p:cNvCxnSpPr>
            <a:cxnSpLocks/>
          </p:cNvCxnSpPr>
          <p:nvPr/>
        </p:nvCxnSpPr>
        <p:spPr>
          <a:xfrm flipV="1">
            <a:off x="5938520" y="258445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452">
            <a:extLst>
              <a:ext uri="{FF2B5EF4-FFF2-40B4-BE49-F238E27FC236}">
                <a16:creationId xmlns:a16="http://schemas.microsoft.com/office/drawing/2014/main" id="{431C8B6B-8854-4A77-BEED-4A1CA25D9A50}"/>
              </a:ext>
            </a:extLst>
          </p:cNvPr>
          <p:cNvCxnSpPr>
            <a:cxnSpLocks/>
          </p:cNvCxnSpPr>
          <p:nvPr/>
        </p:nvCxnSpPr>
        <p:spPr>
          <a:xfrm flipV="1">
            <a:off x="4997450" y="2771140"/>
            <a:ext cx="949960" cy="359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89D3D708-0169-45E3-A5D9-21BD87A1E341}"/>
              </a:ext>
            </a:extLst>
          </p:cNvPr>
          <p:cNvCxnSpPr>
            <a:cxnSpLocks/>
          </p:cNvCxnSpPr>
          <p:nvPr/>
        </p:nvCxnSpPr>
        <p:spPr>
          <a:xfrm>
            <a:off x="4305300" y="2870200"/>
            <a:ext cx="690880" cy="245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452">
            <a:extLst>
              <a:ext uri="{FF2B5EF4-FFF2-40B4-BE49-F238E27FC236}">
                <a16:creationId xmlns:a16="http://schemas.microsoft.com/office/drawing/2014/main" id="{968A7A7D-F092-4ED5-9FDC-F8C4D51D6FF3}"/>
              </a:ext>
            </a:extLst>
          </p:cNvPr>
          <p:cNvCxnSpPr>
            <a:cxnSpLocks/>
          </p:cNvCxnSpPr>
          <p:nvPr/>
        </p:nvCxnSpPr>
        <p:spPr>
          <a:xfrm flipV="1">
            <a:off x="3822700" y="2853690"/>
            <a:ext cx="495300" cy="194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452">
            <a:extLst>
              <a:ext uri="{FF2B5EF4-FFF2-40B4-BE49-F238E27FC236}">
                <a16:creationId xmlns:a16="http://schemas.microsoft.com/office/drawing/2014/main" id="{1B55AA9F-89EB-4154-90AB-9CFE46C00AAC}"/>
              </a:ext>
            </a:extLst>
          </p:cNvPr>
          <p:cNvCxnSpPr>
            <a:cxnSpLocks/>
          </p:cNvCxnSpPr>
          <p:nvPr/>
        </p:nvCxnSpPr>
        <p:spPr>
          <a:xfrm>
            <a:off x="3590290" y="29603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F0990E9C-A3EF-4456-B476-E70B40FC7F2E}"/>
              </a:ext>
            </a:extLst>
          </p:cNvPr>
          <p:cNvCxnSpPr>
            <a:cxnSpLocks/>
          </p:cNvCxnSpPr>
          <p:nvPr/>
        </p:nvCxnSpPr>
        <p:spPr>
          <a:xfrm>
            <a:off x="3837940" y="26682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A6B69A87-18C7-4966-86AC-5E72F54A38F5}"/>
              </a:ext>
            </a:extLst>
          </p:cNvPr>
          <p:cNvCxnSpPr>
            <a:cxnSpLocks/>
          </p:cNvCxnSpPr>
          <p:nvPr/>
        </p:nvCxnSpPr>
        <p:spPr>
          <a:xfrm flipV="1">
            <a:off x="3585210" y="2640330"/>
            <a:ext cx="25400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Connector 452">
            <a:extLst>
              <a:ext uri="{FF2B5EF4-FFF2-40B4-BE49-F238E27FC236}">
                <a16:creationId xmlns:a16="http://schemas.microsoft.com/office/drawing/2014/main" id="{A165674A-3E07-4D4C-B762-55EDBE3E39B9}"/>
              </a:ext>
            </a:extLst>
          </p:cNvPr>
          <p:cNvCxnSpPr>
            <a:cxnSpLocks/>
          </p:cNvCxnSpPr>
          <p:nvPr/>
        </p:nvCxnSpPr>
        <p:spPr>
          <a:xfrm>
            <a:off x="3609340" y="2566670"/>
            <a:ext cx="0" cy="1955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452">
            <a:extLst>
              <a:ext uri="{FF2B5EF4-FFF2-40B4-BE49-F238E27FC236}">
                <a16:creationId xmlns:a16="http://schemas.microsoft.com/office/drawing/2014/main" id="{BE42A2A8-F743-47F9-8745-976B58F77683}"/>
              </a:ext>
            </a:extLst>
          </p:cNvPr>
          <p:cNvCxnSpPr>
            <a:cxnSpLocks/>
          </p:cNvCxnSpPr>
          <p:nvPr/>
        </p:nvCxnSpPr>
        <p:spPr>
          <a:xfrm flipV="1">
            <a:off x="3621723" y="247777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452">
            <a:extLst>
              <a:ext uri="{FF2B5EF4-FFF2-40B4-BE49-F238E27FC236}">
                <a16:creationId xmlns:a16="http://schemas.microsoft.com/office/drawing/2014/main" id="{C80A3C9A-CFA2-4FA4-A3BF-0907CE729740}"/>
              </a:ext>
            </a:extLst>
          </p:cNvPr>
          <p:cNvCxnSpPr>
            <a:cxnSpLocks/>
          </p:cNvCxnSpPr>
          <p:nvPr/>
        </p:nvCxnSpPr>
        <p:spPr>
          <a:xfrm flipV="1">
            <a:off x="4081780" y="2222500"/>
            <a:ext cx="0" cy="158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452">
            <a:extLst>
              <a:ext uri="{FF2B5EF4-FFF2-40B4-BE49-F238E27FC236}">
                <a16:creationId xmlns:a16="http://schemas.microsoft.com/office/drawing/2014/main" id="{282974C6-9AC6-4049-AFFD-7F31329A345D}"/>
              </a:ext>
            </a:extLst>
          </p:cNvPr>
          <p:cNvCxnSpPr>
            <a:cxnSpLocks/>
          </p:cNvCxnSpPr>
          <p:nvPr/>
        </p:nvCxnSpPr>
        <p:spPr>
          <a:xfrm flipV="1">
            <a:off x="4110990" y="2292350"/>
            <a:ext cx="226060" cy="96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Connector 452">
            <a:extLst>
              <a:ext uri="{FF2B5EF4-FFF2-40B4-BE49-F238E27FC236}">
                <a16:creationId xmlns:a16="http://schemas.microsoft.com/office/drawing/2014/main" id="{01EF7D9B-0D30-4F8C-A37B-25108CB2468D}"/>
              </a:ext>
            </a:extLst>
          </p:cNvPr>
          <p:cNvCxnSpPr>
            <a:cxnSpLocks/>
          </p:cNvCxnSpPr>
          <p:nvPr/>
        </p:nvCxnSpPr>
        <p:spPr>
          <a:xfrm flipV="1">
            <a:off x="4321810" y="2308860"/>
            <a:ext cx="0" cy="3632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452">
            <a:extLst>
              <a:ext uri="{FF2B5EF4-FFF2-40B4-BE49-F238E27FC236}">
                <a16:creationId xmlns:a16="http://schemas.microsoft.com/office/drawing/2014/main" id="{A10EE1B4-BCCE-4D8B-8A8C-D27AF843A0DA}"/>
              </a:ext>
            </a:extLst>
          </p:cNvPr>
          <p:cNvCxnSpPr>
            <a:cxnSpLocks/>
          </p:cNvCxnSpPr>
          <p:nvPr/>
        </p:nvCxnSpPr>
        <p:spPr>
          <a:xfrm>
            <a:off x="4339590" y="26809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452">
            <a:extLst>
              <a:ext uri="{FF2B5EF4-FFF2-40B4-BE49-F238E27FC236}">
                <a16:creationId xmlns:a16="http://schemas.microsoft.com/office/drawing/2014/main" id="{73BCA1EC-AD8F-403D-9BD6-C4E031FDD3DF}"/>
              </a:ext>
            </a:extLst>
          </p:cNvPr>
          <p:cNvCxnSpPr>
            <a:cxnSpLocks/>
          </p:cNvCxnSpPr>
          <p:nvPr/>
        </p:nvCxnSpPr>
        <p:spPr>
          <a:xfrm flipV="1">
            <a:off x="5260340" y="2679700"/>
            <a:ext cx="46736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452">
            <a:extLst>
              <a:ext uri="{FF2B5EF4-FFF2-40B4-BE49-F238E27FC236}">
                <a16:creationId xmlns:a16="http://schemas.microsoft.com/office/drawing/2014/main" id="{77BD9C0E-A1F7-4FA5-817B-42FBA372F6B2}"/>
              </a:ext>
            </a:extLst>
          </p:cNvPr>
          <p:cNvCxnSpPr>
            <a:cxnSpLocks/>
          </p:cNvCxnSpPr>
          <p:nvPr/>
        </p:nvCxnSpPr>
        <p:spPr>
          <a:xfrm>
            <a:off x="5488940" y="260350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452">
            <a:extLst>
              <a:ext uri="{FF2B5EF4-FFF2-40B4-BE49-F238E27FC236}">
                <a16:creationId xmlns:a16="http://schemas.microsoft.com/office/drawing/2014/main" id="{4BF1C664-3EF9-4E63-B206-FD20ACD5AA79}"/>
              </a:ext>
            </a:extLst>
          </p:cNvPr>
          <p:cNvCxnSpPr>
            <a:cxnSpLocks/>
          </p:cNvCxnSpPr>
          <p:nvPr/>
        </p:nvCxnSpPr>
        <p:spPr>
          <a:xfrm>
            <a:off x="5704840" y="23050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452">
            <a:extLst>
              <a:ext uri="{FF2B5EF4-FFF2-40B4-BE49-F238E27FC236}">
                <a16:creationId xmlns:a16="http://schemas.microsoft.com/office/drawing/2014/main" id="{061A0463-4B66-4320-8461-F1B40B4A8B3B}"/>
              </a:ext>
            </a:extLst>
          </p:cNvPr>
          <p:cNvCxnSpPr>
            <a:cxnSpLocks/>
          </p:cNvCxnSpPr>
          <p:nvPr/>
        </p:nvCxnSpPr>
        <p:spPr>
          <a:xfrm flipV="1">
            <a:off x="5722620" y="211455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452">
            <a:extLst>
              <a:ext uri="{FF2B5EF4-FFF2-40B4-BE49-F238E27FC236}">
                <a16:creationId xmlns:a16="http://schemas.microsoft.com/office/drawing/2014/main" id="{41F7E57D-2B73-4B20-A707-DA8C1D78BF4E}"/>
              </a:ext>
            </a:extLst>
          </p:cNvPr>
          <p:cNvCxnSpPr>
            <a:cxnSpLocks/>
          </p:cNvCxnSpPr>
          <p:nvPr/>
        </p:nvCxnSpPr>
        <p:spPr>
          <a:xfrm flipV="1">
            <a:off x="6189980" y="223520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452">
            <a:extLst>
              <a:ext uri="{FF2B5EF4-FFF2-40B4-BE49-F238E27FC236}">
                <a16:creationId xmlns:a16="http://schemas.microsoft.com/office/drawing/2014/main" id="{3D8E2BB0-A766-4B48-832A-861A00E00AF4}"/>
              </a:ext>
            </a:extLst>
          </p:cNvPr>
          <p:cNvCxnSpPr>
            <a:cxnSpLocks/>
          </p:cNvCxnSpPr>
          <p:nvPr/>
        </p:nvCxnSpPr>
        <p:spPr>
          <a:xfrm flipV="1">
            <a:off x="6907530" y="287655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452">
            <a:extLst>
              <a:ext uri="{FF2B5EF4-FFF2-40B4-BE49-F238E27FC236}">
                <a16:creationId xmlns:a16="http://schemas.microsoft.com/office/drawing/2014/main" id="{387A9A67-6144-4903-9951-B2B3EDC5AC2D}"/>
              </a:ext>
            </a:extLst>
          </p:cNvPr>
          <p:cNvCxnSpPr>
            <a:cxnSpLocks/>
          </p:cNvCxnSpPr>
          <p:nvPr/>
        </p:nvCxnSpPr>
        <p:spPr>
          <a:xfrm>
            <a:off x="6898640" y="27749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452">
            <a:extLst>
              <a:ext uri="{FF2B5EF4-FFF2-40B4-BE49-F238E27FC236}">
                <a16:creationId xmlns:a16="http://schemas.microsoft.com/office/drawing/2014/main" id="{B1F8694E-AF09-44CD-8EB2-246929902B9B}"/>
              </a:ext>
            </a:extLst>
          </p:cNvPr>
          <p:cNvCxnSpPr>
            <a:cxnSpLocks/>
          </p:cNvCxnSpPr>
          <p:nvPr/>
        </p:nvCxnSpPr>
        <p:spPr>
          <a:xfrm flipV="1">
            <a:off x="6910070" y="2609850"/>
            <a:ext cx="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452">
            <a:extLst>
              <a:ext uri="{FF2B5EF4-FFF2-40B4-BE49-F238E27FC236}">
                <a16:creationId xmlns:a16="http://schemas.microsoft.com/office/drawing/2014/main" id="{D49ED8AE-157A-40E1-BB45-10583B7EACD6}"/>
              </a:ext>
            </a:extLst>
          </p:cNvPr>
          <p:cNvCxnSpPr>
            <a:cxnSpLocks/>
          </p:cNvCxnSpPr>
          <p:nvPr/>
        </p:nvCxnSpPr>
        <p:spPr>
          <a:xfrm>
            <a:off x="6663690" y="233680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452">
            <a:extLst>
              <a:ext uri="{FF2B5EF4-FFF2-40B4-BE49-F238E27FC236}">
                <a16:creationId xmlns:a16="http://schemas.microsoft.com/office/drawing/2014/main" id="{88EEBBE6-E793-4AA4-A7E4-05DDDD9CDF10}"/>
              </a:ext>
            </a:extLst>
          </p:cNvPr>
          <p:cNvCxnSpPr>
            <a:cxnSpLocks/>
          </p:cNvCxnSpPr>
          <p:nvPr/>
        </p:nvCxnSpPr>
        <p:spPr>
          <a:xfrm flipV="1">
            <a:off x="7124700" y="2114550"/>
            <a:ext cx="971550" cy="3873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452">
            <a:extLst>
              <a:ext uri="{FF2B5EF4-FFF2-40B4-BE49-F238E27FC236}">
                <a16:creationId xmlns:a16="http://schemas.microsoft.com/office/drawing/2014/main" id="{7CA2A197-AA01-4F69-B7E4-18F886C21442}"/>
              </a:ext>
            </a:extLst>
          </p:cNvPr>
          <p:cNvCxnSpPr>
            <a:cxnSpLocks/>
          </p:cNvCxnSpPr>
          <p:nvPr/>
        </p:nvCxnSpPr>
        <p:spPr>
          <a:xfrm flipV="1">
            <a:off x="7133590" y="250571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452">
            <a:extLst>
              <a:ext uri="{FF2B5EF4-FFF2-40B4-BE49-F238E27FC236}">
                <a16:creationId xmlns:a16="http://schemas.microsoft.com/office/drawing/2014/main" id="{B99EE976-33AA-479D-8D5F-90095AC65960}"/>
              </a:ext>
            </a:extLst>
          </p:cNvPr>
          <p:cNvCxnSpPr>
            <a:cxnSpLocks/>
          </p:cNvCxnSpPr>
          <p:nvPr/>
        </p:nvCxnSpPr>
        <p:spPr>
          <a:xfrm flipV="1">
            <a:off x="9025890" y="315976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Straight Connector 452">
            <a:extLst>
              <a:ext uri="{FF2B5EF4-FFF2-40B4-BE49-F238E27FC236}">
                <a16:creationId xmlns:a16="http://schemas.microsoft.com/office/drawing/2014/main" id="{0C4A2D19-152B-4439-9527-7388CBE4E51F}"/>
              </a:ext>
            </a:extLst>
          </p:cNvPr>
          <p:cNvCxnSpPr>
            <a:cxnSpLocks/>
          </p:cNvCxnSpPr>
          <p:nvPr/>
        </p:nvCxnSpPr>
        <p:spPr>
          <a:xfrm flipV="1">
            <a:off x="8829040" y="3048000"/>
            <a:ext cx="207010" cy="787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Straight Connector 452">
            <a:extLst>
              <a:ext uri="{FF2B5EF4-FFF2-40B4-BE49-F238E27FC236}">
                <a16:creationId xmlns:a16="http://schemas.microsoft.com/office/drawing/2014/main" id="{343422AE-6C2E-4292-A65D-39062DF670EE}"/>
              </a:ext>
            </a:extLst>
          </p:cNvPr>
          <p:cNvCxnSpPr>
            <a:cxnSpLocks/>
          </p:cNvCxnSpPr>
          <p:nvPr/>
        </p:nvCxnSpPr>
        <p:spPr>
          <a:xfrm flipH="1" flipV="1">
            <a:off x="9486900" y="3048000"/>
            <a:ext cx="2540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Connector 452">
            <a:extLst>
              <a:ext uri="{FF2B5EF4-FFF2-40B4-BE49-F238E27FC236}">
                <a16:creationId xmlns:a16="http://schemas.microsoft.com/office/drawing/2014/main" id="{99C37C21-4B56-4988-90FD-CC79C129B3D5}"/>
              </a:ext>
            </a:extLst>
          </p:cNvPr>
          <p:cNvCxnSpPr>
            <a:cxnSpLocks/>
          </p:cNvCxnSpPr>
          <p:nvPr/>
        </p:nvCxnSpPr>
        <p:spPr>
          <a:xfrm flipH="1">
            <a:off x="9737090" y="302641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452">
            <a:extLst>
              <a:ext uri="{FF2B5EF4-FFF2-40B4-BE49-F238E27FC236}">
                <a16:creationId xmlns:a16="http://schemas.microsoft.com/office/drawing/2014/main" id="{9D788AAE-DFD7-4D4F-A1BB-0DA77A5F3F03}"/>
              </a:ext>
            </a:extLst>
          </p:cNvPr>
          <p:cNvCxnSpPr>
            <a:cxnSpLocks/>
          </p:cNvCxnSpPr>
          <p:nvPr/>
        </p:nvCxnSpPr>
        <p:spPr>
          <a:xfrm flipH="1" flipV="1">
            <a:off x="9956800" y="3035300"/>
            <a:ext cx="488950" cy="2095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452">
            <a:extLst>
              <a:ext uri="{FF2B5EF4-FFF2-40B4-BE49-F238E27FC236}">
                <a16:creationId xmlns:a16="http://schemas.microsoft.com/office/drawing/2014/main" id="{D6813623-5E48-49BD-B673-31EED60FB510}"/>
              </a:ext>
            </a:extLst>
          </p:cNvPr>
          <p:cNvCxnSpPr>
            <a:cxnSpLocks/>
          </p:cNvCxnSpPr>
          <p:nvPr/>
        </p:nvCxnSpPr>
        <p:spPr>
          <a:xfrm flipH="1" flipV="1">
            <a:off x="10909300" y="4697730"/>
            <a:ext cx="488950" cy="1981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452">
            <a:extLst>
              <a:ext uri="{FF2B5EF4-FFF2-40B4-BE49-F238E27FC236}">
                <a16:creationId xmlns:a16="http://schemas.microsoft.com/office/drawing/2014/main" id="{9DDCDF78-BF44-4DA1-B096-C486D186CE95}"/>
              </a:ext>
            </a:extLst>
          </p:cNvPr>
          <p:cNvCxnSpPr>
            <a:cxnSpLocks/>
          </p:cNvCxnSpPr>
          <p:nvPr/>
        </p:nvCxnSpPr>
        <p:spPr>
          <a:xfrm flipH="1">
            <a:off x="11620500" y="467868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Straight Connector 452">
            <a:extLst>
              <a:ext uri="{FF2B5EF4-FFF2-40B4-BE49-F238E27FC236}">
                <a16:creationId xmlns:a16="http://schemas.microsoft.com/office/drawing/2014/main" id="{622F2074-4314-43F3-BE04-808206B45B92}"/>
              </a:ext>
            </a:extLst>
          </p:cNvPr>
          <p:cNvCxnSpPr>
            <a:cxnSpLocks/>
          </p:cNvCxnSpPr>
          <p:nvPr/>
        </p:nvCxnSpPr>
        <p:spPr>
          <a:xfrm>
            <a:off x="11383012" y="48920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452">
            <a:extLst>
              <a:ext uri="{FF2B5EF4-FFF2-40B4-BE49-F238E27FC236}">
                <a16:creationId xmlns:a16="http://schemas.microsoft.com/office/drawing/2014/main" id="{AB7DE05A-A28A-4C22-A012-559FF6AEE59D}"/>
              </a:ext>
            </a:extLst>
          </p:cNvPr>
          <p:cNvCxnSpPr>
            <a:cxnSpLocks/>
          </p:cNvCxnSpPr>
          <p:nvPr/>
        </p:nvCxnSpPr>
        <p:spPr>
          <a:xfrm flipH="1">
            <a:off x="10914380" y="5054600"/>
            <a:ext cx="471170" cy="1930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452">
            <a:extLst>
              <a:ext uri="{FF2B5EF4-FFF2-40B4-BE49-F238E27FC236}">
                <a16:creationId xmlns:a16="http://schemas.microsoft.com/office/drawing/2014/main" id="{8330A7C2-793A-4157-BFCE-9BA5E7DE6020}"/>
              </a:ext>
            </a:extLst>
          </p:cNvPr>
          <p:cNvCxnSpPr>
            <a:cxnSpLocks/>
          </p:cNvCxnSpPr>
          <p:nvPr/>
        </p:nvCxnSpPr>
        <p:spPr>
          <a:xfrm>
            <a:off x="10925812" y="5228590"/>
            <a:ext cx="0" cy="9309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452">
            <a:extLst>
              <a:ext uri="{FF2B5EF4-FFF2-40B4-BE49-F238E27FC236}">
                <a16:creationId xmlns:a16="http://schemas.microsoft.com/office/drawing/2014/main" id="{183DA634-1164-417F-9A6D-85D76A5128DA}"/>
              </a:ext>
            </a:extLst>
          </p:cNvPr>
          <p:cNvCxnSpPr>
            <a:cxnSpLocks/>
          </p:cNvCxnSpPr>
          <p:nvPr/>
        </p:nvCxnSpPr>
        <p:spPr>
          <a:xfrm flipH="1">
            <a:off x="10920730" y="60579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452">
            <a:extLst>
              <a:ext uri="{FF2B5EF4-FFF2-40B4-BE49-F238E27FC236}">
                <a16:creationId xmlns:a16="http://schemas.microsoft.com/office/drawing/2014/main" id="{07F5EFD1-2B0C-4725-A75F-D6AB9E19AB81}"/>
              </a:ext>
            </a:extLst>
          </p:cNvPr>
          <p:cNvCxnSpPr>
            <a:cxnSpLocks/>
          </p:cNvCxnSpPr>
          <p:nvPr/>
        </p:nvCxnSpPr>
        <p:spPr>
          <a:xfrm>
            <a:off x="11154412" y="5330190"/>
            <a:ext cx="0" cy="7340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452">
            <a:extLst>
              <a:ext uri="{FF2B5EF4-FFF2-40B4-BE49-F238E27FC236}">
                <a16:creationId xmlns:a16="http://schemas.microsoft.com/office/drawing/2014/main" id="{CAE82356-C3DE-4057-A10D-590832C0A86A}"/>
              </a:ext>
            </a:extLst>
          </p:cNvPr>
          <p:cNvCxnSpPr>
            <a:cxnSpLocks/>
          </p:cNvCxnSpPr>
          <p:nvPr/>
        </p:nvCxnSpPr>
        <p:spPr>
          <a:xfrm flipH="1">
            <a:off x="11162030" y="5149850"/>
            <a:ext cx="471170" cy="1930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Straight Connector 452">
            <a:extLst>
              <a:ext uri="{FF2B5EF4-FFF2-40B4-BE49-F238E27FC236}">
                <a16:creationId xmlns:a16="http://schemas.microsoft.com/office/drawing/2014/main" id="{DD5A768E-7A17-4CF8-8FEE-50E5D7434313}"/>
              </a:ext>
            </a:extLst>
          </p:cNvPr>
          <p:cNvCxnSpPr>
            <a:cxnSpLocks/>
          </p:cNvCxnSpPr>
          <p:nvPr/>
        </p:nvCxnSpPr>
        <p:spPr>
          <a:xfrm>
            <a:off x="11598912" y="49999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Straight Connector 452">
            <a:extLst>
              <a:ext uri="{FF2B5EF4-FFF2-40B4-BE49-F238E27FC236}">
                <a16:creationId xmlns:a16="http://schemas.microsoft.com/office/drawing/2014/main" id="{6A5F43C2-F341-40D6-A505-07B11BD9DD45}"/>
              </a:ext>
            </a:extLst>
          </p:cNvPr>
          <p:cNvCxnSpPr>
            <a:cxnSpLocks/>
          </p:cNvCxnSpPr>
          <p:nvPr/>
        </p:nvCxnSpPr>
        <p:spPr>
          <a:xfrm flipH="1">
            <a:off x="11582400" y="4870450"/>
            <a:ext cx="273050" cy="1574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452">
            <a:extLst>
              <a:ext uri="{FF2B5EF4-FFF2-40B4-BE49-F238E27FC236}">
                <a16:creationId xmlns:a16="http://schemas.microsoft.com/office/drawing/2014/main" id="{DF0D5208-1601-4AB9-9F50-CC3AA28E5F80}"/>
              </a:ext>
            </a:extLst>
          </p:cNvPr>
          <p:cNvCxnSpPr>
            <a:cxnSpLocks/>
          </p:cNvCxnSpPr>
          <p:nvPr/>
        </p:nvCxnSpPr>
        <p:spPr>
          <a:xfrm flipH="1" flipV="1">
            <a:off x="11873230" y="48780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Straight Connector 452">
            <a:extLst>
              <a:ext uri="{FF2B5EF4-FFF2-40B4-BE49-F238E27FC236}">
                <a16:creationId xmlns:a16="http://schemas.microsoft.com/office/drawing/2014/main" id="{E0BEFA17-E52F-4EEB-A7EB-338BEE37BED0}"/>
              </a:ext>
            </a:extLst>
          </p:cNvPr>
          <p:cNvCxnSpPr>
            <a:cxnSpLocks/>
          </p:cNvCxnSpPr>
          <p:nvPr/>
        </p:nvCxnSpPr>
        <p:spPr>
          <a:xfrm>
            <a:off x="12106912" y="49682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Straight Connector 452">
            <a:extLst>
              <a:ext uri="{FF2B5EF4-FFF2-40B4-BE49-F238E27FC236}">
                <a16:creationId xmlns:a16="http://schemas.microsoft.com/office/drawing/2014/main" id="{5B7D7509-5799-4110-B641-9314DFDB1D66}"/>
              </a:ext>
            </a:extLst>
          </p:cNvPr>
          <p:cNvCxnSpPr>
            <a:cxnSpLocks/>
          </p:cNvCxnSpPr>
          <p:nvPr/>
        </p:nvCxnSpPr>
        <p:spPr>
          <a:xfrm flipH="1" flipV="1">
            <a:off x="11873230" y="50495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Connector 452">
            <a:extLst>
              <a:ext uri="{FF2B5EF4-FFF2-40B4-BE49-F238E27FC236}">
                <a16:creationId xmlns:a16="http://schemas.microsoft.com/office/drawing/2014/main" id="{C28DE5CA-E509-473B-A0AB-9042FBFFD9C1}"/>
              </a:ext>
            </a:extLst>
          </p:cNvPr>
          <p:cNvCxnSpPr>
            <a:cxnSpLocks/>
          </p:cNvCxnSpPr>
          <p:nvPr/>
        </p:nvCxnSpPr>
        <p:spPr>
          <a:xfrm>
            <a:off x="11859262" y="505079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Straight Connector 452">
            <a:extLst>
              <a:ext uri="{FF2B5EF4-FFF2-40B4-BE49-F238E27FC236}">
                <a16:creationId xmlns:a16="http://schemas.microsoft.com/office/drawing/2014/main" id="{15C7D2D8-CEB3-4312-B9F5-59F6010E1AC1}"/>
              </a:ext>
            </a:extLst>
          </p:cNvPr>
          <p:cNvCxnSpPr>
            <a:cxnSpLocks/>
          </p:cNvCxnSpPr>
          <p:nvPr/>
        </p:nvCxnSpPr>
        <p:spPr>
          <a:xfrm flipH="1" flipV="1">
            <a:off x="11879580" y="54241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452">
            <a:extLst>
              <a:ext uri="{FF2B5EF4-FFF2-40B4-BE49-F238E27FC236}">
                <a16:creationId xmlns:a16="http://schemas.microsoft.com/office/drawing/2014/main" id="{CE252A6E-100E-492C-A3A3-E7BFA8B58146}"/>
              </a:ext>
            </a:extLst>
          </p:cNvPr>
          <p:cNvCxnSpPr>
            <a:cxnSpLocks/>
          </p:cNvCxnSpPr>
          <p:nvPr/>
        </p:nvCxnSpPr>
        <p:spPr>
          <a:xfrm>
            <a:off x="12119612" y="5527040"/>
            <a:ext cx="0" cy="3657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452">
            <a:extLst>
              <a:ext uri="{FF2B5EF4-FFF2-40B4-BE49-F238E27FC236}">
                <a16:creationId xmlns:a16="http://schemas.microsoft.com/office/drawing/2014/main" id="{A22A24FF-CDC8-40EE-BF8F-247B6DD98781}"/>
              </a:ext>
            </a:extLst>
          </p:cNvPr>
          <p:cNvCxnSpPr>
            <a:cxnSpLocks/>
          </p:cNvCxnSpPr>
          <p:nvPr/>
        </p:nvCxnSpPr>
        <p:spPr>
          <a:xfrm flipH="1" flipV="1">
            <a:off x="11854180" y="57861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Straight Connector 452">
            <a:extLst>
              <a:ext uri="{FF2B5EF4-FFF2-40B4-BE49-F238E27FC236}">
                <a16:creationId xmlns:a16="http://schemas.microsoft.com/office/drawing/2014/main" id="{79ECC5C7-6B35-47E3-BC7A-32EE34C3D9DA}"/>
              </a:ext>
            </a:extLst>
          </p:cNvPr>
          <p:cNvCxnSpPr>
            <a:cxnSpLocks/>
          </p:cNvCxnSpPr>
          <p:nvPr/>
        </p:nvCxnSpPr>
        <p:spPr>
          <a:xfrm>
            <a:off x="11878312" y="56222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Straight Connector 452">
            <a:extLst>
              <a:ext uri="{FF2B5EF4-FFF2-40B4-BE49-F238E27FC236}">
                <a16:creationId xmlns:a16="http://schemas.microsoft.com/office/drawing/2014/main" id="{59ACEB86-2364-4F3B-ADDC-15D97464BE5E}"/>
              </a:ext>
            </a:extLst>
          </p:cNvPr>
          <p:cNvCxnSpPr>
            <a:cxnSpLocks/>
          </p:cNvCxnSpPr>
          <p:nvPr/>
        </p:nvCxnSpPr>
        <p:spPr>
          <a:xfrm flipH="1">
            <a:off x="11645900" y="5594350"/>
            <a:ext cx="2413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1" name="Straight Connector 452">
            <a:extLst>
              <a:ext uri="{FF2B5EF4-FFF2-40B4-BE49-F238E27FC236}">
                <a16:creationId xmlns:a16="http://schemas.microsoft.com/office/drawing/2014/main" id="{F66866D5-CA58-4943-B26C-31857BA7542B}"/>
              </a:ext>
            </a:extLst>
          </p:cNvPr>
          <p:cNvCxnSpPr>
            <a:cxnSpLocks/>
          </p:cNvCxnSpPr>
          <p:nvPr/>
        </p:nvCxnSpPr>
        <p:spPr>
          <a:xfrm flipH="1" flipV="1">
            <a:off x="11390630" y="55956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452">
            <a:extLst>
              <a:ext uri="{FF2B5EF4-FFF2-40B4-BE49-F238E27FC236}">
                <a16:creationId xmlns:a16="http://schemas.microsoft.com/office/drawing/2014/main" id="{5EFFE477-6F29-40A1-B58D-03C5C8983000}"/>
              </a:ext>
            </a:extLst>
          </p:cNvPr>
          <p:cNvCxnSpPr>
            <a:cxnSpLocks/>
          </p:cNvCxnSpPr>
          <p:nvPr/>
        </p:nvCxnSpPr>
        <p:spPr>
          <a:xfrm>
            <a:off x="11395712" y="5622290"/>
            <a:ext cx="0" cy="3657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452">
            <a:extLst>
              <a:ext uri="{FF2B5EF4-FFF2-40B4-BE49-F238E27FC236}">
                <a16:creationId xmlns:a16="http://schemas.microsoft.com/office/drawing/2014/main" id="{6C5B38FE-DBBB-4890-87F9-CB4CE4E600FC}"/>
              </a:ext>
            </a:extLst>
          </p:cNvPr>
          <p:cNvCxnSpPr>
            <a:cxnSpLocks/>
          </p:cNvCxnSpPr>
          <p:nvPr/>
        </p:nvCxnSpPr>
        <p:spPr>
          <a:xfrm flipH="1" flipV="1">
            <a:off x="11607800" y="5886450"/>
            <a:ext cx="266700" cy="106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452">
            <a:extLst>
              <a:ext uri="{FF2B5EF4-FFF2-40B4-BE49-F238E27FC236}">
                <a16:creationId xmlns:a16="http://schemas.microsoft.com/office/drawing/2014/main" id="{A28FF7E2-9E4C-4BDC-A25E-B76B2A4F1F72}"/>
              </a:ext>
            </a:extLst>
          </p:cNvPr>
          <p:cNvCxnSpPr>
            <a:cxnSpLocks/>
          </p:cNvCxnSpPr>
          <p:nvPr/>
        </p:nvCxnSpPr>
        <p:spPr>
          <a:xfrm>
            <a:off x="6425440" y="7397750"/>
            <a:ext cx="0" cy="1664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Straight Connector 452">
            <a:extLst>
              <a:ext uri="{FF2B5EF4-FFF2-40B4-BE49-F238E27FC236}">
                <a16:creationId xmlns:a16="http://schemas.microsoft.com/office/drawing/2014/main" id="{6AC0DD2F-0006-4F61-8DA0-EDBAA4089CD8}"/>
              </a:ext>
            </a:extLst>
          </p:cNvPr>
          <p:cNvCxnSpPr>
            <a:cxnSpLocks/>
          </p:cNvCxnSpPr>
          <p:nvPr/>
        </p:nvCxnSpPr>
        <p:spPr>
          <a:xfrm flipH="1" flipV="1">
            <a:off x="6438900" y="7531100"/>
            <a:ext cx="254000" cy="1270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452">
            <a:extLst>
              <a:ext uri="{FF2B5EF4-FFF2-40B4-BE49-F238E27FC236}">
                <a16:creationId xmlns:a16="http://schemas.microsoft.com/office/drawing/2014/main" id="{9A658BE2-3ED2-49FF-BFCE-25457725996E}"/>
              </a:ext>
            </a:extLst>
          </p:cNvPr>
          <p:cNvCxnSpPr>
            <a:cxnSpLocks/>
          </p:cNvCxnSpPr>
          <p:nvPr/>
        </p:nvCxnSpPr>
        <p:spPr>
          <a:xfrm flipH="1">
            <a:off x="6677660" y="7548753"/>
            <a:ext cx="256922" cy="120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452">
            <a:extLst>
              <a:ext uri="{FF2B5EF4-FFF2-40B4-BE49-F238E27FC236}">
                <a16:creationId xmlns:a16="http://schemas.microsoft.com/office/drawing/2014/main" id="{771A5B99-A8D8-46C6-B746-FC325CCA07FC}"/>
              </a:ext>
            </a:extLst>
          </p:cNvPr>
          <p:cNvCxnSpPr>
            <a:cxnSpLocks/>
          </p:cNvCxnSpPr>
          <p:nvPr/>
        </p:nvCxnSpPr>
        <p:spPr>
          <a:xfrm flipH="1" flipV="1">
            <a:off x="6692900" y="7454900"/>
            <a:ext cx="254000" cy="1270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0" name="Straight Connector 452">
            <a:extLst>
              <a:ext uri="{FF2B5EF4-FFF2-40B4-BE49-F238E27FC236}">
                <a16:creationId xmlns:a16="http://schemas.microsoft.com/office/drawing/2014/main" id="{A26F8843-8F59-492F-93BF-BCB419AF2BF4}"/>
              </a:ext>
            </a:extLst>
          </p:cNvPr>
          <p:cNvCxnSpPr>
            <a:cxnSpLocks/>
          </p:cNvCxnSpPr>
          <p:nvPr/>
        </p:nvCxnSpPr>
        <p:spPr>
          <a:xfrm flipH="1">
            <a:off x="7873238" y="6527800"/>
            <a:ext cx="248412" cy="1036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452">
            <a:extLst>
              <a:ext uri="{FF2B5EF4-FFF2-40B4-BE49-F238E27FC236}">
                <a16:creationId xmlns:a16="http://schemas.microsoft.com/office/drawing/2014/main" id="{F6E6270E-6462-459E-94E4-29DEA0417614}"/>
              </a:ext>
            </a:extLst>
          </p:cNvPr>
          <p:cNvCxnSpPr>
            <a:cxnSpLocks/>
          </p:cNvCxnSpPr>
          <p:nvPr/>
        </p:nvCxnSpPr>
        <p:spPr>
          <a:xfrm flipV="1">
            <a:off x="8095234" y="6334507"/>
            <a:ext cx="0" cy="1932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Connector 452">
            <a:extLst>
              <a:ext uri="{FF2B5EF4-FFF2-40B4-BE49-F238E27FC236}">
                <a16:creationId xmlns:a16="http://schemas.microsoft.com/office/drawing/2014/main" id="{85AA3338-6E46-4DCA-8AC1-76C00D1CC051}"/>
              </a:ext>
            </a:extLst>
          </p:cNvPr>
          <p:cNvCxnSpPr>
            <a:cxnSpLocks/>
          </p:cNvCxnSpPr>
          <p:nvPr/>
        </p:nvCxnSpPr>
        <p:spPr>
          <a:xfrm flipH="1">
            <a:off x="7842952" y="634174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452">
            <a:extLst>
              <a:ext uri="{FF2B5EF4-FFF2-40B4-BE49-F238E27FC236}">
                <a16:creationId xmlns:a16="http://schemas.microsoft.com/office/drawing/2014/main" id="{2DE6AEF6-8A94-439B-9B6C-DC48F4C94EAD}"/>
              </a:ext>
            </a:extLst>
          </p:cNvPr>
          <p:cNvCxnSpPr>
            <a:cxnSpLocks/>
          </p:cNvCxnSpPr>
          <p:nvPr/>
        </p:nvCxnSpPr>
        <p:spPr>
          <a:xfrm flipH="1">
            <a:off x="11385550" y="5861050"/>
            <a:ext cx="2413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Straight Connector 452">
            <a:extLst>
              <a:ext uri="{FF2B5EF4-FFF2-40B4-BE49-F238E27FC236}">
                <a16:creationId xmlns:a16="http://schemas.microsoft.com/office/drawing/2014/main" id="{FADF8C93-BBCD-4A8A-B680-862D2EA19BE0}"/>
              </a:ext>
            </a:extLst>
          </p:cNvPr>
          <p:cNvCxnSpPr>
            <a:cxnSpLocks/>
          </p:cNvCxnSpPr>
          <p:nvPr/>
        </p:nvCxnSpPr>
        <p:spPr>
          <a:xfrm>
            <a:off x="7608826" y="6518656"/>
            <a:ext cx="252474" cy="980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8838135">
            <a:off x="7581188" y="4998634"/>
            <a:ext cx="350553" cy="681180"/>
            <a:chOff x="6072677" y="435715"/>
            <a:chExt cx="514336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072677" y="435715"/>
              <a:ext cx="323529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722" name="Straight Connector 452">
            <a:extLst>
              <a:ext uri="{FF2B5EF4-FFF2-40B4-BE49-F238E27FC236}">
                <a16:creationId xmlns:a16="http://schemas.microsoft.com/office/drawing/2014/main" id="{F7151796-5B64-44B6-8022-F25750FCF84F}"/>
              </a:ext>
            </a:extLst>
          </p:cNvPr>
          <p:cNvCxnSpPr>
            <a:cxnSpLocks/>
          </p:cNvCxnSpPr>
          <p:nvPr/>
        </p:nvCxnSpPr>
        <p:spPr>
          <a:xfrm flipH="1">
            <a:off x="9944100" y="5499100"/>
            <a:ext cx="2857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4076756">
            <a:off x="11916843" y="5323736"/>
            <a:ext cx="261031" cy="494668"/>
            <a:chOff x="6092029" y="417465"/>
            <a:chExt cx="494984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092029" y="417465"/>
              <a:ext cx="323532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9587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9.0.21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cxnSp>
        <p:nvCxnSpPr>
          <p:cNvPr id="103" name="Straight Connector 452">
            <a:extLst>
              <a:ext uri="{FF2B5EF4-FFF2-40B4-BE49-F238E27FC236}">
                <a16:creationId xmlns:a16="http://schemas.microsoft.com/office/drawing/2014/main" id="{24DBB544-590A-41C7-8F8D-90FFF02FAA25}"/>
              </a:ext>
            </a:extLst>
          </p:cNvPr>
          <p:cNvCxnSpPr>
            <a:cxnSpLocks/>
          </p:cNvCxnSpPr>
          <p:nvPr/>
        </p:nvCxnSpPr>
        <p:spPr>
          <a:xfrm flipV="1">
            <a:off x="5957887" y="8820150"/>
            <a:ext cx="476251" cy="2000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8772D031-AEE7-4700-BCE6-33737AAEFB9B}"/>
              </a:ext>
            </a:extLst>
          </p:cNvPr>
          <p:cNvCxnSpPr>
            <a:cxnSpLocks/>
          </p:cNvCxnSpPr>
          <p:nvPr/>
        </p:nvCxnSpPr>
        <p:spPr>
          <a:xfrm>
            <a:off x="5969000" y="8977313"/>
            <a:ext cx="0" cy="5762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452">
            <a:extLst>
              <a:ext uri="{FF2B5EF4-FFF2-40B4-BE49-F238E27FC236}">
                <a16:creationId xmlns:a16="http://schemas.microsoft.com/office/drawing/2014/main" id="{01D2B3EB-0DA0-46AA-B32E-04DE6C7D4A05}"/>
              </a:ext>
            </a:extLst>
          </p:cNvPr>
          <p:cNvCxnSpPr>
            <a:cxnSpLocks/>
          </p:cNvCxnSpPr>
          <p:nvPr/>
        </p:nvCxnSpPr>
        <p:spPr>
          <a:xfrm>
            <a:off x="5969000" y="7550150"/>
            <a:ext cx="708026" cy="2762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452">
            <a:extLst>
              <a:ext uri="{FF2B5EF4-FFF2-40B4-BE49-F238E27FC236}">
                <a16:creationId xmlns:a16="http://schemas.microsoft.com/office/drawing/2014/main" id="{5FF30EE3-0893-455B-B079-80F4045B3AF8}"/>
              </a:ext>
            </a:extLst>
          </p:cNvPr>
          <p:cNvCxnSpPr>
            <a:cxnSpLocks/>
          </p:cNvCxnSpPr>
          <p:nvPr/>
        </p:nvCxnSpPr>
        <p:spPr>
          <a:xfrm flipV="1">
            <a:off x="5973764" y="7405689"/>
            <a:ext cx="0" cy="1476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72AB7BE7-8961-4800-B88B-40ABB7F7EAC6}"/>
              </a:ext>
            </a:extLst>
          </p:cNvPr>
          <p:cNvCxnSpPr>
            <a:cxnSpLocks/>
          </p:cNvCxnSpPr>
          <p:nvPr/>
        </p:nvCxnSpPr>
        <p:spPr>
          <a:xfrm>
            <a:off x="5243513" y="7086601"/>
            <a:ext cx="738187" cy="3047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84B366F3-4C53-4224-ACDB-0CA6B8150216}"/>
              </a:ext>
            </a:extLst>
          </p:cNvPr>
          <p:cNvCxnSpPr>
            <a:cxnSpLocks/>
          </p:cNvCxnSpPr>
          <p:nvPr/>
        </p:nvCxnSpPr>
        <p:spPr>
          <a:xfrm flipV="1">
            <a:off x="4343400" y="7081840"/>
            <a:ext cx="901701" cy="361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452">
            <a:extLst>
              <a:ext uri="{FF2B5EF4-FFF2-40B4-BE49-F238E27FC236}">
                <a16:creationId xmlns:a16="http://schemas.microsoft.com/office/drawing/2014/main" id="{7BE35212-BFE7-4229-B59A-8350ACEE9955}"/>
              </a:ext>
            </a:extLst>
          </p:cNvPr>
          <p:cNvCxnSpPr>
            <a:cxnSpLocks/>
          </p:cNvCxnSpPr>
          <p:nvPr/>
        </p:nvCxnSpPr>
        <p:spPr>
          <a:xfrm flipV="1">
            <a:off x="2209800" y="7651438"/>
            <a:ext cx="1637983" cy="62578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452">
            <a:extLst>
              <a:ext uri="{FF2B5EF4-FFF2-40B4-BE49-F238E27FC236}">
                <a16:creationId xmlns:a16="http://schemas.microsoft.com/office/drawing/2014/main" id="{06A05AB7-824F-4CF8-8280-4EEF1B9A6C11}"/>
              </a:ext>
            </a:extLst>
          </p:cNvPr>
          <p:cNvCxnSpPr>
            <a:cxnSpLocks/>
          </p:cNvCxnSpPr>
          <p:nvPr/>
        </p:nvCxnSpPr>
        <p:spPr>
          <a:xfrm flipV="1">
            <a:off x="1952627" y="8767763"/>
            <a:ext cx="0" cy="51339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452">
            <a:extLst>
              <a:ext uri="{FF2B5EF4-FFF2-40B4-BE49-F238E27FC236}">
                <a16:creationId xmlns:a16="http://schemas.microsoft.com/office/drawing/2014/main" id="{A8073738-F0A1-47EE-A936-87DD2E4B146B}"/>
              </a:ext>
            </a:extLst>
          </p:cNvPr>
          <p:cNvCxnSpPr>
            <a:cxnSpLocks/>
          </p:cNvCxnSpPr>
          <p:nvPr/>
        </p:nvCxnSpPr>
        <p:spPr>
          <a:xfrm flipV="1">
            <a:off x="2416177" y="5800726"/>
            <a:ext cx="0" cy="1128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452">
            <a:extLst>
              <a:ext uri="{FF2B5EF4-FFF2-40B4-BE49-F238E27FC236}">
                <a16:creationId xmlns:a16="http://schemas.microsoft.com/office/drawing/2014/main" id="{30500830-484A-4013-BBE8-050BBC487A46}"/>
              </a:ext>
            </a:extLst>
          </p:cNvPr>
          <p:cNvCxnSpPr>
            <a:cxnSpLocks/>
          </p:cNvCxnSpPr>
          <p:nvPr/>
        </p:nvCxnSpPr>
        <p:spPr>
          <a:xfrm flipV="1">
            <a:off x="2671764" y="9029700"/>
            <a:ext cx="0" cy="3683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452">
            <a:extLst>
              <a:ext uri="{FF2B5EF4-FFF2-40B4-BE49-F238E27FC236}">
                <a16:creationId xmlns:a16="http://schemas.microsoft.com/office/drawing/2014/main" id="{19E426AB-26A8-475D-B1E7-D20670A29E37}"/>
              </a:ext>
            </a:extLst>
          </p:cNvPr>
          <p:cNvCxnSpPr>
            <a:cxnSpLocks/>
          </p:cNvCxnSpPr>
          <p:nvPr/>
        </p:nvCxnSpPr>
        <p:spPr>
          <a:xfrm flipV="1">
            <a:off x="2212340" y="8077200"/>
            <a:ext cx="0" cy="56197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452">
            <a:extLst>
              <a:ext uri="{FF2B5EF4-FFF2-40B4-BE49-F238E27FC236}">
                <a16:creationId xmlns:a16="http://schemas.microsoft.com/office/drawing/2014/main" id="{62A533A8-D41B-4A43-888F-A7F6EAC4BCDB}"/>
              </a:ext>
            </a:extLst>
          </p:cNvPr>
          <p:cNvCxnSpPr>
            <a:cxnSpLocks/>
          </p:cNvCxnSpPr>
          <p:nvPr/>
        </p:nvCxnSpPr>
        <p:spPr>
          <a:xfrm flipH="1" flipV="1">
            <a:off x="1962150" y="7996238"/>
            <a:ext cx="257176" cy="841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DDAF09E9-22C8-45E0-A9E7-7D9522CA36A9}"/>
              </a:ext>
            </a:extLst>
          </p:cNvPr>
          <p:cNvCxnSpPr>
            <a:cxnSpLocks/>
          </p:cNvCxnSpPr>
          <p:nvPr/>
        </p:nvCxnSpPr>
        <p:spPr>
          <a:xfrm flipV="1">
            <a:off x="1490345" y="7280275"/>
            <a:ext cx="0" cy="1730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CD8E3EDC-B6E2-461A-85CE-25C00194920C}"/>
              </a:ext>
            </a:extLst>
          </p:cNvPr>
          <p:cNvCxnSpPr>
            <a:cxnSpLocks/>
          </p:cNvCxnSpPr>
          <p:nvPr/>
        </p:nvCxnSpPr>
        <p:spPr>
          <a:xfrm flipH="1">
            <a:off x="1500188" y="6900863"/>
            <a:ext cx="928687" cy="366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AD5D2218-AE42-4B61-BC0B-79BF9C428E42}"/>
              </a:ext>
            </a:extLst>
          </p:cNvPr>
          <p:cNvCxnSpPr>
            <a:cxnSpLocks/>
          </p:cNvCxnSpPr>
          <p:nvPr/>
        </p:nvCxnSpPr>
        <p:spPr>
          <a:xfrm flipV="1">
            <a:off x="1247140" y="6451600"/>
            <a:ext cx="0" cy="527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E5B9D496-8E64-4272-8E4A-D5EC1115EAA8}"/>
              </a:ext>
            </a:extLst>
          </p:cNvPr>
          <p:cNvCxnSpPr>
            <a:cxnSpLocks/>
          </p:cNvCxnSpPr>
          <p:nvPr/>
        </p:nvCxnSpPr>
        <p:spPr>
          <a:xfrm flipV="1">
            <a:off x="1225550" y="6330950"/>
            <a:ext cx="266700" cy="1143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452">
            <a:extLst>
              <a:ext uri="{FF2B5EF4-FFF2-40B4-BE49-F238E27FC236}">
                <a16:creationId xmlns:a16="http://schemas.microsoft.com/office/drawing/2014/main" id="{D32EC63B-EA09-44F0-9D78-9BE65F38E2FC}"/>
              </a:ext>
            </a:extLst>
          </p:cNvPr>
          <p:cNvCxnSpPr>
            <a:cxnSpLocks/>
          </p:cNvCxnSpPr>
          <p:nvPr/>
        </p:nvCxnSpPr>
        <p:spPr>
          <a:xfrm>
            <a:off x="1016000" y="5803900"/>
            <a:ext cx="46355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452">
            <a:extLst>
              <a:ext uri="{FF2B5EF4-FFF2-40B4-BE49-F238E27FC236}">
                <a16:creationId xmlns:a16="http://schemas.microsoft.com/office/drawing/2014/main" id="{F9B191A9-A301-4626-B650-69D0B7FA69C8}"/>
              </a:ext>
            </a:extLst>
          </p:cNvPr>
          <p:cNvCxnSpPr>
            <a:cxnSpLocks/>
          </p:cNvCxnSpPr>
          <p:nvPr/>
        </p:nvCxnSpPr>
        <p:spPr>
          <a:xfrm flipV="1">
            <a:off x="1488440" y="6159500"/>
            <a:ext cx="0" cy="181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E72E6C3C-187D-40CF-981F-3749E8733C38}"/>
              </a:ext>
            </a:extLst>
          </p:cNvPr>
          <p:cNvCxnSpPr>
            <a:cxnSpLocks/>
          </p:cNvCxnSpPr>
          <p:nvPr/>
        </p:nvCxnSpPr>
        <p:spPr>
          <a:xfrm flipV="1">
            <a:off x="1485900" y="6000750"/>
            <a:ext cx="457200" cy="1587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68073E84-F85D-4991-A199-D7D2BB9F2135}"/>
              </a:ext>
            </a:extLst>
          </p:cNvPr>
          <p:cNvCxnSpPr>
            <a:cxnSpLocks/>
          </p:cNvCxnSpPr>
          <p:nvPr/>
        </p:nvCxnSpPr>
        <p:spPr>
          <a:xfrm flipH="1" flipV="1">
            <a:off x="2203450" y="5530850"/>
            <a:ext cx="956310" cy="351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452">
            <a:extLst>
              <a:ext uri="{FF2B5EF4-FFF2-40B4-BE49-F238E27FC236}">
                <a16:creationId xmlns:a16="http://schemas.microsoft.com/office/drawing/2014/main" id="{AF7808AB-0610-4CD5-80D4-002171EDC8CE}"/>
              </a:ext>
            </a:extLst>
          </p:cNvPr>
          <p:cNvCxnSpPr>
            <a:cxnSpLocks/>
          </p:cNvCxnSpPr>
          <p:nvPr/>
        </p:nvCxnSpPr>
        <p:spPr>
          <a:xfrm flipV="1">
            <a:off x="3139440" y="5847080"/>
            <a:ext cx="0" cy="243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2E9B0E48-2431-4D1F-8E5E-D9B589F83142}"/>
              </a:ext>
            </a:extLst>
          </p:cNvPr>
          <p:cNvCxnSpPr>
            <a:cxnSpLocks/>
          </p:cNvCxnSpPr>
          <p:nvPr/>
        </p:nvCxnSpPr>
        <p:spPr>
          <a:xfrm flipV="1">
            <a:off x="3383280" y="5816600"/>
            <a:ext cx="0" cy="177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64AD1F89-F009-48E5-AF17-9DCDE190D9B2}"/>
              </a:ext>
            </a:extLst>
          </p:cNvPr>
          <p:cNvCxnSpPr>
            <a:cxnSpLocks/>
          </p:cNvCxnSpPr>
          <p:nvPr/>
        </p:nvCxnSpPr>
        <p:spPr>
          <a:xfrm flipH="1" flipV="1">
            <a:off x="2651760" y="5496560"/>
            <a:ext cx="756920" cy="325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452">
            <a:extLst>
              <a:ext uri="{FF2B5EF4-FFF2-40B4-BE49-F238E27FC236}">
                <a16:creationId xmlns:a16="http://schemas.microsoft.com/office/drawing/2014/main" id="{064E15D6-E156-4611-87AC-F6A0DE2D7E8C}"/>
              </a:ext>
            </a:extLst>
          </p:cNvPr>
          <p:cNvCxnSpPr>
            <a:cxnSpLocks/>
          </p:cNvCxnSpPr>
          <p:nvPr/>
        </p:nvCxnSpPr>
        <p:spPr>
          <a:xfrm flipV="1">
            <a:off x="2682240" y="4983480"/>
            <a:ext cx="0" cy="5334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215B7F8C-D64B-437F-9456-94A26F5E2A10}"/>
              </a:ext>
            </a:extLst>
          </p:cNvPr>
          <p:cNvCxnSpPr>
            <a:cxnSpLocks/>
          </p:cNvCxnSpPr>
          <p:nvPr/>
        </p:nvCxnSpPr>
        <p:spPr>
          <a:xfrm flipV="1">
            <a:off x="2687003" y="48717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452">
            <a:extLst>
              <a:ext uri="{FF2B5EF4-FFF2-40B4-BE49-F238E27FC236}">
                <a16:creationId xmlns:a16="http://schemas.microsoft.com/office/drawing/2014/main" id="{3384E08E-6DD4-47D8-9373-7E62CEC75221}"/>
              </a:ext>
            </a:extLst>
          </p:cNvPr>
          <p:cNvCxnSpPr>
            <a:cxnSpLocks/>
          </p:cNvCxnSpPr>
          <p:nvPr/>
        </p:nvCxnSpPr>
        <p:spPr>
          <a:xfrm>
            <a:off x="2682240" y="47904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02921248-C2DD-4A33-BCE2-135A2E3A9C95}"/>
              </a:ext>
            </a:extLst>
          </p:cNvPr>
          <p:cNvCxnSpPr>
            <a:cxnSpLocks/>
          </p:cNvCxnSpPr>
          <p:nvPr/>
        </p:nvCxnSpPr>
        <p:spPr>
          <a:xfrm flipV="1">
            <a:off x="1250950" y="4648200"/>
            <a:ext cx="0" cy="6985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94B1A79F-B591-45D5-9F81-09128DF4CF8B}"/>
              </a:ext>
            </a:extLst>
          </p:cNvPr>
          <p:cNvCxnSpPr>
            <a:cxnSpLocks/>
          </p:cNvCxnSpPr>
          <p:nvPr/>
        </p:nvCxnSpPr>
        <p:spPr>
          <a:xfrm>
            <a:off x="1005840" y="453136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A837A669-E43F-49EA-B335-1B69CFB79B3E}"/>
              </a:ext>
            </a:extLst>
          </p:cNvPr>
          <p:cNvCxnSpPr>
            <a:cxnSpLocks/>
          </p:cNvCxnSpPr>
          <p:nvPr/>
        </p:nvCxnSpPr>
        <p:spPr>
          <a:xfrm>
            <a:off x="782320" y="422656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452">
            <a:extLst>
              <a:ext uri="{FF2B5EF4-FFF2-40B4-BE49-F238E27FC236}">
                <a16:creationId xmlns:a16="http://schemas.microsoft.com/office/drawing/2014/main" id="{0E7C3662-BB42-41DE-BF89-3922EA40841F}"/>
              </a:ext>
            </a:extLst>
          </p:cNvPr>
          <p:cNvCxnSpPr>
            <a:cxnSpLocks/>
          </p:cNvCxnSpPr>
          <p:nvPr/>
        </p:nvCxnSpPr>
        <p:spPr>
          <a:xfrm flipV="1">
            <a:off x="762000" y="3865880"/>
            <a:ext cx="0" cy="360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9A3431C6-53E7-46F4-A070-B09B01772F31}"/>
              </a:ext>
            </a:extLst>
          </p:cNvPr>
          <p:cNvCxnSpPr>
            <a:cxnSpLocks/>
          </p:cNvCxnSpPr>
          <p:nvPr/>
        </p:nvCxnSpPr>
        <p:spPr>
          <a:xfrm>
            <a:off x="1477010" y="468630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452">
            <a:extLst>
              <a:ext uri="{FF2B5EF4-FFF2-40B4-BE49-F238E27FC236}">
                <a16:creationId xmlns:a16="http://schemas.microsoft.com/office/drawing/2014/main" id="{AACED90E-A1AA-466B-8BA4-3B4F67D038CB}"/>
              </a:ext>
            </a:extLst>
          </p:cNvPr>
          <p:cNvCxnSpPr>
            <a:cxnSpLocks/>
          </p:cNvCxnSpPr>
          <p:nvPr/>
        </p:nvCxnSpPr>
        <p:spPr>
          <a:xfrm>
            <a:off x="1493520" y="468503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855E1B2C-16CC-4E01-9F6F-9B0F9D198EC4}"/>
              </a:ext>
            </a:extLst>
          </p:cNvPr>
          <p:cNvCxnSpPr>
            <a:cxnSpLocks/>
          </p:cNvCxnSpPr>
          <p:nvPr/>
        </p:nvCxnSpPr>
        <p:spPr>
          <a:xfrm flipV="1">
            <a:off x="1940560" y="4889500"/>
            <a:ext cx="0" cy="1854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452">
            <a:extLst>
              <a:ext uri="{FF2B5EF4-FFF2-40B4-BE49-F238E27FC236}">
                <a16:creationId xmlns:a16="http://schemas.microsoft.com/office/drawing/2014/main" id="{98BAE2B5-7A99-499A-A3AC-F8E38FF2169E}"/>
              </a:ext>
            </a:extLst>
          </p:cNvPr>
          <p:cNvCxnSpPr>
            <a:cxnSpLocks/>
          </p:cNvCxnSpPr>
          <p:nvPr/>
        </p:nvCxnSpPr>
        <p:spPr>
          <a:xfrm>
            <a:off x="1971040" y="50749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D0BC21FE-8CDB-4336-AF37-9265547939F1}"/>
              </a:ext>
            </a:extLst>
          </p:cNvPr>
          <p:cNvCxnSpPr>
            <a:cxnSpLocks/>
          </p:cNvCxnSpPr>
          <p:nvPr/>
        </p:nvCxnSpPr>
        <p:spPr>
          <a:xfrm flipV="1">
            <a:off x="2204720" y="4965700"/>
            <a:ext cx="0" cy="215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2DA55187-EC2E-42DB-B2F6-5D0E63FC6522}"/>
              </a:ext>
            </a:extLst>
          </p:cNvPr>
          <p:cNvCxnSpPr>
            <a:cxnSpLocks/>
          </p:cNvCxnSpPr>
          <p:nvPr/>
        </p:nvCxnSpPr>
        <p:spPr>
          <a:xfrm flipV="1">
            <a:off x="1924050" y="4500880"/>
            <a:ext cx="981710" cy="4013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452">
            <a:extLst>
              <a:ext uri="{FF2B5EF4-FFF2-40B4-BE49-F238E27FC236}">
                <a16:creationId xmlns:a16="http://schemas.microsoft.com/office/drawing/2014/main" id="{C7B4DE3F-0495-44D5-928C-87CFBEDD1373}"/>
              </a:ext>
            </a:extLst>
          </p:cNvPr>
          <p:cNvCxnSpPr>
            <a:cxnSpLocks/>
          </p:cNvCxnSpPr>
          <p:nvPr/>
        </p:nvCxnSpPr>
        <p:spPr>
          <a:xfrm flipV="1">
            <a:off x="2915920" y="430784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38679261-8250-42F7-83A8-DFBB16D0092D}"/>
              </a:ext>
            </a:extLst>
          </p:cNvPr>
          <p:cNvCxnSpPr>
            <a:cxnSpLocks/>
          </p:cNvCxnSpPr>
          <p:nvPr/>
        </p:nvCxnSpPr>
        <p:spPr>
          <a:xfrm flipV="1">
            <a:off x="2407920" y="4318000"/>
            <a:ext cx="492760" cy="198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452">
            <a:extLst>
              <a:ext uri="{FF2B5EF4-FFF2-40B4-BE49-F238E27FC236}">
                <a16:creationId xmlns:a16="http://schemas.microsoft.com/office/drawing/2014/main" id="{D9E96186-C7B9-4509-ADFD-A49BEB1235F5}"/>
              </a:ext>
            </a:extLst>
          </p:cNvPr>
          <p:cNvCxnSpPr>
            <a:cxnSpLocks/>
          </p:cNvCxnSpPr>
          <p:nvPr/>
        </p:nvCxnSpPr>
        <p:spPr>
          <a:xfrm>
            <a:off x="2199640" y="44246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3BBFA163-E0FB-4116-BED4-75F8843800BE}"/>
              </a:ext>
            </a:extLst>
          </p:cNvPr>
          <p:cNvCxnSpPr>
            <a:cxnSpLocks/>
          </p:cNvCxnSpPr>
          <p:nvPr/>
        </p:nvCxnSpPr>
        <p:spPr>
          <a:xfrm flipV="1">
            <a:off x="2209800" y="420624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C00CEEA4-C5A6-448B-8B20-8D97B5601C75}"/>
              </a:ext>
            </a:extLst>
          </p:cNvPr>
          <p:cNvCxnSpPr>
            <a:cxnSpLocks/>
          </p:cNvCxnSpPr>
          <p:nvPr/>
        </p:nvCxnSpPr>
        <p:spPr>
          <a:xfrm>
            <a:off x="2209800" y="42468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452">
            <a:extLst>
              <a:ext uri="{FF2B5EF4-FFF2-40B4-BE49-F238E27FC236}">
                <a16:creationId xmlns:a16="http://schemas.microsoft.com/office/drawing/2014/main" id="{23985478-0458-48DE-A748-8F861AB2B292}"/>
              </a:ext>
            </a:extLst>
          </p:cNvPr>
          <p:cNvCxnSpPr>
            <a:cxnSpLocks/>
          </p:cNvCxnSpPr>
          <p:nvPr/>
        </p:nvCxnSpPr>
        <p:spPr>
          <a:xfrm flipV="1">
            <a:off x="2407920" y="4150360"/>
            <a:ext cx="492760" cy="198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452">
            <a:extLst>
              <a:ext uri="{FF2B5EF4-FFF2-40B4-BE49-F238E27FC236}">
                <a16:creationId xmlns:a16="http://schemas.microsoft.com/office/drawing/2014/main" id="{CE054429-D661-4C81-B6FB-E0AEF8BA2F26}"/>
              </a:ext>
            </a:extLst>
          </p:cNvPr>
          <p:cNvCxnSpPr>
            <a:cxnSpLocks/>
          </p:cNvCxnSpPr>
          <p:nvPr/>
        </p:nvCxnSpPr>
        <p:spPr>
          <a:xfrm>
            <a:off x="2687320" y="40538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ECB0654A-6176-46F2-ADB2-B10AC495105F}"/>
              </a:ext>
            </a:extLst>
          </p:cNvPr>
          <p:cNvCxnSpPr>
            <a:cxnSpLocks/>
          </p:cNvCxnSpPr>
          <p:nvPr/>
        </p:nvCxnSpPr>
        <p:spPr>
          <a:xfrm flipV="1">
            <a:off x="2433003" y="40436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452">
            <a:extLst>
              <a:ext uri="{FF2B5EF4-FFF2-40B4-BE49-F238E27FC236}">
                <a16:creationId xmlns:a16="http://schemas.microsoft.com/office/drawing/2014/main" id="{6CEE003D-F17D-4B67-95E7-3E947EDEDAC5}"/>
              </a:ext>
            </a:extLst>
          </p:cNvPr>
          <p:cNvCxnSpPr>
            <a:cxnSpLocks/>
          </p:cNvCxnSpPr>
          <p:nvPr/>
        </p:nvCxnSpPr>
        <p:spPr>
          <a:xfrm flipV="1">
            <a:off x="2443480" y="395732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C98E96A8-D1A9-4A7A-9920-3AAE7ABEE5B0}"/>
              </a:ext>
            </a:extLst>
          </p:cNvPr>
          <p:cNvCxnSpPr>
            <a:cxnSpLocks/>
          </p:cNvCxnSpPr>
          <p:nvPr/>
        </p:nvCxnSpPr>
        <p:spPr>
          <a:xfrm flipV="1">
            <a:off x="2427923" y="38760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58600ED5-EFD7-474F-9676-33469A2CB673}"/>
              </a:ext>
            </a:extLst>
          </p:cNvPr>
          <p:cNvCxnSpPr>
            <a:cxnSpLocks/>
          </p:cNvCxnSpPr>
          <p:nvPr/>
        </p:nvCxnSpPr>
        <p:spPr>
          <a:xfrm flipV="1">
            <a:off x="1021080" y="3213100"/>
            <a:ext cx="0" cy="3365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452">
            <a:extLst>
              <a:ext uri="{FF2B5EF4-FFF2-40B4-BE49-F238E27FC236}">
                <a16:creationId xmlns:a16="http://schemas.microsoft.com/office/drawing/2014/main" id="{0B1B098E-894A-421C-BE08-000EFA7101E7}"/>
              </a:ext>
            </a:extLst>
          </p:cNvPr>
          <p:cNvCxnSpPr>
            <a:cxnSpLocks/>
          </p:cNvCxnSpPr>
          <p:nvPr/>
        </p:nvCxnSpPr>
        <p:spPr>
          <a:xfrm>
            <a:off x="797560" y="2230120"/>
            <a:ext cx="250190" cy="1130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CC12DE78-E5E5-4511-B52F-60B7C8E66CEA}"/>
              </a:ext>
            </a:extLst>
          </p:cNvPr>
          <p:cNvCxnSpPr>
            <a:cxnSpLocks/>
          </p:cNvCxnSpPr>
          <p:nvPr/>
        </p:nvCxnSpPr>
        <p:spPr>
          <a:xfrm flipV="1">
            <a:off x="797243" y="2120900"/>
            <a:ext cx="237807" cy="101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C8538461-47A4-4331-AC16-A6C1027E160F}"/>
              </a:ext>
            </a:extLst>
          </p:cNvPr>
          <p:cNvCxnSpPr>
            <a:cxnSpLocks/>
          </p:cNvCxnSpPr>
          <p:nvPr/>
        </p:nvCxnSpPr>
        <p:spPr>
          <a:xfrm flipV="1">
            <a:off x="1503680" y="1930400"/>
            <a:ext cx="0" cy="342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8D9BF685-5A02-4ED1-BAFD-919BA3764AD6}"/>
              </a:ext>
            </a:extLst>
          </p:cNvPr>
          <p:cNvCxnSpPr>
            <a:cxnSpLocks/>
          </p:cNvCxnSpPr>
          <p:nvPr/>
        </p:nvCxnSpPr>
        <p:spPr>
          <a:xfrm flipV="1">
            <a:off x="1492250" y="22250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C4DB97F8-9EEC-4FAE-8533-CA91C8B18B73}"/>
              </a:ext>
            </a:extLst>
          </p:cNvPr>
          <p:cNvCxnSpPr>
            <a:cxnSpLocks/>
          </p:cNvCxnSpPr>
          <p:nvPr/>
        </p:nvCxnSpPr>
        <p:spPr>
          <a:xfrm flipV="1">
            <a:off x="1722120" y="219456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37C9DE92-56A0-4745-836D-96187198D871}"/>
              </a:ext>
            </a:extLst>
          </p:cNvPr>
          <p:cNvCxnSpPr>
            <a:cxnSpLocks/>
          </p:cNvCxnSpPr>
          <p:nvPr/>
        </p:nvCxnSpPr>
        <p:spPr>
          <a:xfrm flipV="1">
            <a:off x="1708150" y="2484120"/>
            <a:ext cx="252730" cy="939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452">
            <a:extLst>
              <a:ext uri="{FF2B5EF4-FFF2-40B4-BE49-F238E27FC236}">
                <a16:creationId xmlns:a16="http://schemas.microsoft.com/office/drawing/2014/main" id="{C54D1612-FF4D-4C7D-9893-4BBAB3D9035B}"/>
              </a:ext>
            </a:extLst>
          </p:cNvPr>
          <p:cNvCxnSpPr>
            <a:cxnSpLocks/>
          </p:cNvCxnSpPr>
          <p:nvPr/>
        </p:nvCxnSpPr>
        <p:spPr>
          <a:xfrm flipV="1">
            <a:off x="1955800" y="2484120"/>
            <a:ext cx="0" cy="228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452">
            <a:extLst>
              <a:ext uri="{FF2B5EF4-FFF2-40B4-BE49-F238E27FC236}">
                <a16:creationId xmlns:a16="http://schemas.microsoft.com/office/drawing/2014/main" id="{357719A0-752E-4850-9375-BA438E93061D}"/>
              </a:ext>
            </a:extLst>
          </p:cNvPr>
          <p:cNvCxnSpPr>
            <a:cxnSpLocks/>
          </p:cNvCxnSpPr>
          <p:nvPr/>
        </p:nvCxnSpPr>
        <p:spPr>
          <a:xfrm>
            <a:off x="1976120" y="26873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452">
            <a:extLst>
              <a:ext uri="{FF2B5EF4-FFF2-40B4-BE49-F238E27FC236}">
                <a16:creationId xmlns:a16="http://schemas.microsoft.com/office/drawing/2014/main" id="{8AE462DD-A4D3-4277-8C35-BE509A5F3EAF}"/>
              </a:ext>
            </a:extLst>
          </p:cNvPr>
          <p:cNvCxnSpPr>
            <a:cxnSpLocks/>
          </p:cNvCxnSpPr>
          <p:nvPr/>
        </p:nvCxnSpPr>
        <p:spPr>
          <a:xfrm flipV="1">
            <a:off x="1945323" y="27635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452">
            <a:extLst>
              <a:ext uri="{FF2B5EF4-FFF2-40B4-BE49-F238E27FC236}">
                <a16:creationId xmlns:a16="http://schemas.microsoft.com/office/drawing/2014/main" id="{DF22F750-90AB-46DB-9533-0863CC583CBD}"/>
              </a:ext>
            </a:extLst>
          </p:cNvPr>
          <p:cNvCxnSpPr>
            <a:cxnSpLocks/>
          </p:cNvCxnSpPr>
          <p:nvPr/>
        </p:nvCxnSpPr>
        <p:spPr>
          <a:xfrm>
            <a:off x="1976120" y="288036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452">
            <a:extLst>
              <a:ext uri="{FF2B5EF4-FFF2-40B4-BE49-F238E27FC236}">
                <a16:creationId xmlns:a16="http://schemas.microsoft.com/office/drawing/2014/main" id="{9B0739CD-E30E-45D2-8E81-C8AE495F532B}"/>
              </a:ext>
            </a:extLst>
          </p:cNvPr>
          <p:cNvCxnSpPr>
            <a:cxnSpLocks/>
          </p:cNvCxnSpPr>
          <p:nvPr/>
        </p:nvCxnSpPr>
        <p:spPr>
          <a:xfrm flipV="1">
            <a:off x="2216150" y="2933700"/>
            <a:ext cx="0" cy="400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452">
            <a:extLst>
              <a:ext uri="{FF2B5EF4-FFF2-40B4-BE49-F238E27FC236}">
                <a16:creationId xmlns:a16="http://schemas.microsoft.com/office/drawing/2014/main" id="{319EB8AF-855F-4BD6-BEAD-6F2EE4046EA7}"/>
              </a:ext>
            </a:extLst>
          </p:cNvPr>
          <p:cNvCxnSpPr>
            <a:cxnSpLocks/>
          </p:cNvCxnSpPr>
          <p:nvPr/>
        </p:nvCxnSpPr>
        <p:spPr>
          <a:xfrm flipV="1">
            <a:off x="2422843" y="29616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452">
            <a:extLst>
              <a:ext uri="{FF2B5EF4-FFF2-40B4-BE49-F238E27FC236}">
                <a16:creationId xmlns:a16="http://schemas.microsoft.com/office/drawing/2014/main" id="{00237231-BB36-42F6-AF62-0970F3A6514D}"/>
              </a:ext>
            </a:extLst>
          </p:cNvPr>
          <p:cNvCxnSpPr>
            <a:cxnSpLocks/>
          </p:cNvCxnSpPr>
          <p:nvPr/>
        </p:nvCxnSpPr>
        <p:spPr>
          <a:xfrm>
            <a:off x="2687320" y="29565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452">
            <a:extLst>
              <a:ext uri="{FF2B5EF4-FFF2-40B4-BE49-F238E27FC236}">
                <a16:creationId xmlns:a16="http://schemas.microsoft.com/office/drawing/2014/main" id="{4E6EA4DC-3078-4FDA-83FF-EA57A95336C9}"/>
              </a:ext>
            </a:extLst>
          </p:cNvPr>
          <p:cNvCxnSpPr>
            <a:cxnSpLocks/>
          </p:cNvCxnSpPr>
          <p:nvPr/>
        </p:nvCxnSpPr>
        <p:spPr>
          <a:xfrm flipV="1">
            <a:off x="3154680" y="295656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452">
            <a:extLst>
              <a:ext uri="{FF2B5EF4-FFF2-40B4-BE49-F238E27FC236}">
                <a16:creationId xmlns:a16="http://schemas.microsoft.com/office/drawing/2014/main" id="{545BA17B-8F08-4EC1-A5CE-0E716E1ACF1E}"/>
              </a:ext>
            </a:extLst>
          </p:cNvPr>
          <p:cNvCxnSpPr>
            <a:cxnSpLocks/>
          </p:cNvCxnSpPr>
          <p:nvPr/>
        </p:nvCxnSpPr>
        <p:spPr>
          <a:xfrm>
            <a:off x="3149600" y="2951480"/>
            <a:ext cx="717550" cy="2870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452">
            <a:extLst>
              <a:ext uri="{FF2B5EF4-FFF2-40B4-BE49-F238E27FC236}">
                <a16:creationId xmlns:a16="http://schemas.microsoft.com/office/drawing/2014/main" id="{D5CB089A-CD2E-4B5D-82E8-B6723E803811}"/>
              </a:ext>
            </a:extLst>
          </p:cNvPr>
          <p:cNvCxnSpPr>
            <a:cxnSpLocks/>
          </p:cNvCxnSpPr>
          <p:nvPr/>
        </p:nvCxnSpPr>
        <p:spPr>
          <a:xfrm flipV="1">
            <a:off x="3867150" y="3054350"/>
            <a:ext cx="45720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452">
            <a:extLst>
              <a:ext uri="{FF2B5EF4-FFF2-40B4-BE49-F238E27FC236}">
                <a16:creationId xmlns:a16="http://schemas.microsoft.com/office/drawing/2014/main" id="{5A1C5171-8747-4B92-A159-587E31F6AEBC}"/>
              </a:ext>
            </a:extLst>
          </p:cNvPr>
          <p:cNvCxnSpPr>
            <a:cxnSpLocks/>
          </p:cNvCxnSpPr>
          <p:nvPr/>
        </p:nvCxnSpPr>
        <p:spPr>
          <a:xfrm flipV="1">
            <a:off x="3585210" y="2768600"/>
            <a:ext cx="491490" cy="2082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452">
            <a:extLst>
              <a:ext uri="{FF2B5EF4-FFF2-40B4-BE49-F238E27FC236}">
                <a16:creationId xmlns:a16="http://schemas.microsoft.com/office/drawing/2014/main" id="{A73DF055-6A78-49EA-996F-7D0FB7F6C405}"/>
              </a:ext>
            </a:extLst>
          </p:cNvPr>
          <p:cNvCxnSpPr>
            <a:cxnSpLocks/>
          </p:cNvCxnSpPr>
          <p:nvPr/>
        </p:nvCxnSpPr>
        <p:spPr>
          <a:xfrm flipV="1">
            <a:off x="5247640" y="4151630"/>
            <a:ext cx="0" cy="363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452">
            <a:extLst>
              <a:ext uri="{FF2B5EF4-FFF2-40B4-BE49-F238E27FC236}">
                <a16:creationId xmlns:a16="http://schemas.microsoft.com/office/drawing/2014/main" id="{43343C22-32CA-48A9-AB9F-9DA0F8A4BA43}"/>
              </a:ext>
            </a:extLst>
          </p:cNvPr>
          <p:cNvCxnSpPr>
            <a:cxnSpLocks/>
          </p:cNvCxnSpPr>
          <p:nvPr/>
        </p:nvCxnSpPr>
        <p:spPr>
          <a:xfrm>
            <a:off x="5237480" y="4502150"/>
            <a:ext cx="279400" cy="1193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452">
            <a:extLst>
              <a:ext uri="{FF2B5EF4-FFF2-40B4-BE49-F238E27FC236}">
                <a16:creationId xmlns:a16="http://schemas.microsoft.com/office/drawing/2014/main" id="{E053B9E4-F897-4E16-89C5-8C3DDD3C701C}"/>
              </a:ext>
            </a:extLst>
          </p:cNvPr>
          <p:cNvCxnSpPr>
            <a:cxnSpLocks/>
          </p:cNvCxnSpPr>
          <p:nvPr/>
        </p:nvCxnSpPr>
        <p:spPr>
          <a:xfrm flipV="1">
            <a:off x="5503863" y="450977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452">
            <a:extLst>
              <a:ext uri="{FF2B5EF4-FFF2-40B4-BE49-F238E27FC236}">
                <a16:creationId xmlns:a16="http://schemas.microsoft.com/office/drawing/2014/main" id="{BF72AF67-312E-47ED-ACDE-CA32B2E46668}"/>
              </a:ext>
            </a:extLst>
          </p:cNvPr>
          <p:cNvCxnSpPr>
            <a:cxnSpLocks/>
          </p:cNvCxnSpPr>
          <p:nvPr/>
        </p:nvCxnSpPr>
        <p:spPr>
          <a:xfrm>
            <a:off x="5740400" y="4513580"/>
            <a:ext cx="473710" cy="1765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452">
            <a:extLst>
              <a:ext uri="{FF2B5EF4-FFF2-40B4-BE49-F238E27FC236}">
                <a16:creationId xmlns:a16="http://schemas.microsoft.com/office/drawing/2014/main" id="{6C7209FA-37EB-4AA3-9492-0CB2EFFDEBE2}"/>
              </a:ext>
            </a:extLst>
          </p:cNvPr>
          <p:cNvCxnSpPr>
            <a:cxnSpLocks/>
          </p:cNvCxnSpPr>
          <p:nvPr/>
        </p:nvCxnSpPr>
        <p:spPr>
          <a:xfrm flipV="1">
            <a:off x="6211570" y="451485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452">
            <a:extLst>
              <a:ext uri="{FF2B5EF4-FFF2-40B4-BE49-F238E27FC236}">
                <a16:creationId xmlns:a16="http://schemas.microsoft.com/office/drawing/2014/main" id="{7ED2681A-2905-4FE2-928E-A9D9ED9AF3E7}"/>
              </a:ext>
            </a:extLst>
          </p:cNvPr>
          <p:cNvCxnSpPr>
            <a:cxnSpLocks/>
          </p:cNvCxnSpPr>
          <p:nvPr/>
        </p:nvCxnSpPr>
        <p:spPr>
          <a:xfrm>
            <a:off x="5736590" y="4323080"/>
            <a:ext cx="473710" cy="1765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452">
            <a:extLst>
              <a:ext uri="{FF2B5EF4-FFF2-40B4-BE49-F238E27FC236}">
                <a16:creationId xmlns:a16="http://schemas.microsoft.com/office/drawing/2014/main" id="{8F13DF9E-11C6-490D-AC4F-86FF3444B494}"/>
              </a:ext>
            </a:extLst>
          </p:cNvPr>
          <p:cNvCxnSpPr>
            <a:cxnSpLocks/>
          </p:cNvCxnSpPr>
          <p:nvPr/>
        </p:nvCxnSpPr>
        <p:spPr>
          <a:xfrm flipV="1">
            <a:off x="5484813" y="431927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452">
            <a:extLst>
              <a:ext uri="{FF2B5EF4-FFF2-40B4-BE49-F238E27FC236}">
                <a16:creationId xmlns:a16="http://schemas.microsoft.com/office/drawing/2014/main" id="{B1141844-470A-43F7-80D4-55811137DBE8}"/>
              </a:ext>
            </a:extLst>
          </p:cNvPr>
          <p:cNvCxnSpPr>
            <a:cxnSpLocks/>
          </p:cNvCxnSpPr>
          <p:nvPr/>
        </p:nvCxnSpPr>
        <p:spPr>
          <a:xfrm flipV="1">
            <a:off x="5506720" y="424053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452">
            <a:extLst>
              <a:ext uri="{FF2B5EF4-FFF2-40B4-BE49-F238E27FC236}">
                <a16:creationId xmlns:a16="http://schemas.microsoft.com/office/drawing/2014/main" id="{E83CC939-BB33-4EA2-BFAF-72E828638DD7}"/>
              </a:ext>
            </a:extLst>
          </p:cNvPr>
          <p:cNvCxnSpPr>
            <a:cxnSpLocks/>
          </p:cNvCxnSpPr>
          <p:nvPr/>
        </p:nvCxnSpPr>
        <p:spPr>
          <a:xfrm flipV="1">
            <a:off x="5515293" y="414401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452">
            <a:extLst>
              <a:ext uri="{FF2B5EF4-FFF2-40B4-BE49-F238E27FC236}">
                <a16:creationId xmlns:a16="http://schemas.microsoft.com/office/drawing/2014/main" id="{0ABA96BE-A063-495D-A88E-30D2187329E1}"/>
              </a:ext>
            </a:extLst>
          </p:cNvPr>
          <p:cNvCxnSpPr>
            <a:cxnSpLocks/>
          </p:cNvCxnSpPr>
          <p:nvPr/>
        </p:nvCxnSpPr>
        <p:spPr>
          <a:xfrm flipV="1">
            <a:off x="5754370" y="396240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452">
            <a:extLst>
              <a:ext uri="{FF2B5EF4-FFF2-40B4-BE49-F238E27FC236}">
                <a16:creationId xmlns:a16="http://schemas.microsoft.com/office/drawing/2014/main" id="{15DD42F0-E0C6-482F-8C8B-5C6C6DF664D9}"/>
              </a:ext>
            </a:extLst>
          </p:cNvPr>
          <p:cNvCxnSpPr>
            <a:cxnSpLocks/>
          </p:cNvCxnSpPr>
          <p:nvPr/>
        </p:nvCxnSpPr>
        <p:spPr>
          <a:xfrm flipV="1">
            <a:off x="5507673" y="39458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452">
            <a:extLst>
              <a:ext uri="{FF2B5EF4-FFF2-40B4-BE49-F238E27FC236}">
                <a16:creationId xmlns:a16="http://schemas.microsoft.com/office/drawing/2014/main" id="{83E08154-129E-4F55-97D8-4298C22E6CC9}"/>
              </a:ext>
            </a:extLst>
          </p:cNvPr>
          <p:cNvCxnSpPr>
            <a:cxnSpLocks/>
          </p:cNvCxnSpPr>
          <p:nvPr/>
        </p:nvCxnSpPr>
        <p:spPr>
          <a:xfrm flipV="1">
            <a:off x="5991543" y="358013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452">
            <a:extLst>
              <a:ext uri="{FF2B5EF4-FFF2-40B4-BE49-F238E27FC236}">
                <a16:creationId xmlns:a16="http://schemas.microsoft.com/office/drawing/2014/main" id="{AAC8771A-3753-4202-9C18-294DE74178CD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3419475"/>
            <a:ext cx="486092" cy="17081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452">
            <a:extLst>
              <a:ext uri="{FF2B5EF4-FFF2-40B4-BE49-F238E27FC236}">
                <a16:creationId xmlns:a16="http://schemas.microsoft.com/office/drawing/2014/main" id="{1DDBC892-9DDD-4EC5-B1F8-F30EEA679DB7}"/>
              </a:ext>
            </a:extLst>
          </p:cNvPr>
          <p:cNvCxnSpPr>
            <a:cxnSpLocks/>
          </p:cNvCxnSpPr>
          <p:nvPr/>
        </p:nvCxnSpPr>
        <p:spPr>
          <a:xfrm flipV="1">
            <a:off x="6173471" y="2584768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452">
            <a:extLst>
              <a:ext uri="{FF2B5EF4-FFF2-40B4-BE49-F238E27FC236}">
                <a16:creationId xmlns:a16="http://schemas.microsoft.com/office/drawing/2014/main" id="{C157020C-9257-416D-BF5A-5051B2B1C63B}"/>
              </a:ext>
            </a:extLst>
          </p:cNvPr>
          <p:cNvCxnSpPr>
            <a:cxnSpLocks/>
          </p:cNvCxnSpPr>
          <p:nvPr/>
        </p:nvCxnSpPr>
        <p:spPr>
          <a:xfrm flipV="1">
            <a:off x="6667817" y="2691765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452">
            <a:extLst>
              <a:ext uri="{FF2B5EF4-FFF2-40B4-BE49-F238E27FC236}">
                <a16:creationId xmlns:a16="http://schemas.microsoft.com/office/drawing/2014/main" id="{899F6E4D-B9CB-4A6D-88C5-8B6B75CEBBF0}"/>
              </a:ext>
            </a:extLst>
          </p:cNvPr>
          <p:cNvCxnSpPr>
            <a:cxnSpLocks/>
          </p:cNvCxnSpPr>
          <p:nvPr/>
        </p:nvCxnSpPr>
        <p:spPr>
          <a:xfrm flipV="1">
            <a:off x="3849370" y="2156460"/>
            <a:ext cx="0" cy="3009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F38CDD4F-FEBD-4DD2-8C69-1E220C042C8D}"/>
              </a:ext>
            </a:extLst>
          </p:cNvPr>
          <p:cNvCxnSpPr>
            <a:cxnSpLocks/>
          </p:cNvCxnSpPr>
          <p:nvPr/>
        </p:nvCxnSpPr>
        <p:spPr>
          <a:xfrm flipV="1">
            <a:off x="3850323" y="1962150"/>
            <a:ext cx="467677" cy="17494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9CCDD6C8-E771-4CB7-96CC-468CDB031DD9}"/>
              </a:ext>
            </a:extLst>
          </p:cNvPr>
          <p:cNvCxnSpPr>
            <a:cxnSpLocks/>
          </p:cNvCxnSpPr>
          <p:nvPr/>
        </p:nvCxnSpPr>
        <p:spPr>
          <a:xfrm flipV="1">
            <a:off x="4085590" y="2120900"/>
            <a:ext cx="226060" cy="96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452">
            <a:extLst>
              <a:ext uri="{FF2B5EF4-FFF2-40B4-BE49-F238E27FC236}">
                <a16:creationId xmlns:a16="http://schemas.microsoft.com/office/drawing/2014/main" id="{5DD9889A-1797-4D58-A6FF-4A6194AB356B}"/>
              </a:ext>
            </a:extLst>
          </p:cNvPr>
          <p:cNvCxnSpPr>
            <a:cxnSpLocks/>
          </p:cNvCxnSpPr>
          <p:nvPr/>
        </p:nvCxnSpPr>
        <p:spPr>
          <a:xfrm flipV="1">
            <a:off x="4310380" y="1962150"/>
            <a:ext cx="0" cy="158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452">
            <a:extLst>
              <a:ext uri="{FF2B5EF4-FFF2-40B4-BE49-F238E27FC236}">
                <a16:creationId xmlns:a16="http://schemas.microsoft.com/office/drawing/2014/main" id="{072274F8-2D63-4C4B-A725-F015AEB38C1D}"/>
              </a:ext>
            </a:extLst>
          </p:cNvPr>
          <p:cNvCxnSpPr>
            <a:cxnSpLocks/>
          </p:cNvCxnSpPr>
          <p:nvPr/>
        </p:nvCxnSpPr>
        <p:spPr>
          <a:xfrm flipV="1">
            <a:off x="4537710" y="2025650"/>
            <a:ext cx="0" cy="741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88F4CABD-D2EC-4516-82D1-44C92A6CE49D}"/>
              </a:ext>
            </a:extLst>
          </p:cNvPr>
          <p:cNvCxnSpPr>
            <a:cxnSpLocks/>
          </p:cNvCxnSpPr>
          <p:nvPr/>
        </p:nvCxnSpPr>
        <p:spPr>
          <a:xfrm>
            <a:off x="4803140" y="286766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016FD76C-4C6A-46FD-B128-91430CEBEAA4}"/>
              </a:ext>
            </a:extLst>
          </p:cNvPr>
          <p:cNvCxnSpPr>
            <a:cxnSpLocks/>
          </p:cNvCxnSpPr>
          <p:nvPr/>
        </p:nvCxnSpPr>
        <p:spPr>
          <a:xfrm flipV="1">
            <a:off x="4790440" y="1965960"/>
            <a:ext cx="0" cy="8978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63B797E9-AA08-49F0-BAE0-6512EA7AEF76}"/>
              </a:ext>
            </a:extLst>
          </p:cNvPr>
          <p:cNvCxnSpPr>
            <a:cxnSpLocks/>
          </p:cNvCxnSpPr>
          <p:nvPr/>
        </p:nvCxnSpPr>
        <p:spPr>
          <a:xfrm flipV="1">
            <a:off x="4560253" y="193294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D6C317FE-7C4D-4DE1-BA51-BCD5871FD4F3}"/>
              </a:ext>
            </a:extLst>
          </p:cNvPr>
          <p:cNvCxnSpPr>
            <a:cxnSpLocks/>
          </p:cNvCxnSpPr>
          <p:nvPr/>
        </p:nvCxnSpPr>
        <p:spPr>
          <a:xfrm flipV="1">
            <a:off x="5011420" y="1670050"/>
            <a:ext cx="0" cy="1238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CBEFE1FB-97C4-4258-90A3-5C855909B8F7}"/>
              </a:ext>
            </a:extLst>
          </p:cNvPr>
          <p:cNvCxnSpPr>
            <a:cxnSpLocks/>
          </p:cNvCxnSpPr>
          <p:nvPr/>
        </p:nvCxnSpPr>
        <p:spPr>
          <a:xfrm flipV="1">
            <a:off x="5487670" y="240030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452">
            <a:extLst>
              <a:ext uri="{FF2B5EF4-FFF2-40B4-BE49-F238E27FC236}">
                <a16:creationId xmlns:a16="http://schemas.microsoft.com/office/drawing/2014/main" id="{38293FD2-A32C-464C-BCC5-94B5A906545B}"/>
              </a:ext>
            </a:extLst>
          </p:cNvPr>
          <p:cNvCxnSpPr>
            <a:cxnSpLocks/>
          </p:cNvCxnSpPr>
          <p:nvPr/>
        </p:nvCxnSpPr>
        <p:spPr>
          <a:xfrm>
            <a:off x="5514340" y="24193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452">
            <a:extLst>
              <a:ext uri="{FF2B5EF4-FFF2-40B4-BE49-F238E27FC236}">
                <a16:creationId xmlns:a16="http://schemas.microsoft.com/office/drawing/2014/main" id="{CEFCA105-5F8E-43C5-82FC-5E3F55C3797F}"/>
              </a:ext>
            </a:extLst>
          </p:cNvPr>
          <p:cNvCxnSpPr>
            <a:cxnSpLocks/>
          </p:cNvCxnSpPr>
          <p:nvPr/>
        </p:nvCxnSpPr>
        <p:spPr>
          <a:xfrm flipV="1">
            <a:off x="5739130" y="239395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452">
            <a:extLst>
              <a:ext uri="{FF2B5EF4-FFF2-40B4-BE49-F238E27FC236}">
                <a16:creationId xmlns:a16="http://schemas.microsoft.com/office/drawing/2014/main" id="{E571CA55-9495-41F3-B479-AAC32980BA44}"/>
              </a:ext>
            </a:extLst>
          </p:cNvPr>
          <p:cNvCxnSpPr>
            <a:cxnSpLocks/>
          </p:cNvCxnSpPr>
          <p:nvPr/>
        </p:nvCxnSpPr>
        <p:spPr>
          <a:xfrm flipV="1">
            <a:off x="5495290" y="212979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55D5A84F-2497-4365-B38F-B0DAC3D86FDD}"/>
              </a:ext>
            </a:extLst>
          </p:cNvPr>
          <p:cNvCxnSpPr>
            <a:cxnSpLocks/>
          </p:cNvCxnSpPr>
          <p:nvPr/>
        </p:nvCxnSpPr>
        <p:spPr>
          <a:xfrm flipV="1">
            <a:off x="5495290" y="1295400"/>
            <a:ext cx="0" cy="942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5ABFFC7B-0C18-4ED9-9C6D-CB975FEB7D1C}"/>
              </a:ext>
            </a:extLst>
          </p:cNvPr>
          <p:cNvCxnSpPr>
            <a:cxnSpLocks/>
          </p:cNvCxnSpPr>
          <p:nvPr/>
        </p:nvCxnSpPr>
        <p:spPr>
          <a:xfrm flipV="1">
            <a:off x="5251450" y="1600200"/>
            <a:ext cx="0" cy="1263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A626591D-CF31-4045-8809-154FBFDCD904}"/>
              </a:ext>
            </a:extLst>
          </p:cNvPr>
          <p:cNvCxnSpPr>
            <a:cxnSpLocks/>
          </p:cNvCxnSpPr>
          <p:nvPr/>
        </p:nvCxnSpPr>
        <p:spPr>
          <a:xfrm flipV="1">
            <a:off x="5034280" y="1574800"/>
            <a:ext cx="229870" cy="939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452">
            <a:extLst>
              <a:ext uri="{FF2B5EF4-FFF2-40B4-BE49-F238E27FC236}">
                <a16:creationId xmlns:a16="http://schemas.microsoft.com/office/drawing/2014/main" id="{22CE49F5-447F-4249-A3A7-69CE7246BE8B}"/>
              </a:ext>
            </a:extLst>
          </p:cNvPr>
          <p:cNvCxnSpPr>
            <a:cxnSpLocks/>
          </p:cNvCxnSpPr>
          <p:nvPr/>
        </p:nvCxnSpPr>
        <p:spPr>
          <a:xfrm flipV="1">
            <a:off x="5518150" y="120777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452">
            <a:extLst>
              <a:ext uri="{FF2B5EF4-FFF2-40B4-BE49-F238E27FC236}">
                <a16:creationId xmlns:a16="http://schemas.microsoft.com/office/drawing/2014/main" id="{5104EA03-0894-47D1-AF64-2FEBAB9E95B0}"/>
              </a:ext>
            </a:extLst>
          </p:cNvPr>
          <p:cNvCxnSpPr>
            <a:cxnSpLocks/>
          </p:cNvCxnSpPr>
          <p:nvPr/>
        </p:nvCxnSpPr>
        <p:spPr>
          <a:xfrm flipV="1">
            <a:off x="5735320" y="1203960"/>
            <a:ext cx="0" cy="762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452">
            <a:extLst>
              <a:ext uri="{FF2B5EF4-FFF2-40B4-BE49-F238E27FC236}">
                <a16:creationId xmlns:a16="http://schemas.microsoft.com/office/drawing/2014/main" id="{2D123998-CAB2-4E77-82CA-F53449EB5EBC}"/>
              </a:ext>
            </a:extLst>
          </p:cNvPr>
          <p:cNvCxnSpPr>
            <a:cxnSpLocks/>
          </p:cNvCxnSpPr>
          <p:nvPr/>
        </p:nvCxnSpPr>
        <p:spPr>
          <a:xfrm>
            <a:off x="5754370" y="1954530"/>
            <a:ext cx="45974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452">
            <a:extLst>
              <a:ext uri="{FF2B5EF4-FFF2-40B4-BE49-F238E27FC236}">
                <a16:creationId xmlns:a16="http://schemas.microsoft.com/office/drawing/2014/main" id="{3A566AC1-894E-4F4C-AF2C-B0FB84E0B55E}"/>
              </a:ext>
            </a:extLst>
          </p:cNvPr>
          <p:cNvCxnSpPr>
            <a:cxnSpLocks/>
          </p:cNvCxnSpPr>
          <p:nvPr/>
        </p:nvCxnSpPr>
        <p:spPr>
          <a:xfrm flipV="1">
            <a:off x="6211570" y="213360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452">
            <a:extLst>
              <a:ext uri="{FF2B5EF4-FFF2-40B4-BE49-F238E27FC236}">
                <a16:creationId xmlns:a16="http://schemas.microsoft.com/office/drawing/2014/main" id="{ABC1F4F2-3946-431B-9C2C-48B5A40ABB51}"/>
              </a:ext>
            </a:extLst>
          </p:cNvPr>
          <p:cNvCxnSpPr>
            <a:cxnSpLocks/>
          </p:cNvCxnSpPr>
          <p:nvPr/>
        </p:nvCxnSpPr>
        <p:spPr>
          <a:xfrm flipV="1">
            <a:off x="6428740" y="2030730"/>
            <a:ext cx="0" cy="2171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BEE97B62-DF32-4866-AC3B-82C71A65A9A1}"/>
              </a:ext>
            </a:extLst>
          </p:cNvPr>
          <p:cNvCxnSpPr>
            <a:cxnSpLocks/>
          </p:cNvCxnSpPr>
          <p:nvPr/>
        </p:nvCxnSpPr>
        <p:spPr>
          <a:xfrm>
            <a:off x="5967730" y="1851660"/>
            <a:ext cx="45974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452">
            <a:extLst>
              <a:ext uri="{FF2B5EF4-FFF2-40B4-BE49-F238E27FC236}">
                <a16:creationId xmlns:a16="http://schemas.microsoft.com/office/drawing/2014/main" id="{ADAB4954-ECFE-47A9-877E-A4FBDA18E3D8}"/>
              </a:ext>
            </a:extLst>
          </p:cNvPr>
          <p:cNvCxnSpPr>
            <a:cxnSpLocks/>
          </p:cNvCxnSpPr>
          <p:nvPr/>
        </p:nvCxnSpPr>
        <p:spPr>
          <a:xfrm flipV="1">
            <a:off x="5963920" y="1116330"/>
            <a:ext cx="0" cy="7518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7721000A-9204-4B54-8309-A3C3C1532429}"/>
              </a:ext>
            </a:extLst>
          </p:cNvPr>
          <p:cNvCxnSpPr>
            <a:cxnSpLocks/>
          </p:cNvCxnSpPr>
          <p:nvPr/>
        </p:nvCxnSpPr>
        <p:spPr>
          <a:xfrm flipV="1">
            <a:off x="5967730" y="1013460"/>
            <a:ext cx="24257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10720BA0-0E75-4000-9D0D-028AEED4D1D0}"/>
              </a:ext>
            </a:extLst>
          </p:cNvPr>
          <p:cNvCxnSpPr>
            <a:cxnSpLocks/>
          </p:cNvCxnSpPr>
          <p:nvPr/>
        </p:nvCxnSpPr>
        <p:spPr>
          <a:xfrm flipV="1">
            <a:off x="6215380" y="1032510"/>
            <a:ext cx="0" cy="7353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4AF69CE6-686D-4632-8518-87CF783B715D}"/>
              </a:ext>
            </a:extLst>
          </p:cNvPr>
          <p:cNvCxnSpPr>
            <a:cxnSpLocks/>
          </p:cNvCxnSpPr>
          <p:nvPr/>
        </p:nvCxnSpPr>
        <p:spPr>
          <a:xfrm>
            <a:off x="6219190" y="17792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6FAA65D0-5637-4854-B406-F81FCECA8F20}"/>
              </a:ext>
            </a:extLst>
          </p:cNvPr>
          <p:cNvCxnSpPr>
            <a:cxnSpLocks/>
          </p:cNvCxnSpPr>
          <p:nvPr/>
        </p:nvCxnSpPr>
        <p:spPr>
          <a:xfrm flipV="1">
            <a:off x="6433503" y="175514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452">
            <a:extLst>
              <a:ext uri="{FF2B5EF4-FFF2-40B4-BE49-F238E27FC236}">
                <a16:creationId xmlns:a16="http://schemas.microsoft.com/office/drawing/2014/main" id="{CD510799-5A82-4204-822C-2C4354B9A88F}"/>
              </a:ext>
            </a:extLst>
          </p:cNvPr>
          <p:cNvCxnSpPr>
            <a:cxnSpLocks/>
          </p:cNvCxnSpPr>
          <p:nvPr/>
        </p:nvCxnSpPr>
        <p:spPr>
          <a:xfrm flipV="1">
            <a:off x="6676390" y="157353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452">
            <a:extLst>
              <a:ext uri="{FF2B5EF4-FFF2-40B4-BE49-F238E27FC236}">
                <a16:creationId xmlns:a16="http://schemas.microsoft.com/office/drawing/2014/main" id="{644E6B3C-B130-4FC2-A3A7-386F62FEC85E}"/>
              </a:ext>
            </a:extLst>
          </p:cNvPr>
          <p:cNvCxnSpPr>
            <a:cxnSpLocks/>
          </p:cNvCxnSpPr>
          <p:nvPr/>
        </p:nvCxnSpPr>
        <p:spPr>
          <a:xfrm flipV="1">
            <a:off x="6418263" y="157988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452">
            <a:extLst>
              <a:ext uri="{FF2B5EF4-FFF2-40B4-BE49-F238E27FC236}">
                <a16:creationId xmlns:a16="http://schemas.microsoft.com/office/drawing/2014/main" id="{31E3AEB2-3658-45DA-BE11-7197EA24EAE1}"/>
              </a:ext>
            </a:extLst>
          </p:cNvPr>
          <p:cNvCxnSpPr>
            <a:cxnSpLocks/>
          </p:cNvCxnSpPr>
          <p:nvPr/>
        </p:nvCxnSpPr>
        <p:spPr>
          <a:xfrm flipV="1">
            <a:off x="6428740" y="1131570"/>
            <a:ext cx="0" cy="5575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452">
            <a:extLst>
              <a:ext uri="{FF2B5EF4-FFF2-40B4-BE49-F238E27FC236}">
                <a16:creationId xmlns:a16="http://schemas.microsoft.com/office/drawing/2014/main" id="{CE6F0AED-529F-41F8-BEB8-09594EEE82CC}"/>
              </a:ext>
            </a:extLst>
          </p:cNvPr>
          <p:cNvCxnSpPr>
            <a:cxnSpLocks/>
          </p:cNvCxnSpPr>
          <p:nvPr/>
        </p:nvCxnSpPr>
        <p:spPr>
          <a:xfrm flipV="1">
            <a:off x="6437313" y="101219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452">
            <a:extLst>
              <a:ext uri="{FF2B5EF4-FFF2-40B4-BE49-F238E27FC236}">
                <a16:creationId xmlns:a16="http://schemas.microsoft.com/office/drawing/2014/main" id="{5F23FBC0-3B04-4584-B13C-6DEEAB56BABC}"/>
              </a:ext>
            </a:extLst>
          </p:cNvPr>
          <p:cNvCxnSpPr>
            <a:cxnSpLocks/>
          </p:cNvCxnSpPr>
          <p:nvPr/>
        </p:nvCxnSpPr>
        <p:spPr>
          <a:xfrm flipV="1">
            <a:off x="6672580" y="1017270"/>
            <a:ext cx="0" cy="381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452">
            <a:extLst>
              <a:ext uri="{FF2B5EF4-FFF2-40B4-BE49-F238E27FC236}">
                <a16:creationId xmlns:a16="http://schemas.microsoft.com/office/drawing/2014/main" id="{6B0AA3C7-DE36-456E-AD6A-6F045D27D8CC}"/>
              </a:ext>
            </a:extLst>
          </p:cNvPr>
          <p:cNvCxnSpPr>
            <a:cxnSpLocks/>
          </p:cNvCxnSpPr>
          <p:nvPr/>
        </p:nvCxnSpPr>
        <p:spPr>
          <a:xfrm flipV="1">
            <a:off x="6681153" y="129413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452">
            <a:extLst>
              <a:ext uri="{FF2B5EF4-FFF2-40B4-BE49-F238E27FC236}">
                <a16:creationId xmlns:a16="http://schemas.microsoft.com/office/drawing/2014/main" id="{B459BC21-4365-4250-96B5-B738E996050B}"/>
              </a:ext>
            </a:extLst>
          </p:cNvPr>
          <p:cNvCxnSpPr>
            <a:cxnSpLocks/>
          </p:cNvCxnSpPr>
          <p:nvPr/>
        </p:nvCxnSpPr>
        <p:spPr>
          <a:xfrm flipV="1">
            <a:off x="6920230" y="113157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452">
            <a:extLst>
              <a:ext uri="{FF2B5EF4-FFF2-40B4-BE49-F238E27FC236}">
                <a16:creationId xmlns:a16="http://schemas.microsoft.com/office/drawing/2014/main" id="{831390AB-8868-4828-B2AE-40AFF9DAC470}"/>
              </a:ext>
            </a:extLst>
          </p:cNvPr>
          <p:cNvCxnSpPr>
            <a:cxnSpLocks/>
          </p:cNvCxnSpPr>
          <p:nvPr/>
        </p:nvCxnSpPr>
        <p:spPr>
          <a:xfrm>
            <a:off x="6920230" y="1127760"/>
            <a:ext cx="46736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452">
            <a:extLst>
              <a:ext uri="{FF2B5EF4-FFF2-40B4-BE49-F238E27FC236}">
                <a16:creationId xmlns:a16="http://schemas.microsoft.com/office/drawing/2014/main" id="{41353946-DE33-4475-8F64-56747C0A9AA4}"/>
              </a:ext>
            </a:extLst>
          </p:cNvPr>
          <p:cNvCxnSpPr>
            <a:cxnSpLocks/>
          </p:cNvCxnSpPr>
          <p:nvPr/>
        </p:nvCxnSpPr>
        <p:spPr>
          <a:xfrm flipV="1">
            <a:off x="6892290" y="1297940"/>
            <a:ext cx="50038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452">
            <a:extLst>
              <a:ext uri="{FF2B5EF4-FFF2-40B4-BE49-F238E27FC236}">
                <a16:creationId xmlns:a16="http://schemas.microsoft.com/office/drawing/2014/main" id="{9F83C596-53EF-4ECC-9AB4-362734493876}"/>
              </a:ext>
            </a:extLst>
          </p:cNvPr>
          <p:cNvCxnSpPr>
            <a:cxnSpLocks/>
          </p:cNvCxnSpPr>
          <p:nvPr/>
        </p:nvCxnSpPr>
        <p:spPr>
          <a:xfrm flipV="1">
            <a:off x="6908800" y="150495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452">
            <a:extLst>
              <a:ext uri="{FF2B5EF4-FFF2-40B4-BE49-F238E27FC236}">
                <a16:creationId xmlns:a16="http://schemas.microsoft.com/office/drawing/2014/main" id="{6283A4C9-817D-4252-B026-6869050A4008}"/>
              </a:ext>
            </a:extLst>
          </p:cNvPr>
          <p:cNvCxnSpPr>
            <a:cxnSpLocks/>
          </p:cNvCxnSpPr>
          <p:nvPr/>
        </p:nvCxnSpPr>
        <p:spPr>
          <a:xfrm flipV="1">
            <a:off x="6892290" y="1473200"/>
            <a:ext cx="50038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452">
            <a:extLst>
              <a:ext uri="{FF2B5EF4-FFF2-40B4-BE49-F238E27FC236}">
                <a16:creationId xmlns:a16="http://schemas.microsoft.com/office/drawing/2014/main" id="{D84175B3-213A-4909-B443-3CE13CC0DAB0}"/>
              </a:ext>
            </a:extLst>
          </p:cNvPr>
          <p:cNvCxnSpPr>
            <a:cxnSpLocks/>
          </p:cNvCxnSpPr>
          <p:nvPr/>
        </p:nvCxnSpPr>
        <p:spPr>
          <a:xfrm>
            <a:off x="7385050" y="148209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452">
            <a:extLst>
              <a:ext uri="{FF2B5EF4-FFF2-40B4-BE49-F238E27FC236}">
                <a16:creationId xmlns:a16="http://schemas.microsoft.com/office/drawing/2014/main" id="{5596D7D5-E9B0-4FD6-894A-4D4FE8CA9238}"/>
              </a:ext>
            </a:extLst>
          </p:cNvPr>
          <p:cNvCxnSpPr>
            <a:cxnSpLocks/>
          </p:cNvCxnSpPr>
          <p:nvPr/>
        </p:nvCxnSpPr>
        <p:spPr>
          <a:xfrm flipV="1">
            <a:off x="6656070" y="1564640"/>
            <a:ext cx="915670" cy="393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452">
            <a:extLst>
              <a:ext uri="{FF2B5EF4-FFF2-40B4-BE49-F238E27FC236}">
                <a16:creationId xmlns:a16="http://schemas.microsoft.com/office/drawing/2014/main" id="{932AADA3-89F5-40EA-9981-4652FE4038CC}"/>
              </a:ext>
            </a:extLst>
          </p:cNvPr>
          <p:cNvCxnSpPr>
            <a:cxnSpLocks/>
          </p:cNvCxnSpPr>
          <p:nvPr/>
        </p:nvCxnSpPr>
        <p:spPr>
          <a:xfrm flipV="1">
            <a:off x="6661150" y="1988820"/>
            <a:ext cx="0" cy="1524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452">
            <a:extLst>
              <a:ext uri="{FF2B5EF4-FFF2-40B4-BE49-F238E27FC236}">
                <a16:creationId xmlns:a16="http://schemas.microsoft.com/office/drawing/2014/main" id="{7E216F06-4E53-4FD6-8D6B-1A5C1B0BAC0D}"/>
              </a:ext>
            </a:extLst>
          </p:cNvPr>
          <p:cNvCxnSpPr>
            <a:cxnSpLocks/>
          </p:cNvCxnSpPr>
          <p:nvPr/>
        </p:nvCxnSpPr>
        <p:spPr>
          <a:xfrm flipV="1">
            <a:off x="6637020" y="1653540"/>
            <a:ext cx="1223010" cy="499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452">
            <a:extLst>
              <a:ext uri="{FF2B5EF4-FFF2-40B4-BE49-F238E27FC236}">
                <a16:creationId xmlns:a16="http://schemas.microsoft.com/office/drawing/2014/main" id="{87D53169-87CC-4BAA-A9BD-5E1804FB93B5}"/>
              </a:ext>
            </a:extLst>
          </p:cNvPr>
          <p:cNvCxnSpPr>
            <a:cxnSpLocks/>
          </p:cNvCxnSpPr>
          <p:nvPr/>
        </p:nvCxnSpPr>
        <p:spPr>
          <a:xfrm flipV="1">
            <a:off x="7857490" y="164973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452">
            <a:extLst>
              <a:ext uri="{FF2B5EF4-FFF2-40B4-BE49-F238E27FC236}">
                <a16:creationId xmlns:a16="http://schemas.microsoft.com/office/drawing/2014/main" id="{7FEC6BED-9880-42FE-BB37-C13793526C40}"/>
              </a:ext>
            </a:extLst>
          </p:cNvPr>
          <p:cNvCxnSpPr>
            <a:cxnSpLocks/>
          </p:cNvCxnSpPr>
          <p:nvPr/>
        </p:nvCxnSpPr>
        <p:spPr>
          <a:xfrm flipV="1">
            <a:off x="6629400" y="1836420"/>
            <a:ext cx="1223010" cy="499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452">
            <a:extLst>
              <a:ext uri="{FF2B5EF4-FFF2-40B4-BE49-F238E27FC236}">
                <a16:creationId xmlns:a16="http://schemas.microsoft.com/office/drawing/2014/main" id="{2A2D0430-6814-4714-AF29-AAFAC514C834}"/>
              </a:ext>
            </a:extLst>
          </p:cNvPr>
          <p:cNvCxnSpPr>
            <a:cxnSpLocks/>
          </p:cNvCxnSpPr>
          <p:nvPr/>
        </p:nvCxnSpPr>
        <p:spPr>
          <a:xfrm flipV="1">
            <a:off x="6896100" y="1946910"/>
            <a:ext cx="1192530" cy="478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452">
            <a:extLst>
              <a:ext uri="{FF2B5EF4-FFF2-40B4-BE49-F238E27FC236}">
                <a16:creationId xmlns:a16="http://schemas.microsoft.com/office/drawing/2014/main" id="{ED0A98A1-21CD-486C-BC52-95D8645488CD}"/>
              </a:ext>
            </a:extLst>
          </p:cNvPr>
          <p:cNvCxnSpPr>
            <a:cxnSpLocks/>
          </p:cNvCxnSpPr>
          <p:nvPr/>
        </p:nvCxnSpPr>
        <p:spPr>
          <a:xfrm flipV="1">
            <a:off x="8086090" y="193929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452">
            <a:extLst>
              <a:ext uri="{FF2B5EF4-FFF2-40B4-BE49-F238E27FC236}">
                <a16:creationId xmlns:a16="http://schemas.microsoft.com/office/drawing/2014/main" id="{83B50ED7-0EBF-49C7-A826-81849033D80B}"/>
              </a:ext>
            </a:extLst>
          </p:cNvPr>
          <p:cNvCxnSpPr>
            <a:cxnSpLocks/>
          </p:cNvCxnSpPr>
          <p:nvPr/>
        </p:nvCxnSpPr>
        <p:spPr>
          <a:xfrm flipV="1">
            <a:off x="6897370" y="2952750"/>
            <a:ext cx="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452">
            <a:extLst>
              <a:ext uri="{FF2B5EF4-FFF2-40B4-BE49-F238E27FC236}">
                <a16:creationId xmlns:a16="http://schemas.microsoft.com/office/drawing/2014/main" id="{431728A5-92F3-4D6B-B384-60C9775E1E67}"/>
              </a:ext>
            </a:extLst>
          </p:cNvPr>
          <p:cNvCxnSpPr>
            <a:cxnSpLocks/>
          </p:cNvCxnSpPr>
          <p:nvPr/>
        </p:nvCxnSpPr>
        <p:spPr>
          <a:xfrm flipV="1">
            <a:off x="7118350" y="2213610"/>
            <a:ext cx="1210310" cy="487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452">
            <a:extLst>
              <a:ext uri="{FF2B5EF4-FFF2-40B4-BE49-F238E27FC236}">
                <a16:creationId xmlns:a16="http://schemas.microsoft.com/office/drawing/2014/main" id="{E61F1D14-56F4-46E0-B56F-CAD7C26F1122}"/>
              </a:ext>
            </a:extLst>
          </p:cNvPr>
          <p:cNvCxnSpPr>
            <a:cxnSpLocks/>
          </p:cNvCxnSpPr>
          <p:nvPr/>
        </p:nvCxnSpPr>
        <p:spPr>
          <a:xfrm flipV="1">
            <a:off x="8329930" y="205359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452">
            <a:extLst>
              <a:ext uri="{FF2B5EF4-FFF2-40B4-BE49-F238E27FC236}">
                <a16:creationId xmlns:a16="http://schemas.microsoft.com/office/drawing/2014/main" id="{B2D39FB2-164C-407A-B582-CE58B1920B44}"/>
              </a:ext>
            </a:extLst>
          </p:cNvPr>
          <p:cNvCxnSpPr>
            <a:cxnSpLocks/>
          </p:cNvCxnSpPr>
          <p:nvPr/>
        </p:nvCxnSpPr>
        <p:spPr>
          <a:xfrm flipV="1">
            <a:off x="8322310" y="196215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452">
            <a:extLst>
              <a:ext uri="{FF2B5EF4-FFF2-40B4-BE49-F238E27FC236}">
                <a16:creationId xmlns:a16="http://schemas.microsoft.com/office/drawing/2014/main" id="{1E466D90-C80D-48DC-BF86-43B930D9D691}"/>
              </a:ext>
            </a:extLst>
          </p:cNvPr>
          <p:cNvCxnSpPr>
            <a:cxnSpLocks/>
          </p:cNvCxnSpPr>
          <p:nvPr/>
        </p:nvCxnSpPr>
        <p:spPr>
          <a:xfrm>
            <a:off x="8562340" y="1958340"/>
            <a:ext cx="47879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452">
            <a:extLst>
              <a:ext uri="{FF2B5EF4-FFF2-40B4-BE49-F238E27FC236}">
                <a16:creationId xmlns:a16="http://schemas.microsoft.com/office/drawing/2014/main" id="{9856AA4D-AA8D-427F-AD28-9AA3847657C0}"/>
              </a:ext>
            </a:extLst>
          </p:cNvPr>
          <p:cNvCxnSpPr>
            <a:cxnSpLocks/>
          </p:cNvCxnSpPr>
          <p:nvPr/>
        </p:nvCxnSpPr>
        <p:spPr>
          <a:xfrm flipV="1">
            <a:off x="9030970" y="2129790"/>
            <a:ext cx="0" cy="358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452">
            <a:extLst>
              <a:ext uri="{FF2B5EF4-FFF2-40B4-BE49-F238E27FC236}">
                <a16:creationId xmlns:a16="http://schemas.microsoft.com/office/drawing/2014/main" id="{AA91EB18-C302-44F6-B118-D7C87553C3E1}"/>
              </a:ext>
            </a:extLst>
          </p:cNvPr>
          <p:cNvCxnSpPr>
            <a:cxnSpLocks/>
          </p:cNvCxnSpPr>
          <p:nvPr/>
        </p:nvCxnSpPr>
        <p:spPr>
          <a:xfrm>
            <a:off x="9038590" y="248412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452">
            <a:extLst>
              <a:ext uri="{FF2B5EF4-FFF2-40B4-BE49-F238E27FC236}">
                <a16:creationId xmlns:a16="http://schemas.microsoft.com/office/drawing/2014/main" id="{49BE13E4-0B3C-4FE9-8922-F92DAC922201}"/>
              </a:ext>
            </a:extLst>
          </p:cNvPr>
          <p:cNvCxnSpPr>
            <a:cxnSpLocks/>
          </p:cNvCxnSpPr>
          <p:nvPr/>
        </p:nvCxnSpPr>
        <p:spPr>
          <a:xfrm flipV="1">
            <a:off x="9248140" y="257556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452">
            <a:extLst>
              <a:ext uri="{FF2B5EF4-FFF2-40B4-BE49-F238E27FC236}">
                <a16:creationId xmlns:a16="http://schemas.microsoft.com/office/drawing/2014/main" id="{2E566247-588E-4E25-A502-185F9C1566B3}"/>
              </a:ext>
            </a:extLst>
          </p:cNvPr>
          <p:cNvCxnSpPr>
            <a:cxnSpLocks/>
          </p:cNvCxnSpPr>
          <p:nvPr/>
        </p:nvCxnSpPr>
        <p:spPr>
          <a:xfrm>
            <a:off x="9027160" y="265938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452">
            <a:extLst>
              <a:ext uri="{FF2B5EF4-FFF2-40B4-BE49-F238E27FC236}">
                <a16:creationId xmlns:a16="http://schemas.microsoft.com/office/drawing/2014/main" id="{F96605D7-B698-47DD-B205-8922062D5A4E}"/>
              </a:ext>
            </a:extLst>
          </p:cNvPr>
          <p:cNvCxnSpPr>
            <a:cxnSpLocks/>
          </p:cNvCxnSpPr>
          <p:nvPr/>
        </p:nvCxnSpPr>
        <p:spPr>
          <a:xfrm flipV="1">
            <a:off x="9038590" y="268224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452">
            <a:extLst>
              <a:ext uri="{FF2B5EF4-FFF2-40B4-BE49-F238E27FC236}">
                <a16:creationId xmlns:a16="http://schemas.microsoft.com/office/drawing/2014/main" id="{B040C80B-223A-4F17-9963-8BE1C995BE48}"/>
              </a:ext>
            </a:extLst>
          </p:cNvPr>
          <p:cNvCxnSpPr>
            <a:cxnSpLocks/>
          </p:cNvCxnSpPr>
          <p:nvPr/>
        </p:nvCxnSpPr>
        <p:spPr>
          <a:xfrm flipV="1">
            <a:off x="8790940" y="286131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452">
            <a:extLst>
              <a:ext uri="{FF2B5EF4-FFF2-40B4-BE49-F238E27FC236}">
                <a16:creationId xmlns:a16="http://schemas.microsoft.com/office/drawing/2014/main" id="{2EE1600E-DF79-44B5-9596-86F310E2A2C4}"/>
              </a:ext>
            </a:extLst>
          </p:cNvPr>
          <p:cNvCxnSpPr>
            <a:cxnSpLocks/>
          </p:cNvCxnSpPr>
          <p:nvPr/>
        </p:nvCxnSpPr>
        <p:spPr>
          <a:xfrm>
            <a:off x="8601710" y="288036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452">
            <a:extLst>
              <a:ext uri="{FF2B5EF4-FFF2-40B4-BE49-F238E27FC236}">
                <a16:creationId xmlns:a16="http://schemas.microsoft.com/office/drawing/2014/main" id="{B23D3FDC-2DD9-40C4-9128-B976BA0D070C}"/>
              </a:ext>
            </a:extLst>
          </p:cNvPr>
          <p:cNvCxnSpPr>
            <a:cxnSpLocks/>
          </p:cNvCxnSpPr>
          <p:nvPr/>
        </p:nvCxnSpPr>
        <p:spPr>
          <a:xfrm flipV="1">
            <a:off x="8592820" y="278892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452">
            <a:extLst>
              <a:ext uri="{FF2B5EF4-FFF2-40B4-BE49-F238E27FC236}">
                <a16:creationId xmlns:a16="http://schemas.microsoft.com/office/drawing/2014/main" id="{A373E5B5-4E1D-402D-885C-E926B5D97643}"/>
              </a:ext>
            </a:extLst>
          </p:cNvPr>
          <p:cNvCxnSpPr>
            <a:cxnSpLocks/>
          </p:cNvCxnSpPr>
          <p:nvPr/>
        </p:nvCxnSpPr>
        <p:spPr>
          <a:xfrm flipV="1">
            <a:off x="8806180" y="2247900"/>
            <a:ext cx="0" cy="5232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452">
            <a:extLst>
              <a:ext uri="{FF2B5EF4-FFF2-40B4-BE49-F238E27FC236}">
                <a16:creationId xmlns:a16="http://schemas.microsoft.com/office/drawing/2014/main" id="{C5FC79BA-B0EF-4E8A-9A6C-535F7C2E8AAB}"/>
              </a:ext>
            </a:extLst>
          </p:cNvPr>
          <p:cNvCxnSpPr>
            <a:cxnSpLocks/>
          </p:cNvCxnSpPr>
          <p:nvPr/>
        </p:nvCxnSpPr>
        <p:spPr>
          <a:xfrm>
            <a:off x="8539480" y="2129790"/>
            <a:ext cx="27305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452">
            <a:extLst>
              <a:ext uri="{FF2B5EF4-FFF2-40B4-BE49-F238E27FC236}">
                <a16:creationId xmlns:a16="http://schemas.microsoft.com/office/drawing/2014/main" id="{DB53B679-659A-4B7D-B690-7A016EAB4161}"/>
              </a:ext>
            </a:extLst>
          </p:cNvPr>
          <p:cNvCxnSpPr>
            <a:cxnSpLocks/>
          </p:cNvCxnSpPr>
          <p:nvPr/>
        </p:nvCxnSpPr>
        <p:spPr>
          <a:xfrm flipV="1">
            <a:off x="8558530" y="214122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452">
            <a:extLst>
              <a:ext uri="{FF2B5EF4-FFF2-40B4-BE49-F238E27FC236}">
                <a16:creationId xmlns:a16="http://schemas.microsoft.com/office/drawing/2014/main" id="{4BF3BF97-80F6-443E-929E-B6F257AFF574}"/>
              </a:ext>
            </a:extLst>
          </p:cNvPr>
          <p:cNvCxnSpPr>
            <a:cxnSpLocks/>
          </p:cNvCxnSpPr>
          <p:nvPr/>
        </p:nvCxnSpPr>
        <p:spPr>
          <a:xfrm flipV="1">
            <a:off x="7600950" y="2320290"/>
            <a:ext cx="960120" cy="350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452">
            <a:extLst>
              <a:ext uri="{FF2B5EF4-FFF2-40B4-BE49-F238E27FC236}">
                <a16:creationId xmlns:a16="http://schemas.microsoft.com/office/drawing/2014/main" id="{864FA159-243F-453B-ADF1-8124C639A38A}"/>
              </a:ext>
            </a:extLst>
          </p:cNvPr>
          <p:cNvCxnSpPr>
            <a:cxnSpLocks/>
          </p:cNvCxnSpPr>
          <p:nvPr/>
        </p:nvCxnSpPr>
        <p:spPr>
          <a:xfrm>
            <a:off x="7609840" y="268224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452">
            <a:extLst>
              <a:ext uri="{FF2B5EF4-FFF2-40B4-BE49-F238E27FC236}">
                <a16:creationId xmlns:a16="http://schemas.microsoft.com/office/drawing/2014/main" id="{D1802D0F-B586-42BB-88F2-8B7E5E8AF5FE}"/>
              </a:ext>
            </a:extLst>
          </p:cNvPr>
          <p:cNvCxnSpPr>
            <a:cxnSpLocks/>
          </p:cNvCxnSpPr>
          <p:nvPr/>
        </p:nvCxnSpPr>
        <p:spPr>
          <a:xfrm flipV="1">
            <a:off x="7830820" y="2510790"/>
            <a:ext cx="726440" cy="2705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452">
            <a:extLst>
              <a:ext uri="{FF2B5EF4-FFF2-40B4-BE49-F238E27FC236}">
                <a16:creationId xmlns:a16="http://schemas.microsoft.com/office/drawing/2014/main" id="{32176E2A-4FE1-4412-AC9F-1D7317DA1C91}"/>
              </a:ext>
            </a:extLst>
          </p:cNvPr>
          <p:cNvCxnSpPr>
            <a:cxnSpLocks/>
          </p:cNvCxnSpPr>
          <p:nvPr/>
        </p:nvCxnSpPr>
        <p:spPr>
          <a:xfrm flipV="1">
            <a:off x="8562340" y="251841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452">
            <a:extLst>
              <a:ext uri="{FF2B5EF4-FFF2-40B4-BE49-F238E27FC236}">
                <a16:creationId xmlns:a16="http://schemas.microsoft.com/office/drawing/2014/main" id="{0CDB7657-2DE2-4E14-85F8-DDD37DDE3774}"/>
              </a:ext>
            </a:extLst>
          </p:cNvPr>
          <p:cNvCxnSpPr>
            <a:cxnSpLocks/>
          </p:cNvCxnSpPr>
          <p:nvPr/>
        </p:nvCxnSpPr>
        <p:spPr>
          <a:xfrm flipV="1">
            <a:off x="8084820" y="2682240"/>
            <a:ext cx="457200" cy="1828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452">
            <a:extLst>
              <a:ext uri="{FF2B5EF4-FFF2-40B4-BE49-F238E27FC236}">
                <a16:creationId xmlns:a16="http://schemas.microsoft.com/office/drawing/2014/main" id="{ECC9D6E2-0F5C-4E96-A22A-73B84EF40554}"/>
              </a:ext>
            </a:extLst>
          </p:cNvPr>
          <p:cNvCxnSpPr>
            <a:cxnSpLocks/>
          </p:cNvCxnSpPr>
          <p:nvPr/>
        </p:nvCxnSpPr>
        <p:spPr>
          <a:xfrm>
            <a:off x="8093710" y="2880360"/>
            <a:ext cx="726440" cy="256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452">
            <a:extLst>
              <a:ext uri="{FF2B5EF4-FFF2-40B4-BE49-F238E27FC236}">
                <a16:creationId xmlns:a16="http://schemas.microsoft.com/office/drawing/2014/main" id="{294D8093-3BF1-4B8E-AACB-8758EF2F809B}"/>
              </a:ext>
            </a:extLst>
          </p:cNvPr>
          <p:cNvCxnSpPr>
            <a:cxnSpLocks/>
          </p:cNvCxnSpPr>
          <p:nvPr/>
        </p:nvCxnSpPr>
        <p:spPr>
          <a:xfrm>
            <a:off x="6419850" y="8693150"/>
            <a:ext cx="0" cy="1111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969B4A5F-AE32-4221-88DC-EE042489A545}"/>
              </a:ext>
            </a:extLst>
          </p:cNvPr>
          <p:cNvCxnSpPr>
            <a:cxnSpLocks/>
          </p:cNvCxnSpPr>
          <p:nvPr/>
        </p:nvCxnSpPr>
        <p:spPr>
          <a:xfrm flipH="1" flipV="1">
            <a:off x="2419350" y="9099551"/>
            <a:ext cx="228600" cy="107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13C78496-CF52-4652-87B3-96EBA1D5E159}"/>
              </a:ext>
            </a:extLst>
          </p:cNvPr>
          <p:cNvCxnSpPr>
            <a:cxnSpLocks/>
          </p:cNvCxnSpPr>
          <p:nvPr/>
        </p:nvCxnSpPr>
        <p:spPr>
          <a:xfrm flipV="1">
            <a:off x="1262380" y="8890000"/>
            <a:ext cx="1270" cy="311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2FD7A409-54E6-4992-A8BF-10B946C59C74}"/>
              </a:ext>
            </a:extLst>
          </p:cNvPr>
          <p:cNvCxnSpPr>
            <a:cxnSpLocks/>
          </p:cNvCxnSpPr>
          <p:nvPr/>
        </p:nvCxnSpPr>
        <p:spPr>
          <a:xfrm flipH="1" flipV="1">
            <a:off x="1249680" y="9192262"/>
            <a:ext cx="737870" cy="3073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646D4E6D-DD58-4CD1-BC57-D437F0DC2400}"/>
              </a:ext>
            </a:extLst>
          </p:cNvPr>
          <p:cNvCxnSpPr>
            <a:cxnSpLocks/>
          </p:cNvCxnSpPr>
          <p:nvPr/>
        </p:nvCxnSpPr>
        <p:spPr>
          <a:xfrm flipV="1">
            <a:off x="2221230" y="9194800"/>
            <a:ext cx="0" cy="171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7B36DCCD-2B7E-42BA-B419-9D5146057122}"/>
              </a:ext>
            </a:extLst>
          </p:cNvPr>
          <p:cNvCxnSpPr>
            <a:cxnSpLocks/>
          </p:cNvCxnSpPr>
          <p:nvPr/>
        </p:nvCxnSpPr>
        <p:spPr>
          <a:xfrm flipV="1">
            <a:off x="1974850" y="8635683"/>
            <a:ext cx="213360" cy="106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C6529101-3A4D-4D3E-84AB-D908818DA0EA}"/>
              </a:ext>
            </a:extLst>
          </p:cNvPr>
          <p:cNvCxnSpPr>
            <a:cxnSpLocks/>
          </p:cNvCxnSpPr>
          <p:nvPr/>
        </p:nvCxnSpPr>
        <p:spPr>
          <a:xfrm flipV="1">
            <a:off x="1011873" y="57073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CE744097-60AA-4377-8556-DD0D56A8C9F2}"/>
              </a:ext>
            </a:extLst>
          </p:cNvPr>
          <p:cNvCxnSpPr>
            <a:cxnSpLocks/>
          </p:cNvCxnSpPr>
          <p:nvPr/>
        </p:nvCxnSpPr>
        <p:spPr>
          <a:xfrm>
            <a:off x="1253490" y="535559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823B5CD1-CB6B-40F5-A6DC-3FC274216824}"/>
              </a:ext>
            </a:extLst>
          </p:cNvPr>
          <p:cNvCxnSpPr>
            <a:cxnSpLocks/>
          </p:cNvCxnSpPr>
          <p:nvPr/>
        </p:nvCxnSpPr>
        <p:spPr>
          <a:xfrm flipV="1">
            <a:off x="1202373" y="54279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AF42E229-C61A-45FC-A228-C870CCDFC05A}"/>
              </a:ext>
            </a:extLst>
          </p:cNvPr>
          <p:cNvCxnSpPr>
            <a:cxnSpLocks/>
          </p:cNvCxnSpPr>
          <p:nvPr/>
        </p:nvCxnSpPr>
        <p:spPr>
          <a:xfrm flipV="1">
            <a:off x="1216660" y="550291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452">
            <a:extLst>
              <a:ext uri="{FF2B5EF4-FFF2-40B4-BE49-F238E27FC236}">
                <a16:creationId xmlns:a16="http://schemas.microsoft.com/office/drawing/2014/main" id="{D49C9FE7-868E-4D97-8A8B-B066BDECD0F3}"/>
              </a:ext>
            </a:extLst>
          </p:cNvPr>
          <p:cNvCxnSpPr>
            <a:cxnSpLocks/>
          </p:cNvCxnSpPr>
          <p:nvPr/>
        </p:nvCxnSpPr>
        <p:spPr>
          <a:xfrm flipV="1">
            <a:off x="775653" y="377571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8AA5CBFE-9FA4-4720-BA58-59F137149D12}"/>
              </a:ext>
            </a:extLst>
          </p:cNvPr>
          <p:cNvCxnSpPr>
            <a:cxnSpLocks/>
          </p:cNvCxnSpPr>
          <p:nvPr/>
        </p:nvCxnSpPr>
        <p:spPr>
          <a:xfrm flipV="1">
            <a:off x="775970" y="2667000"/>
            <a:ext cx="252730" cy="1003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807EBF83-64BB-4F6E-A8EB-F8548DB88A3E}"/>
              </a:ext>
            </a:extLst>
          </p:cNvPr>
          <p:cNvCxnSpPr>
            <a:cxnSpLocks/>
          </p:cNvCxnSpPr>
          <p:nvPr/>
        </p:nvCxnSpPr>
        <p:spPr>
          <a:xfrm flipV="1">
            <a:off x="762000" y="259334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2DE8C425-5268-42A3-993E-995A4A511851}"/>
              </a:ext>
            </a:extLst>
          </p:cNvPr>
          <p:cNvCxnSpPr>
            <a:cxnSpLocks/>
          </p:cNvCxnSpPr>
          <p:nvPr/>
        </p:nvCxnSpPr>
        <p:spPr>
          <a:xfrm>
            <a:off x="534670" y="2506980"/>
            <a:ext cx="265430" cy="1155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FF97BBA3-F61D-4EF7-AE55-A284EB7EBB82}"/>
              </a:ext>
            </a:extLst>
          </p:cNvPr>
          <p:cNvCxnSpPr>
            <a:cxnSpLocks/>
          </p:cNvCxnSpPr>
          <p:nvPr/>
        </p:nvCxnSpPr>
        <p:spPr>
          <a:xfrm flipV="1">
            <a:off x="547053" y="241046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67342DEC-AA10-4C80-932A-A2D0AAB571BF}"/>
              </a:ext>
            </a:extLst>
          </p:cNvPr>
          <p:cNvCxnSpPr>
            <a:cxnSpLocks/>
          </p:cNvCxnSpPr>
          <p:nvPr/>
        </p:nvCxnSpPr>
        <p:spPr>
          <a:xfrm flipV="1">
            <a:off x="1977073" y="29413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15F06EB-3B51-452E-8728-7CB9DA6B7048}"/>
              </a:ext>
            </a:extLst>
          </p:cNvPr>
          <p:cNvCxnSpPr>
            <a:cxnSpLocks/>
          </p:cNvCxnSpPr>
          <p:nvPr/>
        </p:nvCxnSpPr>
        <p:spPr>
          <a:xfrm flipH="1">
            <a:off x="2203450" y="4794250"/>
            <a:ext cx="469900" cy="171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F98BB5CF-D12F-4A1A-A0D7-DE75CE1D3ABF}"/>
              </a:ext>
            </a:extLst>
          </p:cNvPr>
          <p:cNvCxnSpPr>
            <a:cxnSpLocks/>
          </p:cNvCxnSpPr>
          <p:nvPr/>
        </p:nvCxnSpPr>
        <p:spPr>
          <a:xfrm>
            <a:off x="4288790" y="3053080"/>
            <a:ext cx="740410" cy="24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6830AEAC-99E6-4ABF-8D4D-44D1A2571AE0}"/>
              </a:ext>
            </a:extLst>
          </p:cNvPr>
          <p:cNvCxnSpPr>
            <a:cxnSpLocks/>
          </p:cNvCxnSpPr>
          <p:nvPr/>
        </p:nvCxnSpPr>
        <p:spPr>
          <a:xfrm flipV="1">
            <a:off x="4991100" y="2794000"/>
            <a:ext cx="1454150" cy="5207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637A04C0-FBFB-459D-81B9-5E673FA74DAF}"/>
              </a:ext>
            </a:extLst>
          </p:cNvPr>
          <p:cNvCxnSpPr>
            <a:cxnSpLocks/>
          </p:cNvCxnSpPr>
          <p:nvPr/>
        </p:nvCxnSpPr>
        <p:spPr>
          <a:xfrm flipV="1">
            <a:off x="1263650" y="4333240"/>
            <a:ext cx="207010" cy="990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7D657815-E29B-4F5F-BA35-90D8374BE6D2}"/>
              </a:ext>
            </a:extLst>
          </p:cNvPr>
          <p:cNvCxnSpPr>
            <a:cxnSpLocks/>
          </p:cNvCxnSpPr>
          <p:nvPr/>
        </p:nvCxnSpPr>
        <p:spPr>
          <a:xfrm flipV="1">
            <a:off x="1013460" y="3813810"/>
            <a:ext cx="0" cy="3454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E5A33E9E-D984-431B-8ABC-CE0565E5A068}"/>
              </a:ext>
            </a:extLst>
          </p:cNvPr>
          <p:cNvCxnSpPr>
            <a:cxnSpLocks/>
          </p:cNvCxnSpPr>
          <p:nvPr/>
        </p:nvCxnSpPr>
        <p:spPr>
          <a:xfrm flipV="1">
            <a:off x="1007110" y="4330700"/>
            <a:ext cx="0" cy="2095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452">
            <a:extLst>
              <a:ext uri="{FF2B5EF4-FFF2-40B4-BE49-F238E27FC236}">
                <a16:creationId xmlns:a16="http://schemas.microsoft.com/office/drawing/2014/main" id="{752A84C8-C3BD-4C55-85C5-50FF8DE1E260}"/>
              </a:ext>
            </a:extLst>
          </p:cNvPr>
          <p:cNvCxnSpPr>
            <a:cxnSpLocks/>
          </p:cNvCxnSpPr>
          <p:nvPr/>
        </p:nvCxnSpPr>
        <p:spPr>
          <a:xfrm flipV="1">
            <a:off x="1955800" y="5810250"/>
            <a:ext cx="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452">
            <a:extLst>
              <a:ext uri="{FF2B5EF4-FFF2-40B4-BE49-F238E27FC236}">
                <a16:creationId xmlns:a16="http://schemas.microsoft.com/office/drawing/2014/main" id="{C567393E-A3B4-4F02-B4FE-88B4DB79CFF9}"/>
              </a:ext>
            </a:extLst>
          </p:cNvPr>
          <p:cNvCxnSpPr>
            <a:cxnSpLocks/>
          </p:cNvCxnSpPr>
          <p:nvPr/>
        </p:nvCxnSpPr>
        <p:spPr>
          <a:xfrm flipV="1">
            <a:off x="3151823" y="59613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452">
            <a:extLst>
              <a:ext uri="{FF2B5EF4-FFF2-40B4-BE49-F238E27FC236}">
                <a16:creationId xmlns:a16="http://schemas.microsoft.com/office/drawing/2014/main" id="{BAA900D7-66AD-4433-948D-8ACF571C58C8}"/>
              </a:ext>
            </a:extLst>
          </p:cNvPr>
          <p:cNvCxnSpPr>
            <a:cxnSpLocks/>
          </p:cNvCxnSpPr>
          <p:nvPr/>
        </p:nvCxnSpPr>
        <p:spPr>
          <a:xfrm flipH="1">
            <a:off x="1250950" y="8642350"/>
            <a:ext cx="469900" cy="2159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452">
            <a:extLst>
              <a:ext uri="{FF2B5EF4-FFF2-40B4-BE49-F238E27FC236}">
                <a16:creationId xmlns:a16="http://schemas.microsoft.com/office/drawing/2014/main" id="{FCD747ED-8F8B-4AC4-9D37-DC49ECCDD7A9}"/>
              </a:ext>
            </a:extLst>
          </p:cNvPr>
          <p:cNvCxnSpPr>
            <a:cxnSpLocks/>
          </p:cNvCxnSpPr>
          <p:nvPr/>
        </p:nvCxnSpPr>
        <p:spPr>
          <a:xfrm>
            <a:off x="1742440" y="57302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452">
            <a:extLst>
              <a:ext uri="{FF2B5EF4-FFF2-40B4-BE49-F238E27FC236}">
                <a16:creationId xmlns:a16="http://schemas.microsoft.com/office/drawing/2014/main" id="{86FDE0AA-B5BE-4AD9-81E5-B61CA00D2572}"/>
              </a:ext>
            </a:extLst>
          </p:cNvPr>
          <p:cNvCxnSpPr>
            <a:cxnSpLocks/>
          </p:cNvCxnSpPr>
          <p:nvPr/>
        </p:nvCxnSpPr>
        <p:spPr>
          <a:xfrm flipV="1">
            <a:off x="1723390" y="5713730"/>
            <a:ext cx="0" cy="2171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452">
            <a:extLst>
              <a:ext uri="{FF2B5EF4-FFF2-40B4-BE49-F238E27FC236}">
                <a16:creationId xmlns:a16="http://schemas.microsoft.com/office/drawing/2014/main" id="{609FE900-13FB-473F-8EC7-08A234733FBF}"/>
              </a:ext>
            </a:extLst>
          </p:cNvPr>
          <p:cNvCxnSpPr>
            <a:cxnSpLocks/>
          </p:cNvCxnSpPr>
          <p:nvPr/>
        </p:nvCxnSpPr>
        <p:spPr>
          <a:xfrm flipV="1">
            <a:off x="1475423" y="589153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452">
            <a:extLst>
              <a:ext uri="{FF2B5EF4-FFF2-40B4-BE49-F238E27FC236}">
                <a16:creationId xmlns:a16="http://schemas.microsoft.com/office/drawing/2014/main" id="{5715CFB1-2B5E-450B-ACE3-E9C2381DA677}"/>
              </a:ext>
            </a:extLst>
          </p:cNvPr>
          <p:cNvCxnSpPr>
            <a:cxnSpLocks/>
          </p:cNvCxnSpPr>
          <p:nvPr/>
        </p:nvCxnSpPr>
        <p:spPr>
          <a:xfrm>
            <a:off x="1493520" y="450723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452">
            <a:extLst>
              <a:ext uri="{FF2B5EF4-FFF2-40B4-BE49-F238E27FC236}">
                <a16:creationId xmlns:a16="http://schemas.microsoft.com/office/drawing/2014/main" id="{67C7B991-102C-406F-A5A4-73E53C6B7B05}"/>
              </a:ext>
            </a:extLst>
          </p:cNvPr>
          <p:cNvCxnSpPr>
            <a:cxnSpLocks/>
          </p:cNvCxnSpPr>
          <p:nvPr/>
        </p:nvCxnSpPr>
        <p:spPr>
          <a:xfrm flipV="1">
            <a:off x="1493520" y="4330700"/>
            <a:ext cx="0" cy="146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452">
            <a:extLst>
              <a:ext uri="{FF2B5EF4-FFF2-40B4-BE49-F238E27FC236}">
                <a16:creationId xmlns:a16="http://schemas.microsoft.com/office/drawing/2014/main" id="{054F0710-9F63-409D-A384-60BDA2D6C4D5}"/>
              </a:ext>
            </a:extLst>
          </p:cNvPr>
          <p:cNvCxnSpPr>
            <a:cxnSpLocks/>
          </p:cNvCxnSpPr>
          <p:nvPr/>
        </p:nvCxnSpPr>
        <p:spPr>
          <a:xfrm>
            <a:off x="1499870" y="48818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452">
            <a:extLst>
              <a:ext uri="{FF2B5EF4-FFF2-40B4-BE49-F238E27FC236}">
                <a16:creationId xmlns:a16="http://schemas.microsoft.com/office/drawing/2014/main" id="{827FE4EB-7A01-4D8E-9E70-421E86F38409}"/>
              </a:ext>
            </a:extLst>
          </p:cNvPr>
          <p:cNvCxnSpPr>
            <a:cxnSpLocks/>
          </p:cNvCxnSpPr>
          <p:nvPr/>
        </p:nvCxnSpPr>
        <p:spPr>
          <a:xfrm flipV="1">
            <a:off x="1454150" y="49898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452">
            <a:extLst>
              <a:ext uri="{FF2B5EF4-FFF2-40B4-BE49-F238E27FC236}">
                <a16:creationId xmlns:a16="http://schemas.microsoft.com/office/drawing/2014/main" id="{16C6266F-61B0-4E7A-A04D-96270C6EC4BC}"/>
              </a:ext>
            </a:extLst>
          </p:cNvPr>
          <p:cNvCxnSpPr>
            <a:cxnSpLocks/>
          </p:cNvCxnSpPr>
          <p:nvPr/>
        </p:nvCxnSpPr>
        <p:spPr>
          <a:xfrm>
            <a:off x="1445260" y="510540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452">
            <a:extLst>
              <a:ext uri="{FF2B5EF4-FFF2-40B4-BE49-F238E27FC236}">
                <a16:creationId xmlns:a16="http://schemas.microsoft.com/office/drawing/2014/main" id="{13D8D7C6-0B91-4D6A-93BD-B9F6489FBA84}"/>
              </a:ext>
            </a:extLst>
          </p:cNvPr>
          <p:cNvCxnSpPr>
            <a:cxnSpLocks/>
          </p:cNvCxnSpPr>
          <p:nvPr/>
        </p:nvCxnSpPr>
        <p:spPr>
          <a:xfrm flipV="1">
            <a:off x="1447800" y="51676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452">
            <a:extLst>
              <a:ext uri="{FF2B5EF4-FFF2-40B4-BE49-F238E27FC236}">
                <a16:creationId xmlns:a16="http://schemas.microsoft.com/office/drawing/2014/main" id="{F41624CE-2FC5-4CBC-9C6A-4AC8669FD291}"/>
              </a:ext>
            </a:extLst>
          </p:cNvPr>
          <p:cNvCxnSpPr>
            <a:cxnSpLocks/>
          </p:cNvCxnSpPr>
          <p:nvPr/>
        </p:nvCxnSpPr>
        <p:spPr>
          <a:xfrm>
            <a:off x="1678940" y="5157470"/>
            <a:ext cx="51816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452">
            <a:extLst>
              <a:ext uri="{FF2B5EF4-FFF2-40B4-BE49-F238E27FC236}">
                <a16:creationId xmlns:a16="http://schemas.microsoft.com/office/drawing/2014/main" id="{912F4C00-EC76-4FDB-ABEE-CB2054C7A090}"/>
              </a:ext>
            </a:extLst>
          </p:cNvPr>
          <p:cNvCxnSpPr>
            <a:cxnSpLocks/>
          </p:cNvCxnSpPr>
          <p:nvPr/>
        </p:nvCxnSpPr>
        <p:spPr>
          <a:xfrm flipV="1">
            <a:off x="2213610" y="5349240"/>
            <a:ext cx="0" cy="181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452">
            <a:extLst>
              <a:ext uri="{FF2B5EF4-FFF2-40B4-BE49-F238E27FC236}">
                <a16:creationId xmlns:a16="http://schemas.microsoft.com/office/drawing/2014/main" id="{01AAF733-370D-4259-9EA9-7819EBE05581}"/>
              </a:ext>
            </a:extLst>
          </p:cNvPr>
          <p:cNvCxnSpPr>
            <a:cxnSpLocks/>
          </p:cNvCxnSpPr>
          <p:nvPr/>
        </p:nvCxnSpPr>
        <p:spPr>
          <a:xfrm>
            <a:off x="807720" y="24206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452">
            <a:extLst>
              <a:ext uri="{FF2B5EF4-FFF2-40B4-BE49-F238E27FC236}">
                <a16:creationId xmlns:a16="http://schemas.microsoft.com/office/drawing/2014/main" id="{7D3BD7BD-967F-4C6B-B7C1-834AD3E9B0D2}"/>
              </a:ext>
            </a:extLst>
          </p:cNvPr>
          <p:cNvCxnSpPr>
            <a:cxnSpLocks/>
          </p:cNvCxnSpPr>
          <p:nvPr/>
        </p:nvCxnSpPr>
        <p:spPr>
          <a:xfrm>
            <a:off x="1019810" y="2319020"/>
            <a:ext cx="0" cy="2019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452">
            <a:extLst>
              <a:ext uri="{FF2B5EF4-FFF2-40B4-BE49-F238E27FC236}">
                <a16:creationId xmlns:a16="http://schemas.microsoft.com/office/drawing/2014/main" id="{16F24BAF-73D2-462A-8A26-F8D437E50F75}"/>
              </a:ext>
            </a:extLst>
          </p:cNvPr>
          <p:cNvCxnSpPr>
            <a:cxnSpLocks/>
          </p:cNvCxnSpPr>
          <p:nvPr/>
        </p:nvCxnSpPr>
        <p:spPr>
          <a:xfrm flipV="1">
            <a:off x="1479550" y="24028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F2CDC855-4B0C-4B59-B1E2-C81B56403D95}"/>
              </a:ext>
            </a:extLst>
          </p:cNvPr>
          <p:cNvCxnSpPr>
            <a:cxnSpLocks/>
          </p:cNvCxnSpPr>
          <p:nvPr/>
        </p:nvCxnSpPr>
        <p:spPr>
          <a:xfrm>
            <a:off x="1512570" y="249047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452">
            <a:extLst>
              <a:ext uri="{FF2B5EF4-FFF2-40B4-BE49-F238E27FC236}">
                <a16:creationId xmlns:a16="http://schemas.microsoft.com/office/drawing/2014/main" id="{CD5B4984-0F15-40C9-AA63-57D6FF22C6B5}"/>
              </a:ext>
            </a:extLst>
          </p:cNvPr>
          <p:cNvCxnSpPr>
            <a:cxnSpLocks/>
          </p:cNvCxnSpPr>
          <p:nvPr/>
        </p:nvCxnSpPr>
        <p:spPr>
          <a:xfrm>
            <a:off x="1049020" y="21412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AA56DB20-87EA-48B4-AC93-06E537FB77DD}"/>
              </a:ext>
            </a:extLst>
          </p:cNvPr>
          <p:cNvCxnSpPr>
            <a:cxnSpLocks/>
          </p:cNvCxnSpPr>
          <p:nvPr/>
        </p:nvCxnSpPr>
        <p:spPr>
          <a:xfrm flipV="1">
            <a:off x="1258570" y="208661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452">
            <a:extLst>
              <a:ext uri="{FF2B5EF4-FFF2-40B4-BE49-F238E27FC236}">
                <a16:creationId xmlns:a16="http://schemas.microsoft.com/office/drawing/2014/main" id="{B887E5B9-7D15-4EF0-9C27-37B533321F8C}"/>
              </a:ext>
            </a:extLst>
          </p:cNvPr>
          <p:cNvCxnSpPr>
            <a:cxnSpLocks/>
          </p:cNvCxnSpPr>
          <p:nvPr/>
        </p:nvCxnSpPr>
        <p:spPr>
          <a:xfrm flipV="1">
            <a:off x="1257300" y="19583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452">
            <a:extLst>
              <a:ext uri="{FF2B5EF4-FFF2-40B4-BE49-F238E27FC236}">
                <a16:creationId xmlns:a16="http://schemas.microsoft.com/office/drawing/2014/main" id="{4AD2E9DA-D94E-49D0-9A60-53B35F8E03CD}"/>
              </a:ext>
            </a:extLst>
          </p:cNvPr>
          <p:cNvCxnSpPr>
            <a:cxnSpLocks/>
          </p:cNvCxnSpPr>
          <p:nvPr/>
        </p:nvCxnSpPr>
        <p:spPr>
          <a:xfrm flipV="1">
            <a:off x="1026160" y="3009900"/>
            <a:ext cx="485140" cy="204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452">
            <a:extLst>
              <a:ext uri="{FF2B5EF4-FFF2-40B4-BE49-F238E27FC236}">
                <a16:creationId xmlns:a16="http://schemas.microsoft.com/office/drawing/2014/main" id="{46959510-87BB-44D4-ABCA-40DA0D7E8C67}"/>
              </a:ext>
            </a:extLst>
          </p:cNvPr>
          <p:cNvCxnSpPr>
            <a:cxnSpLocks/>
          </p:cNvCxnSpPr>
          <p:nvPr/>
        </p:nvCxnSpPr>
        <p:spPr>
          <a:xfrm>
            <a:off x="1277620" y="2964180"/>
            <a:ext cx="240030" cy="647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452">
            <a:extLst>
              <a:ext uri="{FF2B5EF4-FFF2-40B4-BE49-F238E27FC236}">
                <a16:creationId xmlns:a16="http://schemas.microsoft.com/office/drawing/2014/main" id="{3CE309F7-58FC-498B-8D41-42D55B665F4C}"/>
              </a:ext>
            </a:extLst>
          </p:cNvPr>
          <p:cNvCxnSpPr>
            <a:cxnSpLocks/>
          </p:cNvCxnSpPr>
          <p:nvPr/>
        </p:nvCxnSpPr>
        <p:spPr>
          <a:xfrm flipV="1">
            <a:off x="1022350" y="29324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452">
            <a:extLst>
              <a:ext uri="{FF2B5EF4-FFF2-40B4-BE49-F238E27FC236}">
                <a16:creationId xmlns:a16="http://schemas.microsoft.com/office/drawing/2014/main" id="{0B22AD0C-BCB7-49F7-BB6C-C0A19E651FDA}"/>
              </a:ext>
            </a:extLst>
          </p:cNvPr>
          <p:cNvCxnSpPr>
            <a:cxnSpLocks/>
          </p:cNvCxnSpPr>
          <p:nvPr/>
        </p:nvCxnSpPr>
        <p:spPr>
          <a:xfrm>
            <a:off x="1019810" y="285115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E99EA97E-2C62-4659-9C62-F9B9B5659FE1}"/>
              </a:ext>
            </a:extLst>
          </p:cNvPr>
          <p:cNvCxnSpPr>
            <a:cxnSpLocks/>
          </p:cNvCxnSpPr>
          <p:nvPr/>
        </p:nvCxnSpPr>
        <p:spPr>
          <a:xfrm flipV="1">
            <a:off x="1028700" y="274828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83668CA0-1B04-4233-84D1-795FD73D1513}"/>
              </a:ext>
            </a:extLst>
          </p:cNvPr>
          <p:cNvCxnSpPr>
            <a:cxnSpLocks/>
          </p:cNvCxnSpPr>
          <p:nvPr/>
        </p:nvCxnSpPr>
        <p:spPr>
          <a:xfrm>
            <a:off x="1010920" y="2665730"/>
            <a:ext cx="24638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DCDDD889-0E52-4569-9F74-11700ADFC4B2}"/>
              </a:ext>
            </a:extLst>
          </p:cNvPr>
          <p:cNvCxnSpPr>
            <a:cxnSpLocks/>
          </p:cNvCxnSpPr>
          <p:nvPr/>
        </p:nvCxnSpPr>
        <p:spPr>
          <a:xfrm flipV="1">
            <a:off x="1028700" y="40500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A8C2A2BE-D248-47B8-91EE-989E2707803F}"/>
              </a:ext>
            </a:extLst>
          </p:cNvPr>
          <p:cNvCxnSpPr>
            <a:cxnSpLocks/>
          </p:cNvCxnSpPr>
          <p:nvPr/>
        </p:nvCxnSpPr>
        <p:spPr>
          <a:xfrm flipV="1">
            <a:off x="1261110" y="4022090"/>
            <a:ext cx="0" cy="4229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452">
            <a:extLst>
              <a:ext uri="{FF2B5EF4-FFF2-40B4-BE49-F238E27FC236}">
                <a16:creationId xmlns:a16="http://schemas.microsoft.com/office/drawing/2014/main" id="{E0E40C51-7E4B-4BA2-9C29-465D566E362F}"/>
              </a:ext>
            </a:extLst>
          </p:cNvPr>
          <p:cNvCxnSpPr>
            <a:cxnSpLocks/>
          </p:cNvCxnSpPr>
          <p:nvPr/>
        </p:nvCxnSpPr>
        <p:spPr>
          <a:xfrm flipV="1">
            <a:off x="1731010" y="4583430"/>
            <a:ext cx="0" cy="1917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452">
            <a:extLst>
              <a:ext uri="{FF2B5EF4-FFF2-40B4-BE49-F238E27FC236}">
                <a16:creationId xmlns:a16="http://schemas.microsoft.com/office/drawing/2014/main" id="{577DB2EA-B623-43B0-B894-653AB75B6E11}"/>
              </a:ext>
            </a:extLst>
          </p:cNvPr>
          <p:cNvCxnSpPr>
            <a:cxnSpLocks/>
          </p:cNvCxnSpPr>
          <p:nvPr/>
        </p:nvCxnSpPr>
        <p:spPr>
          <a:xfrm>
            <a:off x="2222500" y="3689350"/>
            <a:ext cx="435610" cy="177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452">
            <a:extLst>
              <a:ext uri="{FF2B5EF4-FFF2-40B4-BE49-F238E27FC236}">
                <a16:creationId xmlns:a16="http://schemas.microsoft.com/office/drawing/2014/main" id="{5458E992-8848-4F68-8B1A-8A5EFD151507}"/>
              </a:ext>
            </a:extLst>
          </p:cNvPr>
          <p:cNvCxnSpPr>
            <a:cxnSpLocks/>
          </p:cNvCxnSpPr>
          <p:nvPr/>
        </p:nvCxnSpPr>
        <p:spPr>
          <a:xfrm flipV="1">
            <a:off x="1720850" y="3681730"/>
            <a:ext cx="500380" cy="204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452">
            <a:extLst>
              <a:ext uri="{FF2B5EF4-FFF2-40B4-BE49-F238E27FC236}">
                <a16:creationId xmlns:a16="http://schemas.microsoft.com/office/drawing/2014/main" id="{68603655-328F-4ECA-AE28-8B7FC956BE0D}"/>
              </a:ext>
            </a:extLst>
          </p:cNvPr>
          <p:cNvCxnSpPr>
            <a:cxnSpLocks/>
          </p:cNvCxnSpPr>
          <p:nvPr/>
        </p:nvCxnSpPr>
        <p:spPr>
          <a:xfrm>
            <a:off x="1009650" y="3600450"/>
            <a:ext cx="734060" cy="2857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452">
            <a:extLst>
              <a:ext uri="{FF2B5EF4-FFF2-40B4-BE49-F238E27FC236}">
                <a16:creationId xmlns:a16="http://schemas.microsoft.com/office/drawing/2014/main" id="{8C8FD28C-72A5-4121-814A-6BE15B39AA02}"/>
              </a:ext>
            </a:extLst>
          </p:cNvPr>
          <p:cNvCxnSpPr>
            <a:cxnSpLocks/>
          </p:cNvCxnSpPr>
          <p:nvPr/>
        </p:nvCxnSpPr>
        <p:spPr>
          <a:xfrm flipV="1">
            <a:off x="1978343" y="33045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EB197AD2-BDE8-4C3A-9360-F69BDDF9ACCE}"/>
              </a:ext>
            </a:extLst>
          </p:cNvPr>
          <p:cNvCxnSpPr>
            <a:cxnSpLocks/>
          </p:cNvCxnSpPr>
          <p:nvPr/>
        </p:nvCxnSpPr>
        <p:spPr>
          <a:xfrm>
            <a:off x="1701800" y="3308350"/>
            <a:ext cx="28575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F1833998-D722-4FC9-A070-B439AD06F00E}"/>
              </a:ext>
            </a:extLst>
          </p:cNvPr>
          <p:cNvCxnSpPr>
            <a:cxnSpLocks/>
          </p:cNvCxnSpPr>
          <p:nvPr/>
        </p:nvCxnSpPr>
        <p:spPr>
          <a:xfrm flipV="1">
            <a:off x="1476693" y="33108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452">
            <a:extLst>
              <a:ext uri="{FF2B5EF4-FFF2-40B4-BE49-F238E27FC236}">
                <a16:creationId xmlns:a16="http://schemas.microsoft.com/office/drawing/2014/main" id="{1086ABB0-52C0-4F1A-AD9A-AA9A9EAD9EA9}"/>
              </a:ext>
            </a:extLst>
          </p:cNvPr>
          <p:cNvCxnSpPr>
            <a:cxnSpLocks/>
          </p:cNvCxnSpPr>
          <p:nvPr/>
        </p:nvCxnSpPr>
        <p:spPr>
          <a:xfrm>
            <a:off x="1258570" y="33248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452">
            <a:extLst>
              <a:ext uri="{FF2B5EF4-FFF2-40B4-BE49-F238E27FC236}">
                <a16:creationId xmlns:a16="http://schemas.microsoft.com/office/drawing/2014/main" id="{D75C29D8-BDF4-4055-8142-11081EEF4A28}"/>
              </a:ext>
            </a:extLst>
          </p:cNvPr>
          <p:cNvCxnSpPr>
            <a:cxnSpLocks/>
          </p:cNvCxnSpPr>
          <p:nvPr/>
        </p:nvCxnSpPr>
        <p:spPr>
          <a:xfrm>
            <a:off x="1245870" y="33312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452">
            <a:extLst>
              <a:ext uri="{FF2B5EF4-FFF2-40B4-BE49-F238E27FC236}">
                <a16:creationId xmlns:a16="http://schemas.microsoft.com/office/drawing/2014/main" id="{0EEE3F18-6FCC-4AC8-98AB-111C913267D3}"/>
              </a:ext>
            </a:extLst>
          </p:cNvPr>
          <p:cNvCxnSpPr>
            <a:cxnSpLocks/>
          </p:cNvCxnSpPr>
          <p:nvPr/>
        </p:nvCxnSpPr>
        <p:spPr>
          <a:xfrm>
            <a:off x="1277620" y="35153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0FD8DB66-695C-4671-A103-7C0CFEFE3054}"/>
              </a:ext>
            </a:extLst>
          </p:cNvPr>
          <p:cNvCxnSpPr>
            <a:cxnSpLocks/>
          </p:cNvCxnSpPr>
          <p:nvPr/>
        </p:nvCxnSpPr>
        <p:spPr>
          <a:xfrm flipV="1">
            <a:off x="1495743" y="34950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452">
            <a:extLst>
              <a:ext uri="{FF2B5EF4-FFF2-40B4-BE49-F238E27FC236}">
                <a16:creationId xmlns:a16="http://schemas.microsoft.com/office/drawing/2014/main" id="{4AEC0111-5A75-47F5-9945-328882DB6548}"/>
              </a:ext>
            </a:extLst>
          </p:cNvPr>
          <p:cNvCxnSpPr>
            <a:cxnSpLocks/>
          </p:cNvCxnSpPr>
          <p:nvPr/>
        </p:nvCxnSpPr>
        <p:spPr>
          <a:xfrm>
            <a:off x="1722120" y="34836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D121CF97-738A-43A0-8FE0-761F0D9C9E5A}"/>
              </a:ext>
            </a:extLst>
          </p:cNvPr>
          <p:cNvCxnSpPr>
            <a:cxnSpLocks/>
          </p:cNvCxnSpPr>
          <p:nvPr/>
        </p:nvCxnSpPr>
        <p:spPr>
          <a:xfrm flipV="1">
            <a:off x="1711643" y="3511550"/>
            <a:ext cx="504507" cy="207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9D51E00C-3D94-4505-9FCC-3D30FB4F9715}"/>
              </a:ext>
            </a:extLst>
          </p:cNvPr>
          <p:cNvCxnSpPr>
            <a:cxnSpLocks/>
          </p:cNvCxnSpPr>
          <p:nvPr/>
        </p:nvCxnSpPr>
        <p:spPr>
          <a:xfrm>
            <a:off x="2197100" y="3511550"/>
            <a:ext cx="28575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452">
            <a:extLst>
              <a:ext uri="{FF2B5EF4-FFF2-40B4-BE49-F238E27FC236}">
                <a16:creationId xmlns:a16="http://schemas.microsoft.com/office/drawing/2014/main" id="{B3E9ACB5-1B82-4853-A353-97AC3C14B38C}"/>
              </a:ext>
            </a:extLst>
          </p:cNvPr>
          <p:cNvCxnSpPr>
            <a:cxnSpLocks/>
          </p:cNvCxnSpPr>
          <p:nvPr/>
        </p:nvCxnSpPr>
        <p:spPr>
          <a:xfrm flipV="1">
            <a:off x="2451100" y="3238500"/>
            <a:ext cx="0" cy="400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3308C2C6-6F87-4E18-BB4D-637074D917AC}"/>
              </a:ext>
            </a:extLst>
          </p:cNvPr>
          <p:cNvCxnSpPr>
            <a:cxnSpLocks/>
          </p:cNvCxnSpPr>
          <p:nvPr/>
        </p:nvCxnSpPr>
        <p:spPr>
          <a:xfrm>
            <a:off x="2406650" y="3225800"/>
            <a:ext cx="247650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5CCDF559-C5D9-4280-8E59-D1190439742F}"/>
              </a:ext>
            </a:extLst>
          </p:cNvPr>
          <p:cNvCxnSpPr>
            <a:cxnSpLocks/>
          </p:cNvCxnSpPr>
          <p:nvPr/>
        </p:nvCxnSpPr>
        <p:spPr>
          <a:xfrm flipV="1">
            <a:off x="2672080" y="313182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384A0FAF-6819-4C43-A741-B57F8C3ACAAE}"/>
              </a:ext>
            </a:extLst>
          </p:cNvPr>
          <p:cNvCxnSpPr>
            <a:cxnSpLocks/>
          </p:cNvCxnSpPr>
          <p:nvPr/>
        </p:nvCxnSpPr>
        <p:spPr>
          <a:xfrm>
            <a:off x="2471420" y="306451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B822D18D-F91B-4BAB-9088-37F188B99F34}"/>
              </a:ext>
            </a:extLst>
          </p:cNvPr>
          <p:cNvCxnSpPr>
            <a:cxnSpLocks/>
          </p:cNvCxnSpPr>
          <p:nvPr/>
        </p:nvCxnSpPr>
        <p:spPr>
          <a:xfrm flipV="1">
            <a:off x="2907030" y="30518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FEE4962F-B5DC-47F4-B30C-76489F1AC211}"/>
              </a:ext>
            </a:extLst>
          </p:cNvPr>
          <p:cNvCxnSpPr>
            <a:cxnSpLocks/>
          </p:cNvCxnSpPr>
          <p:nvPr/>
        </p:nvCxnSpPr>
        <p:spPr>
          <a:xfrm flipV="1">
            <a:off x="2899093" y="31203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452">
            <a:extLst>
              <a:ext uri="{FF2B5EF4-FFF2-40B4-BE49-F238E27FC236}">
                <a16:creationId xmlns:a16="http://schemas.microsoft.com/office/drawing/2014/main" id="{0B62C3AB-CDE6-4B99-B026-EE95E23F5350}"/>
              </a:ext>
            </a:extLst>
          </p:cNvPr>
          <p:cNvCxnSpPr>
            <a:cxnSpLocks/>
          </p:cNvCxnSpPr>
          <p:nvPr/>
        </p:nvCxnSpPr>
        <p:spPr>
          <a:xfrm flipH="1" flipV="1">
            <a:off x="1720850" y="9188451"/>
            <a:ext cx="228600" cy="107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452">
            <a:extLst>
              <a:ext uri="{FF2B5EF4-FFF2-40B4-BE49-F238E27FC236}">
                <a16:creationId xmlns:a16="http://schemas.microsoft.com/office/drawing/2014/main" id="{90092A4B-334C-4019-ABD9-4ECFC6947148}"/>
              </a:ext>
            </a:extLst>
          </p:cNvPr>
          <p:cNvCxnSpPr>
            <a:cxnSpLocks/>
          </p:cNvCxnSpPr>
          <p:nvPr/>
        </p:nvCxnSpPr>
        <p:spPr>
          <a:xfrm flipV="1">
            <a:off x="1738314" y="8693150"/>
            <a:ext cx="0" cy="5397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452">
            <a:extLst>
              <a:ext uri="{FF2B5EF4-FFF2-40B4-BE49-F238E27FC236}">
                <a16:creationId xmlns:a16="http://schemas.microsoft.com/office/drawing/2014/main" id="{B76500AB-9A8A-4825-98DD-5E985D3F8545}"/>
              </a:ext>
            </a:extLst>
          </p:cNvPr>
          <p:cNvCxnSpPr>
            <a:cxnSpLocks/>
          </p:cNvCxnSpPr>
          <p:nvPr/>
        </p:nvCxnSpPr>
        <p:spPr>
          <a:xfrm flipV="1">
            <a:off x="1987550" y="9392920"/>
            <a:ext cx="213360" cy="106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2" cy="3394075"/>
            <a:chOff x="5009843" y="7275513"/>
            <a:chExt cx="2613332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4799" y="8407400"/>
              <a:ext cx="968376" cy="38576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699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68F1B989-D603-4142-BA16-14747A12A7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5349" y="811530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2D35025-E932-49D4-8D1E-7CE79D13A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0299" y="8026400"/>
              <a:ext cx="444500" cy="1968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D06506D9-3443-4322-8D26-9434534AB51D}"/>
                </a:ext>
              </a:extLst>
            </p:cNvPr>
            <p:cNvCxnSpPr>
              <a:cxnSpLocks/>
            </p:cNvCxnSpPr>
            <p:nvPr/>
          </p:nvCxnSpPr>
          <p:spPr>
            <a:xfrm>
              <a:off x="6657661" y="8024813"/>
              <a:ext cx="0" cy="382587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F77E685C-4D38-4F0B-9EDE-A9C4412C425F}"/>
              </a:ext>
            </a:extLst>
          </p:cNvPr>
          <p:cNvCxnSpPr>
            <a:cxnSpLocks/>
          </p:cNvCxnSpPr>
          <p:nvPr/>
        </p:nvCxnSpPr>
        <p:spPr>
          <a:xfrm>
            <a:off x="6419851" y="7929563"/>
            <a:ext cx="0" cy="73183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452">
            <a:extLst>
              <a:ext uri="{FF2B5EF4-FFF2-40B4-BE49-F238E27FC236}">
                <a16:creationId xmlns:a16="http://schemas.microsoft.com/office/drawing/2014/main" id="{30A17DAA-3C87-4B74-B50F-281C073E3FF8}"/>
              </a:ext>
            </a:extLst>
          </p:cNvPr>
          <p:cNvCxnSpPr>
            <a:cxnSpLocks/>
          </p:cNvCxnSpPr>
          <p:nvPr/>
        </p:nvCxnSpPr>
        <p:spPr>
          <a:xfrm flipH="1">
            <a:off x="6443663" y="7634288"/>
            <a:ext cx="700088" cy="304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E0ABF6CC-AB7B-4AE6-A935-827C9B7542BB}"/>
              </a:ext>
            </a:extLst>
          </p:cNvPr>
          <p:cNvCxnSpPr>
            <a:cxnSpLocks/>
          </p:cNvCxnSpPr>
          <p:nvPr/>
        </p:nvCxnSpPr>
        <p:spPr>
          <a:xfrm flipH="1" flipV="1">
            <a:off x="7143752" y="7639052"/>
            <a:ext cx="695323" cy="27146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3B30D2E0-667F-4E96-AF0B-3F6FCC7CB2B9}"/>
              </a:ext>
            </a:extLst>
          </p:cNvPr>
          <p:cNvCxnSpPr>
            <a:cxnSpLocks/>
          </p:cNvCxnSpPr>
          <p:nvPr/>
        </p:nvCxnSpPr>
        <p:spPr>
          <a:xfrm flipH="1">
            <a:off x="7848603" y="7720013"/>
            <a:ext cx="495297" cy="20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DFD4F2EF-1EDF-44C7-A16E-D4BAA1FACC20}"/>
              </a:ext>
            </a:extLst>
          </p:cNvPr>
          <p:cNvCxnSpPr>
            <a:cxnSpLocks/>
          </p:cNvCxnSpPr>
          <p:nvPr/>
        </p:nvCxnSpPr>
        <p:spPr>
          <a:xfrm>
            <a:off x="8334376" y="7186613"/>
            <a:ext cx="1" cy="5334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47F76BB3-F143-436F-89C1-7422A74D0211}"/>
              </a:ext>
            </a:extLst>
          </p:cNvPr>
          <p:cNvCxnSpPr>
            <a:cxnSpLocks/>
          </p:cNvCxnSpPr>
          <p:nvPr/>
        </p:nvCxnSpPr>
        <p:spPr>
          <a:xfrm flipH="1">
            <a:off x="8329617" y="7077075"/>
            <a:ext cx="252409" cy="11906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2011E6C1-D40C-419C-AE9A-AE75BA11A3AA}"/>
              </a:ext>
            </a:extLst>
          </p:cNvPr>
          <p:cNvCxnSpPr>
            <a:cxnSpLocks/>
          </p:cNvCxnSpPr>
          <p:nvPr/>
        </p:nvCxnSpPr>
        <p:spPr>
          <a:xfrm flipH="1">
            <a:off x="9029700" y="6267450"/>
            <a:ext cx="1638301" cy="628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452">
            <a:extLst>
              <a:ext uri="{FF2B5EF4-FFF2-40B4-BE49-F238E27FC236}">
                <a16:creationId xmlns:a16="http://schemas.microsoft.com/office/drawing/2014/main" id="{5CC3436E-C78D-49D7-BC2B-A817487B9832}"/>
              </a:ext>
            </a:extLst>
          </p:cNvPr>
          <p:cNvCxnSpPr>
            <a:cxnSpLocks/>
          </p:cNvCxnSpPr>
          <p:nvPr/>
        </p:nvCxnSpPr>
        <p:spPr>
          <a:xfrm>
            <a:off x="10691818" y="5343525"/>
            <a:ext cx="0" cy="93345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452">
            <a:extLst>
              <a:ext uri="{FF2B5EF4-FFF2-40B4-BE49-F238E27FC236}">
                <a16:creationId xmlns:a16="http://schemas.microsoft.com/office/drawing/2014/main" id="{E2CB1247-69FA-4704-ADF4-5C756D633AAD}"/>
              </a:ext>
            </a:extLst>
          </p:cNvPr>
          <p:cNvCxnSpPr>
            <a:cxnSpLocks/>
          </p:cNvCxnSpPr>
          <p:nvPr/>
        </p:nvCxnSpPr>
        <p:spPr>
          <a:xfrm>
            <a:off x="9971093" y="6500813"/>
            <a:ext cx="0" cy="438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452">
            <a:extLst>
              <a:ext uri="{FF2B5EF4-FFF2-40B4-BE49-F238E27FC236}">
                <a16:creationId xmlns:a16="http://schemas.microsoft.com/office/drawing/2014/main" id="{3F5B2E2B-225D-4696-872C-A578E71C09C6}"/>
              </a:ext>
            </a:extLst>
          </p:cNvPr>
          <p:cNvCxnSpPr>
            <a:cxnSpLocks/>
          </p:cNvCxnSpPr>
          <p:nvPr/>
        </p:nvCxnSpPr>
        <p:spPr>
          <a:xfrm>
            <a:off x="10445750" y="7632700"/>
            <a:ext cx="958850" cy="368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452">
            <a:extLst>
              <a:ext uri="{FF2B5EF4-FFF2-40B4-BE49-F238E27FC236}">
                <a16:creationId xmlns:a16="http://schemas.microsoft.com/office/drawing/2014/main" id="{F030901D-3083-49CE-9B5E-598608866134}"/>
              </a:ext>
            </a:extLst>
          </p:cNvPr>
          <p:cNvCxnSpPr>
            <a:cxnSpLocks/>
          </p:cNvCxnSpPr>
          <p:nvPr/>
        </p:nvCxnSpPr>
        <p:spPr>
          <a:xfrm flipV="1">
            <a:off x="10439401" y="7996237"/>
            <a:ext cx="947737" cy="37147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452">
            <a:extLst>
              <a:ext uri="{FF2B5EF4-FFF2-40B4-BE49-F238E27FC236}">
                <a16:creationId xmlns:a16="http://schemas.microsoft.com/office/drawing/2014/main" id="{74191ED8-FE03-4E18-86E9-1DFB3BB0F5D1}"/>
              </a:ext>
            </a:extLst>
          </p:cNvPr>
          <p:cNvCxnSpPr>
            <a:cxnSpLocks/>
          </p:cNvCxnSpPr>
          <p:nvPr/>
        </p:nvCxnSpPr>
        <p:spPr>
          <a:xfrm>
            <a:off x="10439406" y="8377238"/>
            <a:ext cx="0" cy="360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21C451B4-FCF5-465A-9CEB-821E173292A4}"/>
              </a:ext>
            </a:extLst>
          </p:cNvPr>
          <p:cNvCxnSpPr>
            <a:cxnSpLocks/>
          </p:cNvCxnSpPr>
          <p:nvPr/>
        </p:nvCxnSpPr>
        <p:spPr>
          <a:xfrm flipV="1">
            <a:off x="10175876" y="87264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95B54286-2E00-4B3F-9355-0D4CD041E214}"/>
              </a:ext>
            </a:extLst>
          </p:cNvPr>
          <p:cNvCxnSpPr>
            <a:cxnSpLocks/>
          </p:cNvCxnSpPr>
          <p:nvPr/>
        </p:nvCxnSpPr>
        <p:spPr>
          <a:xfrm>
            <a:off x="11372850" y="6343649"/>
            <a:ext cx="24765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66273B6B-863A-47F7-803C-CEEBB08276D8}"/>
              </a:ext>
            </a:extLst>
          </p:cNvPr>
          <p:cNvCxnSpPr>
            <a:cxnSpLocks/>
          </p:cNvCxnSpPr>
          <p:nvPr/>
        </p:nvCxnSpPr>
        <p:spPr>
          <a:xfrm flipH="1">
            <a:off x="11620501" y="6338888"/>
            <a:ext cx="219076" cy="14287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C0AC8F37-E018-4125-82A2-EAFC6D114953}"/>
              </a:ext>
            </a:extLst>
          </p:cNvPr>
          <p:cNvCxnSpPr>
            <a:cxnSpLocks/>
          </p:cNvCxnSpPr>
          <p:nvPr/>
        </p:nvCxnSpPr>
        <p:spPr>
          <a:xfrm>
            <a:off x="11853864" y="6038850"/>
            <a:ext cx="0" cy="30003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52">
            <a:extLst>
              <a:ext uri="{FF2B5EF4-FFF2-40B4-BE49-F238E27FC236}">
                <a16:creationId xmlns:a16="http://schemas.microsoft.com/office/drawing/2014/main" id="{5F1A24D7-7E29-4FE1-956A-8CF34430A28B}"/>
              </a:ext>
            </a:extLst>
          </p:cNvPr>
          <p:cNvCxnSpPr>
            <a:cxnSpLocks/>
          </p:cNvCxnSpPr>
          <p:nvPr/>
        </p:nvCxnSpPr>
        <p:spPr>
          <a:xfrm>
            <a:off x="9982200" y="6927850"/>
            <a:ext cx="48260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B10152C8-7DCA-4EE4-A70F-2F44797459ED}"/>
              </a:ext>
            </a:extLst>
          </p:cNvPr>
          <p:cNvCxnSpPr>
            <a:cxnSpLocks/>
          </p:cNvCxnSpPr>
          <p:nvPr/>
        </p:nvCxnSpPr>
        <p:spPr>
          <a:xfrm>
            <a:off x="11628126" y="7931150"/>
            <a:ext cx="0" cy="546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1F6CA9C0-EC6D-455A-B711-CCDDB0753DA0}"/>
              </a:ext>
            </a:extLst>
          </p:cNvPr>
          <p:cNvCxnSpPr>
            <a:cxnSpLocks/>
          </p:cNvCxnSpPr>
          <p:nvPr/>
        </p:nvCxnSpPr>
        <p:spPr>
          <a:xfrm>
            <a:off x="11410950" y="7651750"/>
            <a:ext cx="471170" cy="1816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452">
            <a:extLst>
              <a:ext uri="{FF2B5EF4-FFF2-40B4-BE49-F238E27FC236}">
                <a16:creationId xmlns:a16="http://schemas.microsoft.com/office/drawing/2014/main" id="{8D3080E2-A056-4926-B0A4-94BBE7D9090B}"/>
              </a:ext>
            </a:extLst>
          </p:cNvPr>
          <p:cNvCxnSpPr>
            <a:cxnSpLocks/>
          </p:cNvCxnSpPr>
          <p:nvPr/>
        </p:nvCxnSpPr>
        <p:spPr>
          <a:xfrm>
            <a:off x="11404606" y="8731250"/>
            <a:ext cx="0" cy="374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9D70330F-A648-4185-8099-35CAD79A3863}"/>
              </a:ext>
            </a:extLst>
          </p:cNvPr>
          <p:cNvCxnSpPr>
            <a:cxnSpLocks/>
          </p:cNvCxnSpPr>
          <p:nvPr/>
        </p:nvCxnSpPr>
        <p:spPr>
          <a:xfrm flipV="1">
            <a:off x="10671176" y="947420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452">
            <a:extLst>
              <a:ext uri="{FF2B5EF4-FFF2-40B4-BE49-F238E27FC236}">
                <a16:creationId xmlns:a16="http://schemas.microsoft.com/office/drawing/2014/main" id="{001E08D9-82DF-44F4-A4F7-DBC111FF8154}"/>
              </a:ext>
            </a:extLst>
          </p:cNvPr>
          <p:cNvCxnSpPr>
            <a:cxnSpLocks/>
          </p:cNvCxnSpPr>
          <p:nvPr/>
        </p:nvCxnSpPr>
        <p:spPr>
          <a:xfrm flipV="1">
            <a:off x="10708640" y="9570720"/>
            <a:ext cx="0" cy="360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452">
            <a:extLst>
              <a:ext uri="{FF2B5EF4-FFF2-40B4-BE49-F238E27FC236}">
                <a16:creationId xmlns:a16="http://schemas.microsoft.com/office/drawing/2014/main" id="{204C235C-9F67-4E9F-B567-0F86F440EB6B}"/>
              </a:ext>
            </a:extLst>
          </p:cNvPr>
          <p:cNvCxnSpPr>
            <a:cxnSpLocks/>
          </p:cNvCxnSpPr>
          <p:nvPr/>
        </p:nvCxnSpPr>
        <p:spPr>
          <a:xfrm flipV="1">
            <a:off x="9512300" y="8559800"/>
            <a:ext cx="463550" cy="184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452">
            <a:extLst>
              <a:ext uri="{FF2B5EF4-FFF2-40B4-BE49-F238E27FC236}">
                <a16:creationId xmlns:a16="http://schemas.microsoft.com/office/drawing/2014/main" id="{0CCE8F25-A633-4753-93B3-8DB7B4B70BB5}"/>
              </a:ext>
            </a:extLst>
          </p:cNvPr>
          <p:cNvCxnSpPr>
            <a:cxnSpLocks/>
          </p:cNvCxnSpPr>
          <p:nvPr/>
        </p:nvCxnSpPr>
        <p:spPr>
          <a:xfrm flipH="1">
            <a:off x="10198106" y="8813800"/>
            <a:ext cx="476244" cy="20288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E44E5B1A-4F10-44C6-B228-E2FA97DF91E8}"/>
              </a:ext>
            </a:extLst>
          </p:cNvPr>
          <p:cNvCxnSpPr>
            <a:cxnSpLocks/>
          </p:cNvCxnSpPr>
          <p:nvPr/>
        </p:nvCxnSpPr>
        <p:spPr>
          <a:xfrm flipV="1">
            <a:off x="10242550" y="5148900"/>
            <a:ext cx="425452" cy="1660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AC36FAA7-1066-4F81-8269-1F4C5CAA3B3D}"/>
              </a:ext>
            </a:extLst>
          </p:cNvPr>
          <p:cNvCxnSpPr>
            <a:cxnSpLocks/>
          </p:cNvCxnSpPr>
          <p:nvPr/>
        </p:nvCxnSpPr>
        <p:spPr>
          <a:xfrm>
            <a:off x="10699750" y="4984750"/>
            <a:ext cx="2222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C380027A-881C-4191-8328-D512F4634DD0}"/>
              </a:ext>
            </a:extLst>
          </p:cNvPr>
          <p:cNvCxnSpPr>
            <a:cxnSpLocks/>
          </p:cNvCxnSpPr>
          <p:nvPr/>
        </p:nvCxnSpPr>
        <p:spPr>
          <a:xfrm flipH="1">
            <a:off x="10213342" y="4610100"/>
            <a:ext cx="454658" cy="18827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452">
            <a:extLst>
              <a:ext uri="{FF2B5EF4-FFF2-40B4-BE49-F238E27FC236}">
                <a16:creationId xmlns:a16="http://schemas.microsoft.com/office/drawing/2014/main" id="{CCEB1AF3-2F54-4F3E-BFF5-75C1922EE5EE}"/>
              </a:ext>
            </a:extLst>
          </p:cNvPr>
          <p:cNvCxnSpPr>
            <a:cxnSpLocks/>
          </p:cNvCxnSpPr>
          <p:nvPr/>
        </p:nvCxnSpPr>
        <p:spPr>
          <a:xfrm>
            <a:off x="8322184" y="5333429"/>
            <a:ext cx="0" cy="3663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B9BB5225-3738-4813-983E-23B8C7E3DB67}"/>
              </a:ext>
            </a:extLst>
          </p:cNvPr>
          <p:cNvCxnSpPr>
            <a:cxnSpLocks/>
          </p:cNvCxnSpPr>
          <p:nvPr/>
        </p:nvCxnSpPr>
        <p:spPr>
          <a:xfrm flipH="1">
            <a:off x="8091873" y="5687187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E49EC386-614B-44E1-B2FA-BE8E63FBE7EB}"/>
              </a:ext>
            </a:extLst>
          </p:cNvPr>
          <p:cNvCxnSpPr>
            <a:cxnSpLocks/>
          </p:cNvCxnSpPr>
          <p:nvPr/>
        </p:nvCxnSpPr>
        <p:spPr>
          <a:xfrm>
            <a:off x="8075678" y="5806440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A57BF7FF-F8A8-4F2D-8499-84D0DD483C10}"/>
              </a:ext>
            </a:extLst>
          </p:cNvPr>
          <p:cNvCxnSpPr>
            <a:cxnSpLocks/>
          </p:cNvCxnSpPr>
          <p:nvPr/>
        </p:nvCxnSpPr>
        <p:spPr>
          <a:xfrm flipH="1">
            <a:off x="7817552" y="597979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452">
            <a:extLst>
              <a:ext uri="{FF2B5EF4-FFF2-40B4-BE49-F238E27FC236}">
                <a16:creationId xmlns:a16="http://schemas.microsoft.com/office/drawing/2014/main" id="{ECD6310F-BB0D-479D-8F7A-FF394373ADB1}"/>
              </a:ext>
            </a:extLst>
          </p:cNvPr>
          <p:cNvCxnSpPr>
            <a:cxnSpLocks/>
          </p:cNvCxnSpPr>
          <p:nvPr/>
        </p:nvCxnSpPr>
        <p:spPr>
          <a:xfrm>
            <a:off x="7850126" y="5705856"/>
            <a:ext cx="0" cy="3594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452">
            <a:extLst>
              <a:ext uri="{FF2B5EF4-FFF2-40B4-BE49-F238E27FC236}">
                <a16:creationId xmlns:a16="http://schemas.microsoft.com/office/drawing/2014/main" id="{640FC1CE-138E-4AE0-801B-0F43A5580C63}"/>
              </a:ext>
            </a:extLst>
          </p:cNvPr>
          <p:cNvCxnSpPr>
            <a:cxnSpLocks/>
          </p:cNvCxnSpPr>
          <p:nvPr/>
        </p:nvCxnSpPr>
        <p:spPr>
          <a:xfrm flipH="1">
            <a:off x="7848032" y="561403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3F3EFC2F-00DF-4883-B908-64BCD80B0707}"/>
              </a:ext>
            </a:extLst>
          </p:cNvPr>
          <p:cNvCxnSpPr>
            <a:cxnSpLocks/>
          </p:cNvCxnSpPr>
          <p:nvPr/>
        </p:nvCxnSpPr>
        <p:spPr>
          <a:xfrm>
            <a:off x="8093967" y="54162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2245411C-DC89-4B0A-9A94-C0D4CE28A5D6}"/>
              </a:ext>
            </a:extLst>
          </p:cNvPr>
          <p:cNvCxnSpPr>
            <a:cxnSpLocks/>
          </p:cNvCxnSpPr>
          <p:nvPr/>
        </p:nvCxnSpPr>
        <p:spPr>
          <a:xfrm flipH="1" flipV="1">
            <a:off x="7851648" y="533400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452">
            <a:extLst>
              <a:ext uri="{FF2B5EF4-FFF2-40B4-BE49-F238E27FC236}">
                <a16:creationId xmlns:a16="http://schemas.microsoft.com/office/drawing/2014/main" id="{BE712DC3-C3A6-4335-AFFC-0993CFA887C6}"/>
              </a:ext>
            </a:extLst>
          </p:cNvPr>
          <p:cNvCxnSpPr>
            <a:cxnSpLocks/>
          </p:cNvCxnSpPr>
          <p:nvPr/>
        </p:nvCxnSpPr>
        <p:spPr>
          <a:xfrm>
            <a:off x="7856222" y="5337048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C0FD3FB3-A6DB-4F78-9B20-1E5EC6CA3237}"/>
              </a:ext>
            </a:extLst>
          </p:cNvPr>
          <p:cNvCxnSpPr>
            <a:cxnSpLocks/>
          </p:cNvCxnSpPr>
          <p:nvPr/>
        </p:nvCxnSpPr>
        <p:spPr>
          <a:xfrm flipH="1" flipV="1">
            <a:off x="7607808" y="542544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08E30AD6-E4DF-4F32-939B-4A2ED5B5CCE1}"/>
              </a:ext>
            </a:extLst>
          </p:cNvPr>
          <p:cNvCxnSpPr>
            <a:cxnSpLocks/>
          </p:cNvCxnSpPr>
          <p:nvPr/>
        </p:nvCxnSpPr>
        <p:spPr>
          <a:xfrm>
            <a:off x="7624574" y="5410200"/>
            <a:ext cx="0" cy="350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E6B96573-D8EC-4B6D-9CD3-6AD8E3746FE3}"/>
              </a:ext>
            </a:extLst>
          </p:cNvPr>
          <p:cNvCxnSpPr>
            <a:cxnSpLocks/>
          </p:cNvCxnSpPr>
          <p:nvPr/>
        </p:nvCxnSpPr>
        <p:spPr>
          <a:xfrm flipH="1">
            <a:off x="7360352" y="578472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452">
            <a:extLst>
              <a:ext uri="{FF2B5EF4-FFF2-40B4-BE49-F238E27FC236}">
                <a16:creationId xmlns:a16="http://schemas.microsoft.com/office/drawing/2014/main" id="{82161771-24BF-411D-9B94-4B7EFD9124CB}"/>
              </a:ext>
            </a:extLst>
          </p:cNvPr>
          <p:cNvCxnSpPr>
            <a:cxnSpLocks/>
          </p:cNvCxnSpPr>
          <p:nvPr/>
        </p:nvCxnSpPr>
        <p:spPr>
          <a:xfrm>
            <a:off x="7386830" y="5550408"/>
            <a:ext cx="0" cy="350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452">
            <a:extLst>
              <a:ext uri="{FF2B5EF4-FFF2-40B4-BE49-F238E27FC236}">
                <a16:creationId xmlns:a16="http://schemas.microsoft.com/office/drawing/2014/main" id="{225118C7-18FE-402D-A79A-68857B404A0E}"/>
              </a:ext>
            </a:extLst>
          </p:cNvPr>
          <p:cNvCxnSpPr>
            <a:cxnSpLocks/>
          </p:cNvCxnSpPr>
          <p:nvPr/>
        </p:nvCxnSpPr>
        <p:spPr>
          <a:xfrm flipH="1">
            <a:off x="7122608" y="552259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452">
            <a:extLst>
              <a:ext uri="{FF2B5EF4-FFF2-40B4-BE49-F238E27FC236}">
                <a16:creationId xmlns:a16="http://schemas.microsoft.com/office/drawing/2014/main" id="{DDDB2B3F-E917-443C-9203-34F240757066}"/>
              </a:ext>
            </a:extLst>
          </p:cNvPr>
          <p:cNvCxnSpPr>
            <a:cxnSpLocks/>
          </p:cNvCxnSpPr>
          <p:nvPr/>
        </p:nvCxnSpPr>
        <p:spPr>
          <a:xfrm>
            <a:off x="7142990" y="596392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452">
            <a:extLst>
              <a:ext uri="{FF2B5EF4-FFF2-40B4-BE49-F238E27FC236}">
                <a16:creationId xmlns:a16="http://schemas.microsoft.com/office/drawing/2014/main" id="{ABC1FFE5-1AEE-425B-BCD2-3237F79100E6}"/>
              </a:ext>
            </a:extLst>
          </p:cNvPr>
          <p:cNvCxnSpPr>
            <a:cxnSpLocks/>
          </p:cNvCxnSpPr>
          <p:nvPr/>
        </p:nvCxnSpPr>
        <p:spPr>
          <a:xfrm flipH="1" flipV="1">
            <a:off x="6634480" y="6172200"/>
            <a:ext cx="771018" cy="2830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452">
            <a:extLst>
              <a:ext uri="{FF2B5EF4-FFF2-40B4-BE49-F238E27FC236}">
                <a16:creationId xmlns:a16="http://schemas.microsoft.com/office/drawing/2014/main" id="{889B09F1-F3BA-4FE4-BC92-033F50578798}"/>
              </a:ext>
            </a:extLst>
          </p:cNvPr>
          <p:cNvCxnSpPr>
            <a:cxnSpLocks/>
          </p:cNvCxnSpPr>
          <p:nvPr/>
        </p:nvCxnSpPr>
        <p:spPr>
          <a:xfrm flipH="1">
            <a:off x="7384736" y="633336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452">
            <a:extLst>
              <a:ext uri="{FF2B5EF4-FFF2-40B4-BE49-F238E27FC236}">
                <a16:creationId xmlns:a16="http://schemas.microsoft.com/office/drawing/2014/main" id="{454BC7F5-5E08-422F-88E0-8CFD93C08A47}"/>
              </a:ext>
            </a:extLst>
          </p:cNvPr>
          <p:cNvCxnSpPr>
            <a:cxnSpLocks/>
          </p:cNvCxnSpPr>
          <p:nvPr/>
        </p:nvCxnSpPr>
        <p:spPr>
          <a:xfrm>
            <a:off x="7620510" y="61300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452">
            <a:extLst>
              <a:ext uri="{FF2B5EF4-FFF2-40B4-BE49-F238E27FC236}">
                <a16:creationId xmlns:a16="http://schemas.microsoft.com/office/drawing/2014/main" id="{7986A33B-0D11-463A-9FE5-34FFFA7A74DF}"/>
              </a:ext>
            </a:extLst>
          </p:cNvPr>
          <p:cNvCxnSpPr>
            <a:cxnSpLocks/>
          </p:cNvCxnSpPr>
          <p:nvPr/>
        </p:nvCxnSpPr>
        <p:spPr>
          <a:xfrm flipH="1" flipV="1">
            <a:off x="7644384" y="6163056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452">
            <a:extLst>
              <a:ext uri="{FF2B5EF4-FFF2-40B4-BE49-F238E27FC236}">
                <a16:creationId xmlns:a16="http://schemas.microsoft.com/office/drawing/2014/main" id="{06B51DF2-C81D-4CCC-8F1A-A58C9BBE6C92}"/>
              </a:ext>
            </a:extLst>
          </p:cNvPr>
          <p:cNvCxnSpPr>
            <a:cxnSpLocks/>
          </p:cNvCxnSpPr>
          <p:nvPr/>
        </p:nvCxnSpPr>
        <p:spPr>
          <a:xfrm>
            <a:off x="7875018" y="6247892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452">
            <a:extLst>
              <a:ext uri="{FF2B5EF4-FFF2-40B4-BE49-F238E27FC236}">
                <a16:creationId xmlns:a16="http://schemas.microsoft.com/office/drawing/2014/main" id="{98339A5D-765F-4BB0-B385-C22EB9D4564B}"/>
              </a:ext>
            </a:extLst>
          </p:cNvPr>
          <p:cNvCxnSpPr>
            <a:cxnSpLocks/>
          </p:cNvCxnSpPr>
          <p:nvPr/>
        </p:nvCxnSpPr>
        <p:spPr>
          <a:xfrm flipH="1">
            <a:off x="7358888" y="6508750"/>
            <a:ext cx="261112" cy="135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452">
            <a:extLst>
              <a:ext uri="{FF2B5EF4-FFF2-40B4-BE49-F238E27FC236}">
                <a16:creationId xmlns:a16="http://schemas.microsoft.com/office/drawing/2014/main" id="{398608D2-DA21-48AB-BDA6-9A566AE65D4E}"/>
              </a:ext>
            </a:extLst>
          </p:cNvPr>
          <p:cNvCxnSpPr>
            <a:cxnSpLocks/>
          </p:cNvCxnSpPr>
          <p:nvPr/>
        </p:nvCxnSpPr>
        <p:spPr>
          <a:xfrm>
            <a:off x="7381750" y="66329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452">
            <a:extLst>
              <a:ext uri="{FF2B5EF4-FFF2-40B4-BE49-F238E27FC236}">
                <a16:creationId xmlns:a16="http://schemas.microsoft.com/office/drawing/2014/main" id="{0258FCDD-74FD-41E7-9F7C-3D09938949E4}"/>
              </a:ext>
            </a:extLst>
          </p:cNvPr>
          <p:cNvCxnSpPr>
            <a:cxnSpLocks/>
          </p:cNvCxnSpPr>
          <p:nvPr/>
        </p:nvCxnSpPr>
        <p:spPr>
          <a:xfrm flipH="1">
            <a:off x="6924040" y="67880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452">
            <a:extLst>
              <a:ext uri="{FF2B5EF4-FFF2-40B4-BE49-F238E27FC236}">
                <a16:creationId xmlns:a16="http://schemas.microsoft.com/office/drawing/2014/main" id="{441D9169-2AF1-4ECC-A147-015020B48A3B}"/>
              </a:ext>
            </a:extLst>
          </p:cNvPr>
          <p:cNvCxnSpPr>
            <a:cxnSpLocks/>
          </p:cNvCxnSpPr>
          <p:nvPr/>
        </p:nvCxnSpPr>
        <p:spPr>
          <a:xfrm>
            <a:off x="6919470" y="6973316"/>
            <a:ext cx="0" cy="219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452">
            <a:extLst>
              <a:ext uri="{FF2B5EF4-FFF2-40B4-BE49-F238E27FC236}">
                <a16:creationId xmlns:a16="http://schemas.microsoft.com/office/drawing/2014/main" id="{F785DE99-D723-4384-9E9E-C193F0F1B168}"/>
              </a:ext>
            </a:extLst>
          </p:cNvPr>
          <p:cNvCxnSpPr>
            <a:cxnSpLocks/>
          </p:cNvCxnSpPr>
          <p:nvPr/>
        </p:nvCxnSpPr>
        <p:spPr>
          <a:xfrm flipH="1">
            <a:off x="6664960" y="7351903"/>
            <a:ext cx="256922" cy="120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452">
            <a:extLst>
              <a:ext uri="{FF2B5EF4-FFF2-40B4-BE49-F238E27FC236}">
                <a16:creationId xmlns:a16="http://schemas.microsoft.com/office/drawing/2014/main" id="{B6F3F199-9ADA-4C5D-AE60-1BC97B775524}"/>
              </a:ext>
            </a:extLst>
          </p:cNvPr>
          <p:cNvCxnSpPr>
            <a:cxnSpLocks/>
          </p:cNvCxnSpPr>
          <p:nvPr/>
        </p:nvCxnSpPr>
        <p:spPr>
          <a:xfrm flipH="1" flipV="1">
            <a:off x="6197600" y="7264400"/>
            <a:ext cx="234950" cy="952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452">
            <a:extLst>
              <a:ext uri="{FF2B5EF4-FFF2-40B4-BE49-F238E27FC236}">
                <a16:creationId xmlns:a16="http://schemas.microsoft.com/office/drawing/2014/main" id="{1B8AA577-F86A-486C-B49F-0CAC955D6149}"/>
              </a:ext>
            </a:extLst>
          </p:cNvPr>
          <p:cNvCxnSpPr>
            <a:cxnSpLocks/>
          </p:cNvCxnSpPr>
          <p:nvPr/>
        </p:nvCxnSpPr>
        <p:spPr>
          <a:xfrm flipH="1">
            <a:off x="6196016" y="716648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452">
            <a:extLst>
              <a:ext uri="{FF2B5EF4-FFF2-40B4-BE49-F238E27FC236}">
                <a16:creationId xmlns:a16="http://schemas.microsoft.com/office/drawing/2014/main" id="{32F3793B-A65B-4159-B584-9F632D694CA9}"/>
              </a:ext>
            </a:extLst>
          </p:cNvPr>
          <p:cNvCxnSpPr>
            <a:cxnSpLocks/>
          </p:cNvCxnSpPr>
          <p:nvPr/>
        </p:nvCxnSpPr>
        <p:spPr>
          <a:xfrm flipH="1" flipV="1">
            <a:off x="6424168" y="717702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452">
            <a:extLst>
              <a:ext uri="{FF2B5EF4-FFF2-40B4-BE49-F238E27FC236}">
                <a16:creationId xmlns:a16="http://schemas.microsoft.com/office/drawing/2014/main" id="{FC255645-AFFE-4D41-9F42-47048DD2F11B}"/>
              </a:ext>
            </a:extLst>
          </p:cNvPr>
          <p:cNvCxnSpPr>
            <a:cxnSpLocks/>
          </p:cNvCxnSpPr>
          <p:nvPr/>
        </p:nvCxnSpPr>
        <p:spPr>
          <a:xfrm>
            <a:off x="6685790" y="6922516"/>
            <a:ext cx="0" cy="367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452">
            <a:extLst>
              <a:ext uri="{FF2B5EF4-FFF2-40B4-BE49-F238E27FC236}">
                <a16:creationId xmlns:a16="http://schemas.microsoft.com/office/drawing/2014/main" id="{156CEBFF-3CF3-4B3E-86FA-B72FAD7089E3}"/>
              </a:ext>
            </a:extLst>
          </p:cNvPr>
          <p:cNvCxnSpPr>
            <a:cxnSpLocks/>
          </p:cNvCxnSpPr>
          <p:nvPr/>
        </p:nvCxnSpPr>
        <p:spPr>
          <a:xfrm flipH="1">
            <a:off x="6685280" y="67372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452">
            <a:extLst>
              <a:ext uri="{FF2B5EF4-FFF2-40B4-BE49-F238E27FC236}">
                <a16:creationId xmlns:a16="http://schemas.microsoft.com/office/drawing/2014/main" id="{77690CA1-1C52-427E-832C-C1491B6E5E95}"/>
              </a:ext>
            </a:extLst>
          </p:cNvPr>
          <p:cNvCxnSpPr>
            <a:cxnSpLocks/>
          </p:cNvCxnSpPr>
          <p:nvPr/>
        </p:nvCxnSpPr>
        <p:spPr>
          <a:xfrm>
            <a:off x="7148070" y="65262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452">
            <a:extLst>
              <a:ext uri="{FF2B5EF4-FFF2-40B4-BE49-F238E27FC236}">
                <a16:creationId xmlns:a16="http://schemas.microsoft.com/office/drawing/2014/main" id="{EDBDBEB7-58CE-41EA-9801-D87BD12F7BE3}"/>
              </a:ext>
            </a:extLst>
          </p:cNvPr>
          <p:cNvCxnSpPr>
            <a:cxnSpLocks/>
          </p:cNvCxnSpPr>
          <p:nvPr/>
        </p:nvCxnSpPr>
        <p:spPr>
          <a:xfrm flipH="1">
            <a:off x="6675120" y="65340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452">
            <a:extLst>
              <a:ext uri="{FF2B5EF4-FFF2-40B4-BE49-F238E27FC236}">
                <a16:creationId xmlns:a16="http://schemas.microsoft.com/office/drawing/2014/main" id="{F6FDC1B8-90A7-48CD-AC77-D8A92C5E072B}"/>
              </a:ext>
            </a:extLst>
          </p:cNvPr>
          <p:cNvCxnSpPr>
            <a:cxnSpLocks/>
          </p:cNvCxnSpPr>
          <p:nvPr/>
        </p:nvCxnSpPr>
        <p:spPr>
          <a:xfrm>
            <a:off x="6680710" y="654151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452">
            <a:extLst>
              <a:ext uri="{FF2B5EF4-FFF2-40B4-BE49-F238E27FC236}">
                <a16:creationId xmlns:a16="http://schemas.microsoft.com/office/drawing/2014/main" id="{B049A743-E528-4E15-88A7-871A7F266498}"/>
              </a:ext>
            </a:extLst>
          </p:cNvPr>
          <p:cNvCxnSpPr>
            <a:cxnSpLocks/>
          </p:cNvCxnSpPr>
          <p:nvPr/>
        </p:nvCxnSpPr>
        <p:spPr>
          <a:xfrm flipH="1">
            <a:off x="6431280" y="654418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452">
            <a:extLst>
              <a:ext uri="{FF2B5EF4-FFF2-40B4-BE49-F238E27FC236}">
                <a16:creationId xmlns:a16="http://schemas.microsoft.com/office/drawing/2014/main" id="{057955FA-E482-4768-8654-9BCEFF614234}"/>
              </a:ext>
            </a:extLst>
          </p:cNvPr>
          <p:cNvCxnSpPr>
            <a:cxnSpLocks/>
          </p:cNvCxnSpPr>
          <p:nvPr/>
        </p:nvCxnSpPr>
        <p:spPr>
          <a:xfrm>
            <a:off x="6457190" y="66227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452">
            <a:extLst>
              <a:ext uri="{FF2B5EF4-FFF2-40B4-BE49-F238E27FC236}">
                <a16:creationId xmlns:a16="http://schemas.microsoft.com/office/drawing/2014/main" id="{2B0E6C35-3A43-4DD0-AF67-38A8F0CC454F}"/>
              </a:ext>
            </a:extLst>
          </p:cNvPr>
          <p:cNvCxnSpPr>
            <a:cxnSpLocks/>
          </p:cNvCxnSpPr>
          <p:nvPr/>
        </p:nvCxnSpPr>
        <p:spPr>
          <a:xfrm flipH="1">
            <a:off x="6207760" y="68083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452">
            <a:extLst>
              <a:ext uri="{FF2B5EF4-FFF2-40B4-BE49-F238E27FC236}">
                <a16:creationId xmlns:a16="http://schemas.microsoft.com/office/drawing/2014/main" id="{58AC6E46-D3DE-41AB-AEF2-2577D832ADC6}"/>
              </a:ext>
            </a:extLst>
          </p:cNvPr>
          <p:cNvCxnSpPr>
            <a:cxnSpLocks/>
          </p:cNvCxnSpPr>
          <p:nvPr/>
        </p:nvCxnSpPr>
        <p:spPr>
          <a:xfrm>
            <a:off x="6213350" y="67243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452">
            <a:extLst>
              <a:ext uri="{FF2B5EF4-FFF2-40B4-BE49-F238E27FC236}">
                <a16:creationId xmlns:a16="http://schemas.microsoft.com/office/drawing/2014/main" id="{0581AC80-3003-4F46-918F-D6140D7D2571}"/>
              </a:ext>
            </a:extLst>
          </p:cNvPr>
          <p:cNvCxnSpPr>
            <a:cxnSpLocks/>
          </p:cNvCxnSpPr>
          <p:nvPr/>
        </p:nvCxnSpPr>
        <p:spPr>
          <a:xfrm flipH="1">
            <a:off x="5963920" y="67321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452">
            <a:extLst>
              <a:ext uri="{FF2B5EF4-FFF2-40B4-BE49-F238E27FC236}">
                <a16:creationId xmlns:a16="http://schemas.microsoft.com/office/drawing/2014/main" id="{B2737EDA-D2F3-4B9D-82A5-8E3A4A5D4224}"/>
              </a:ext>
            </a:extLst>
          </p:cNvPr>
          <p:cNvCxnSpPr>
            <a:cxnSpLocks/>
          </p:cNvCxnSpPr>
          <p:nvPr/>
        </p:nvCxnSpPr>
        <p:spPr>
          <a:xfrm>
            <a:off x="5979670" y="6441440"/>
            <a:ext cx="0" cy="3823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452">
            <a:extLst>
              <a:ext uri="{FF2B5EF4-FFF2-40B4-BE49-F238E27FC236}">
                <a16:creationId xmlns:a16="http://schemas.microsoft.com/office/drawing/2014/main" id="{C4B4A926-7B7B-430C-B597-856345131DC6}"/>
              </a:ext>
            </a:extLst>
          </p:cNvPr>
          <p:cNvCxnSpPr>
            <a:cxnSpLocks/>
          </p:cNvCxnSpPr>
          <p:nvPr/>
        </p:nvCxnSpPr>
        <p:spPr>
          <a:xfrm flipH="1" flipV="1">
            <a:off x="5697728" y="635406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452">
            <a:extLst>
              <a:ext uri="{FF2B5EF4-FFF2-40B4-BE49-F238E27FC236}">
                <a16:creationId xmlns:a16="http://schemas.microsoft.com/office/drawing/2014/main" id="{E0F7DC66-C00B-42F5-9B18-D2FA60B0B45A}"/>
              </a:ext>
            </a:extLst>
          </p:cNvPr>
          <p:cNvCxnSpPr>
            <a:cxnSpLocks/>
          </p:cNvCxnSpPr>
          <p:nvPr/>
        </p:nvCxnSpPr>
        <p:spPr>
          <a:xfrm>
            <a:off x="5731385" y="6355080"/>
            <a:ext cx="0" cy="3823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452">
            <a:extLst>
              <a:ext uri="{FF2B5EF4-FFF2-40B4-BE49-F238E27FC236}">
                <a16:creationId xmlns:a16="http://schemas.microsoft.com/office/drawing/2014/main" id="{68ADDDB3-71A7-4A63-9239-B32348F9191E}"/>
              </a:ext>
            </a:extLst>
          </p:cNvPr>
          <p:cNvCxnSpPr>
            <a:cxnSpLocks/>
          </p:cNvCxnSpPr>
          <p:nvPr/>
        </p:nvCxnSpPr>
        <p:spPr>
          <a:xfrm>
            <a:off x="5502150" y="6421120"/>
            <a:ext cx="0" cy="20510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452">
            <a:extLst>
              <a:ext uri="{FF2B5EF4-FFF2-40B4-BE49-F238E27FC236}">
                <a16:creationId xmlns:a16="http://schemas.microsoft.com/office/drawing/2014/main" id="{3C0C0E71-2007-4505-B50A-F5F3A1C839A3}"/>
              </a:ext>
            </a:extLst>
          </p:cNvPr>
          <p:cNvCxnSpPr>
            <a:cxnSpLocks/>
          </p:cNvCxnSpPr>
          <p:nvPr/>
        </p:nvCxnSpPr>
        <p:spPr>
          <a:xfrm flipH="1">
            <a:off x="5035550" y="6701663"/>
            <a:ext cx="682373" cy="2960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452">
            <a:extLst>
              <a:ext uri="{FF2B5EF4-FFF2-40B4-BE49-F238E27FC236}">
                <a16:creationId xmlns:a16="http://schemas.microsoft.com/office/drawing/2014/main" id="{2ED43859-DE9B-43BD-8484-219629D53AEB}"/>
              </a:ext>
            </a:extLst>
          </p:cNvPr>
          <p:cNvCxnSpPr>
            <a:cxnSpLocks/>
          </p:cNvCxnSpPr>
          <p:nvPr/>
        </p:nvCxnSpPr>
        <p:spPr>
          <a:xfrm>
            <a:off x="6631942" y="5987288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452">
            <a:extLst>
              <a:ext uri="{FF2B5EF4-FFF2-40B4-BE49-F238E27FC236}">
                <a16:creationId xmlns:a16="http://schemas.microsoft.com/office/drawing/2014/main" id="{D116521A-29C6-4FD9-839A-35A640A952EF}"/>
              </a:ext>
            </a:extLst>
          </p:cNvPr>
          <p:cNvCxnSpPr>
            <a:cxnSpLocks/>
          </p:cNvCxnSpPr>
          <p:nvPr/>
        </p:nvCxnSpPr>
        <p:spPr>
          <a:xfrm flipH="1" flipV="1">
            <a:off x="6627368" y="5994401"/>
            <a:ext cx="499872" cy="172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452">
            <a:extLst>
              <a:ext uri="{FF2B5EF4-FFF2-40B4-BE49-F238E27FC236}">
                <a16:creationId xmlns:a16="http://schemas.microsoft.com/office/drawing/2014/main" id="{A33257D2-0167-42CC-BC00-FAA8C53F0491}"/>
              </a:ext>
            </a:extLst>
          </p:cNvPr>
          <p:cNvCxnSpPr>
            <a:cxnSpLocks/>
          </p:cNvCxnSpPr>
          <p:nvPr/>
        </p:nvCxnSpPr>
        <p:spPr>
          <a:xfrm flipH="1" flipV="1">
            <a:off x="6647688" y="5806441"/>
            <a:ext cx="499872" cy="172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452">
            <a:extLst>
              <a:ext uri="{FF2B5EF4-FFF2-40B4-BE49-F238E27FC236}">
                <a16:creationId xmlns:a16="http://schemas.microsoft.com/office/drawing/2014/main" id="{E6F9511E-9A9F-4D26-927D-A4C44F041FF9}"/>
              </a:ext>
            </a:extLst>
          </p:cNvPr>
          <p:cNvCxnSpPr>
            <a:cxnSpLocks/>
          </p:cNvCxnSpPr>
          <p:nvPr/>
        </p:nvCxnSpPr>
        <p:spPr>
          <a:xfrm flipH="1">
            <a:off x="6642608" y="5532120"/>
            <a:ext cx="261112" cy="1066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452">
            <a:extLst>
              <a:ext uri="{FF2B5EF4-FFF2-40B4-BE49-F238E27FC236}">
                <a16:creationId xmlns:a16="http://schemas.microsoft.com/office/drawing/2014/main" id="{D6B005CE-4F77-4E8A-85B9-2A687093DDD3}"/>
              </a:ext>
            </a:extLst>
          </p:cNvPr>
          <p:cNvCxnSpPr>
            <a:cxnSpLocks/>
          </p:cNvCxnSpPr>
          <p:nvPr/>
        </p:nvCxnSpPr>
        <p:spPr>
          <a:xfrm>
            <a:off x="6665470" y="561848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452">
            <a:extLst>
              <a:ext uri="{FF2B5EF4-FFF2-40B4-BE49-F238E27FC236}">
                <a16:creationId xmlns:a16="http://schemas.microsoft.com/office/drawing/2014/main" id="{AD5B9DB5-9D7F-458D-9E6C-84731E9B50EB}"/>
              </a:ext>
            </a:extLst>
          </p:cNvPr>
          <p:cNvCxnSpPr>
            <a:cxnSpLocks/>
          </p:cNvCxnSpPr>
          <p:nvPr/>
        </p:nvCxnSpPr>
        <p:spPr>
          <a:xfrm>
            <a:off x="6894070" y="554228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452">
            <a:extLst>
              <a:ext uri="{FF2B5EF4-FFF2-40B4-BE49-F238E27FC236}">
                <a16:creationId xmlns:a16="http://schemas.microsoft.com/office/drawing/2014/main" id="{9B0B4420-F9D6-4B56-A85E-AE99B2B21B8A}"/>
              </a:ext>
            </a:extLst>
          </p:cNvPr>
          <p:cNvCxnSpPr>
            <a:cxnSpLocks/>
          </p:cNvCxnSpPr>
          <p:nvPr/>
        </p:nvCxnSpPr>
        <p:spPr>
          <a:xfrm flipH="1" flipV="1">
            <a:off x="6906768" y="571500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452">
            <a:extLst>
              <a:ext uri="{FF2B5EF4-FFF2-40B4-BE49-F238E27FC236}">
                <a16:creationId xmlns:a16="http://schemas.microsoft.com/office/drawing/2014/main" id="{154418FF-CA88-41A2-8723-8618DFD970F3}"/>
              </a:ext>
            </a:extLst>
          </p:cNvPr>
          <p:cNvCxnSpPr>
            <a:cxnSpLocks/>
          </p:cNvCxnSpPr>
          <p:nvPr/>
        </p:nvCxnSpPr>
        <p:spPr>
          <a:xfrm>
            <a:off x="7137910" y="562864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452">
            <a:extLst>
              <a:ext uri="{FF2B5EF4-FFF2-40B4-BE49-F238E27FC236}">
                <a16:creationId xmlns:a16="http://schemas.microsoft.com/office/drawing/2014/main" id="{E0645806-979D-4457-BD2D-65EDD9A87586}"/>
              </a:ext>
            </a:extLst>
          </p:cNvPr>
          <p:cNvCxnSpPr>
            <a:cxnSpLocks/>
          </p:cNvCxnSpPr>
          <p:nvPr/>
        </p:nvCxnSpPr>
        <p:spPr>
          <a:xfrm flipH="1">
            <a:off x="5262880" y="6445250"/>
            <a:ext cx="23622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452">
            <a:extLst>
              <a:ext uri="{FF2B5EF4-FFF2-40B4-BE49-F238E27FC236}">
                <a16:creationId xmlns:a16="http://schemas.microsoft.com/office/drawing/2014/main" id="{8CD307C6-0D93-47D7-9C14-36C73B25D524}"/>
              </a:ext>
            </a:extLst>
          </p:cNvPr>
          <p:cNvCxnSpPr>
            <a:cxnSpLocks/>
          </p:cNvCxnSpPr>
          <p:nvPr/>
        </p:nvCxnSpPr>
        <p:spPr>
          <a:xfrm>
            <a:off x="5263390" y="63789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452">
            <a:extLst>
              <a:ext uri="{FF2B5EF4-FFF2-40B4-BE49-F238E27FC236}">
                <a16:creationId xmlns:a16="http://schemas.microsoft.com/office/drawing/2014/main" id="{2C26BF3B-B8A3-4DB0-AAB2-CCFD85D3A2D3}"/>
              </a:ext>
            </a:extLst>
          </p:cNvPr>
          <p:cNvCxnSpPr>
            <a:cxnSpLocks/>
          </p:cNvCxnSpPr>
          <p:nvPr/>
        </p:nvCxnSpPr>
        <p:spPr>
          <a:xfrm flipH="1">
            <a:off x="5029200" y="636130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452">
            <a:extLst>
              <a:ext uri="{FF2B5EF4-FFF2-40B4-BE49-F238E27FC236}">
                <a16:creationId xmlns:a16="http://schemas.microsoft.com/office/drawing/2014/main" id="{9EA1A644-7849-4EB8-92F0-5D34BBAA4762}"/>
              </a:ext>
            </a:extLst>
          </p:cNvPr>
          <p:cNvCxnSpPr>
            <a:cxnSpLocks/>
          </p:cNvCxnSpPr>
          <p:nvPr/>
        </p:nvCxnSpPr>
        <p:spPr>
          <a:xfrm>
            <a:off x="5014470" y="62773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452">
            <a:extLst>
              <a:ext uri="{FF2B5EF4-FFF2-40B4-BE49-F238E27FC236}">
                <a16:creationId xmlns:a16="http://schemas.microsoft.com/office/drawing/2014/main" id="{3B14DEA6-7CA6-4383-A003-ABF8D5344096}"/>
              </a:ext>
            </a:extLst>
          </p:cNvPr>
          <p:cNvCxnSpPr>
            <a:cxnSpLocks/>
          </p:cNvCxnSpPr>
          <p:nvPr/>
        </p:nvCxnSpPr>
        <p:spPr>
          <a:xfrm flipH="1" flipV="1">
            <a:off x="4757928" y="617118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452">
            <a:extLst>
              <a:ext uri="{FF2B5EF4-FFF2-40B4-BE49-F238E27FC236}">
                <a16:creationId xmlns:a16="http://schemas.microsoft.com/office/drawing/2014/main" id="{1566695B-D90F-42E2-B4AB-B6B073BBEFC4}"/>
              </a:ext>
            </a:extLst>
          </p:cNvPr>
          <p:cNvCxnSpPr>
            <a:cxnSpLocks/>
          </p:cNvCxnSpPr>
          <p:nvPr/>
        </p:nvCxnSpPr>
        <p:spPr>
          <a:xfrm>
            <a:off x="4770630" y="59776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452">
            <a:extLst>
              <a:ext uri="{FF2B5EF4-FFF2-40B4-BE49-F238E27FC236}">
                <a16:creationId xmlns:a16="http://schemas.microsoft.com/office/drawing/2014/main" id="{C4A8CA62-E992-409D-965C-43359966529C}"/>
              </a:ext>
            </a:extLst>
          </p:cNvPr>
          <p:cNvCxnSpPr>
            <a:cxnSpLocks/>
          </p:cNvCxnSpPr>
          <p:nvPr/>
        </p:nvCxnSpPr>
        <p:spPr>
          <a:xfrm flipH="1" flipV="1">
            <a:off x="4292600" y="5801360"/>
            <a:ext cx="481458" cy="176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452">
            <a:extLst>
              <a:ext uri="{FF2B5EF4-FFF2-40B4-BE49-F238E27FC236}">
                <a16:creationId xmlns:a16="http://schemas.microsoft.com/office/drawing/2014/main" id="{1A293B11-D7DE-4536-9F50-8093639C05E0}"/>
              </a:ext>
            </a:extLst>
          </p:cNvPr>
          <p:cNvCxnSpPr>
            <a:cxnSpLocks/>
          </p:cNvCxnSpPr>
          <p:nvPr/>
        </p:nvCxnSpPr>
        <p:spPr>
          <a:xfrm>
            <a:off x="4313430" y="56118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452">
            <a:extLst>
              <a:ext uri="{FF2B5EF4-FFF2-40B4-BE49-F238E27FC236}">
                <a16:creationId xmlns:a16="http://schemas.microsoft.com/office/drawing/2014/main" id="{FADD0AE6-0DFB-4181-9821-A843EDC9C367}"/>
              </a:ext>
            </a:extLst>
          </p:cNvPr>
          <p:cNvCxnSpPr>
            <a:cxnSpLocks/>
          </p:cNvCxnSpPr>
          <p:nvPr/>
        </p:nvCxnSpPr>
        <p:spPr>
          <a:xfrm flipH="1" flipV="1">
            <a:off x="4072128" y="552094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452">
            <a:extLst>
              <a:ext uri="{FF2B5EF4-FFF2-40B4-BE49-F238E27FC236}">
                <a16:creationId xmlns:a16="http://schemas.microsoft.com/office/drawing/2014/main" id="{8DD25532-B6FE-48DA-84B5-95CE70846F25}"/>
              </a:ext>
            </a:extLst>
          </p:cNvPr>
          <p:cNvCxnSpPr>
            <a:cxnSpLocks/>
          </p:cNvCxnSpPr>
          <p:nvPr/>
        </p:nvCxnSpPr>
        <p:spPr>
          <a:xfrm>
            <a:off x="4084830" y="53324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452">
            <a:extLst>
              <a:ext uri="{FF2B5EF4-FFF2-40B4-BE49-F238E27FC236}">
                <a16:creationId xmlns:a16="http://schemas.microsoft.com/office/drawing/2014/main" id="{0C9D4DEC-2779-4020-969B-296134F99C7D}"/>
              </a:ext>
            </a:extLst>
          </p:cNvPr>
          <p:cNvCxnSpPr>
            <a:cxnSpLocks/>
          </p:cNvCxnSpPr>
          <p:nvPr/>
        </p:nvCxnSpPr>
        <p:spPr>
          <a:xfrm flipH="1">
            <a:off x="4079240" y="52335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452">
            <a:extLst>
              <a:ext uri="{FF2B5EF4-FFF2-40B4-BE49-F238E27FC236}">
                <a16:creationId xmlns:a16="http://schemas.microsoft.com/office/drawing/2014/main" id="{BFD91851-1431-4AA5-B38D-CFA6C654CF99}"/>
              </a:ext>
            </a:extLst>
          </p:cNvPr>
          <p:cNvCxnSpPr>
            <a:cxnSpLocks/>
          </p:cNvCxnSpPr>
          <p:nvPr/>
        </p:nvCxnSpPr>
        <p:spPr>
          <a:xfrm>
            <a:off x="4293110" y="52511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452">
            <a:extLst>
              <a:ext uri="{FF2B5EF4-FFF2-40B4-BE49-F238E27FC236}">
                <a16:creationId xmlns:a16="http://schemas.microsoft.com/office/drawing/2014/main" id="{A10CAA07-2542-4D8B-8165-34B838B97D47}"/>
              </a:ext>
            </a:extLst>
          </p:cNvPr>
          <p:cNvCxnSpPr>
            <a:cxnSpLocks/>
          </p:cNvCxnSpPr>
          <p:nvPr/>
        </p:nvCxnSpPr>
        <p:spPr>
          <a:xfrm flipH="1">
            <a:off x="4318000" y="535038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452">
            <a:extLst>
              <a:ext uri="{FF2B5EF4-FFF2-40B4-BE49-F238E27FC236}">
                <a16:creationId xmlns:a16="http://schemas.microsoft.com/office/drawing/2014/main" id="{AD1C651B-24EF-4251-8D8D-ECC84EC227A0}"/>
              </a:ext>
            </a:extLst>
          </p:cNvPr>
          <p:cNvCxnSpPr>
            <a:cxnSpLocks/>
          </p:cNvCxnSpPr>
          <p:nvPr/>
        </p:nvCxnSpPr>
        <p:spPr>
          <a:xfrm>
            <a:off x="4531870" y="5347716"/>
            <a:ext cx="0" cy="367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452">
            <a:extLst>
              <a:ext uri="{FF2B5EF4-FFF2-40B4-BE49-F238E27FC236}">
                <a16:creationId xmlns:a16="http://schemas.microsoft.com/office/drawing/2014/main" id="{A4017633-1C50-4372-894F-501BDA614E1B}"/>
              </a:ext>
            </a:extLst>
          </p:cNvPr>
          <p:cNvCxnSpPr>
            <a:cxnSpLocks/>
          </p:cNvCxnSpPr>
          <p:nvPr/>
        </p:nvCxnSpPr>
        <p:spPr>
          <a:xfrm flipH="1" flipV="1">
            <a:off x="4541520" y="5699760"/>
            <a:ext cx="965200" cy="360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452">
            <a:extLst>
              <a:ext uri="{FF2B5EF4-FFF2-40B4-BE49-F238E27FC236}">
                <a16:creationId xmlns:a16="http://schemas.microsoft.com/office/drawing/2014/main" id="{AA9BCFE0-F8F2-4482-8245-E5F1CAF2EA91}"/>
              </a:ext>
            </a:extLst>
          </p:cNvPr>
          <p:cNvCxnSpPr>
            <a:cxnSpLocks/>
          </p:cNvCxnSpPr>
          <p:nvPr/>
        </p:nvCxnSpPr>
        <p:spPr>
          <a:xfrm flipH="1">
            <a:off x="5501640" y="59650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452">
            <a:extLst>
              <a:ext uri="{FF2B5EF4-FFF2-40B4-BE49-F238E27FC236}">
                <a16:creationId xmlns:a16="http://schemas.microsoft.com/office/drawing/2014/main" id="{8F4DF9C4-09C5-4578-8452-0F7A54D1A6A3}"/>
              </a:ext>
            </a:extLst>
          </p:cNvPr>
          <p:cNvCxnSpPr>
            <a:cxnSpLocks/>
          </p:cNvCxnSpPr>
          <p:nvPr/>
        </p:nvCxnSpPr>
        <p:spPr>
          <a:xfrm flipH="1" flipV="1">
            <a:off x="5712968" y="596798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452">
            <a:extLst>
              <a:ext uri="{FF2B5EF4-FFF2-40B4-BE49-F238E27FC236}">
                <a16:creationId xmlns:a16="http://schemas.microsoft.com/office/drawing/2014/main" id="{06B7F53B-DBB7-4DD8-B865-E5A6128432C0}"/>
              </a:ext>
            </a:extLst>
          </p:cNvPr>
          <p:cNvCxnSpPr>
            <a:cxnSpLocks/>
          </p:cNvCxnSpPr>
          <p:nvPr/>
        </p:nvCxnSpPr>
        <p:spPr>
          <a:xfrm>
            <a:off x="6447030" y="60741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452">
            <a:extLst>
              <a:ext uri="{FF2B5EF4-FFF2-40B4-BE49-F238E27FC236}">
                <a16:creationId xmlns:a16="http://schemas.microsoft.com/office/drawing/2014/main" id="{6547799C-0EF9-4B74-BDA2-941ADD612112}"/>
              </a:ext>
            </a:extLst>
          </p:cNvPr>
          <p:cNvCxnSpPr>
            <a:cxnSpLocks/>
          </p:cNvCxnSpPr>
          <p:nvPr/>
        </p:nvCxnSpPr>
        <p:spPr>
          <a:xfrm flipH="1" flipV="1">
            <a:off x="5697728" y="579018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452">
            <a:extLst>
              <a:ext uri="{FF2B5EF4-FFF2-40B4-BE49-F238E27FC236}">
                <a16:creationId xmlns:a16="http://schemas.microsoft.com/office/drawing/2014/main" id="{781257CA-A8A7-4854-A4E2-1F78948801AB}"/>
              </a:ext>
            </a:extLst>
          </p:cNvPr>
          <p:cNvCxnSpPr>
            <a:cxnSpLocks/>
          </p:cNvCxnSpPr>
          <p:nvPr/>
        </p:nvCxnSpPr>
        <p:spPr>
          <a:xfrm flipH="1">
            <a:off x="5486400" y="58177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452">
            <a:extLst>
              <a:ext uri="{FF2B5EF4-FFF2-40B4-BE49-F238E27FC236}">
                <a16:creationId xmlns:a16="http://schemas.microsoft.com/office/drawing/2014/main" id="{2CEBD4B5-4562-432D-98C5-FE2F2AF6D7A1}"/>
              </a:ext>
            </a:extLst>
          </p:cNvPr>
          <p:cNvCxnSpPr>
            <a:cxnSpLocks/>
          </p:cNvCxnSpPr>
          <p:nvPr/>
        </p:nvCxnSpPr>
        <p:spPr>
          <a:xfrm flipH="1" flipV="1">
            <a:off x="4752848" y="560222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452">
            <a:extLst>
              <a:ext uri="{FF2B5EF4-FFF2-40B4-BE49-F238E27FC236}">
                <a16:creationId xmlns:a16="http://schemas.microsoft.com/office/drawing/2014/main" id="{98CBE3DC-1482-4994-98D7-542486AC99C5}"/>
              </a:ext>
            </a:extLst>
          </p:cNvPr>
          <p:cNvCxnSpPr>
            <a:cxnSpLocks/>
          </p:cNvCxnSpPr>
          <p:nvPr/>
        </p:nvCxnSpPr>
        <p:spPr>
          <a:xfrm>
            <a:off x="4775710" y="54340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452">
            <a:extLst>
              <a:ext uri="{FF2B5EF4-FFF2-40B4-BE49-F238E27FC236}">
                <a16:creationId xmlns:a16="http://schemas.microsoft.com/office/drawing/2014/main" id="{219233F1-EBB3-4521-BF6A-F10321D4D4E9}"/>
              </a:ext>
            </a:extLst>
          </p:cNvPr>
          <p:cNvCxnSpPr>
            <a:cxnSpLocks/>
          </p:cNvCxnSpPr>
          <p:nvPr/>
        </p:nvCxnSpPr>
        <p:spPr>
          <a:xfrm>
            <a:off x="6436870" y="5171440"/>
            <a:ext cx="0" cy="53981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452">
            <a:extLst>
              <a:ext uri="{FF2B5EF4-FFF2-40B4-BE49-F238E27FC236}">
                <a16:creationId xmlns:a16="http://schemas.microsoft.com/office/drawing/2014/main" id="{CE0984E5-D929-48E7-A0A4-308E9CBEC3FF}"/>
              </a:ext>
            </a:extLst>
          </p:cNvPr>
          <p:cNvCxnSpPr>
            <a:cxnSpLocks/>
          </p:cNvCxnSpPr>
          <p:nvPr/>
        </p:nvCxnSpPr>
        <p:spPr>
          <a:xfrm flipH="1">
            <a:off x="6187440" y="57110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452">
            <a:extLst>
              <a:ext uri="{FF2B5EF4-FFF2-40B4-BE49-F238E27FC236}">
                <a16:creationId xmlns:a16="http://schemas.microsoft.com/office/drawing/2014/main" id="{49ED7A61-FDE0-4841-B447-84C893D9558F}"/>
              </a:ext>
            </a:extLst>
          </p:cNvPr>
          <p:cNvCxnSpPr>
            <a:cxnSpLocks/>
          </p:cNvCxnSpPr>
          <p:nvPr/>
        </p:nvCxnSpPr>
        <p:spPr>
          <a:xfrm>
            <a:off x="6203190" y="56220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452">
            <a:extLst>
              <a:ext uri="{FF2B5EF4-FFF2-40B4-BE49-F238E27FC236}">
                <a16:creationId xmlns:a16="http://schemas.microsoft.com/office/drawing/2014/main" id="{3EF978EA-EA0C-4C45-8996-E94CF999D6B3}"/>
              </a:ext>
            </a:extLst>
          </p:cNvPr>
          <p:cNvCxnSpPr>
            <a:cxnSpLocks/>
          </p:cNvCxnSpPr>
          <p:nvPr/>
        </p:nvCxnSpPr>
        <p:spPr>
          <a:xfrm flipH="1" flipV="1">
            <a:off x="5936488" y="551078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452">
            <a:extLst>
              <a:ext uri="{FF2B5EF4-FFF2-40B4-BE49-F238E27FC236}">
                <a16:creationId xmlns:a16="http://schemas.microsoft.com/office/drawing/2014/main" id="{5C4C2172-E636-40A3-B56D-A831445A9F54}"/>
              </a:ext>
            </a:extLst>
          </p:cNvPr>
          <p:cNvCxnSpPr>
            <a:cxnSpLocks/>
          </p:cNvCxnSpPr>
          <p:nvPr/>
        </p:nvCxnSpPr>
        <p:spPr>
          <a:xfrm>
            <a:off x="5959350" y="55356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452">
            <a:extLst>
              <a:ext uri="{FF2B5EF4-FFF2-40B4-BE49-F238E27FC236}">
                <a16:creationId xmlns:a16="http://schemas.microsoft.com/office/drawing/2014/main" id="{169727DB-6697-4C95-93A1-DFBFFA591436}"/>
              </a:ext>
            </a:extLst>
          </p:cNvPr>
          <p:cNvCxnSpPr>
            <a:cxnSpLocks/>
          </p:cNvCxnSpPr>
          <p:nvPr/>
        </p:nvCxnSpPr>
        <p:spPr>
          <a:xfrm flipH="1" flipV="1">
            <a:off x="5723128" y="560730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452">
            <a:extLst>
              <a:ext uri="{FF2B5EF4-FFF2-40B4-BE49-F238E27FC236}">
                <a16:creationId xmlns:a16="http://schemas.microsoft.com/office/drawing/2014/main" id="{31E1F44E-4466-4417-95EA-77E65C789050}"/>
              </a:ext>
            </a:extLst>
          </p:cNvPr>
          <p:cNvCxnSpPr>
            <a:cxnSpLocks/>
          </p:cNvCxnSpPr>
          <p:nvPr/>
        </p:nvCxnSpPr>
        <p:spPr>
          <a:xfrm flipH="1">
            <a:off x="5476240" y="562470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452">
            <a:extLst>
              <a:ext uri="{FF2B5EF4-FFF2-40B4-BE49-F238E27FC236}">
                <a16:creationId xmlns:a16="http://schemas.microsoft.com/office/drawing/2014/main" id="{50B801B9-5427-4895-A30B-DD875382031C}"/>
              </a:ext>
            </a:extLst>
          </p:cNvPr>
          <p:cNvCxnSpPr>
            <a:cxnSpLocks/>
          </p:cNvCxnSpPr>
          <p:nvPr/>
        </p:nvCxnSpPr>
        <p:spPr>
          <a:xfrm>
            <a:off x="5491990" y="55305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452">
            <a:extLst>
              <a:ext uri="{FF2B5EF4-FFF2-40B4-BE49-F238E27FC236}">
                <a16:creationId xmlns:a16="http://schemas.microsoft.com/office/drawing/2014/main" id="{0167584B-786D-4474-89FB-DA798E90662F}"/>
              </a:ext>
            </a:extLst>
          </p:cNvPr>
          <p:cNvCxnSpPr>
            <a:cxnSpLocks/>
          </p:cNvCxnSpPr>
          <p:nvPr/>
        </p:nvCxnSpPr>
        <p:spPr>
          <a:xfrm flipH="1">
            <a:off x="5252720" y="55332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452">
            <a:extLst>
              <a:ext uri="{FF2B5EF4-FFF2-40B4-BE49-F238E27FC236}">
                <a16:creationId xmlns:a16="http://schemas.microsoft.com/office/drawing/2014/main" id="{CABD0ECC-CF29-4FDD-B162-086AB6F58072}"/>
              </a:ext>
            </a:extLst>
          </p:cNvPr>
          <p:cNvCxnSpPr>
            <a:cxnSpLocks/>
          </p:cNvCxnSpPr>
          <p:nvPr/>
        </p:nvCxnSpPr>
        <p:spPr>
          <a:xfrm>
            <a:off x="5263390" y="54340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452">
            <a:extLst>
              <a:ext uri="{FF2B5EF4-FFF2-40B4-BE49-F238E27FC236}">
                <a16:creationId xmlns:a16="http://schemas.microsoft.com/office/drawing/2014/main" id="{BC9AB6EC-D2A0-4CF6-8037-5F3490E5FCE7}"/>
              </a:ext>
            </a:extLst>
          </p:cNvPr>
          <p:cNvCxnSpPr>
            <a:cxnSpLocks/>
          </p:cNvCxnSpPr>
          <p:nvPr/>
        </p:nvCxnSpPr>
        <p:spPr>
          <a:xfrm flipH="1">
            <a:off x="5029200" y="54367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452">
            <a:extLst>
              <a:ext uri="{FF2B5EF4-FFF2-40B4-BE49-F238E27FC236}">
                <a16:creationId xmlns:a16="http://schemas.microsoft.com/office/drawing/2014/main" id="{DE5D75ED-AE64-4BED-B064-8D5E59908F4B}"/>
              </a:ext>
            </a:extLst>
          </p:cNvPr>
          <p:cNvCxnSpPr>
            <a:cxnSpLocks/>
          </p:cNvCxnSpPr>
          <p:nvPr/>
        </p:nvCxnSpPr>
        <p:spPr>
          <a:xfrm>
            <a:off x="5039870" y="53273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452">
            <a:extLst>
              <a:ext uri="{FF2B5EF4-FFF2-40B4-BE49-F238E27FC236}">
                <a16:creationId xmlns:a16="http://schemas.microsoft.com/office/drawing/2014/main" id="{CDF9E89E-DC56-46B0-AFF7-C7D0A160F885}"/>
              </a:ext>
            </a:extLst>
          </p:cNvPr>
          <p:cNvCxnSpPr>
            <a:cxnSpLocks/>
          </p:cNvCxnSpPr>
          <p:nvPr/>
        </p:nvCxnSpPr>
        <p:spPr>
          <a:xfrm flipH="1">
            <a:off x="4810760" y="534022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452">
            <a:extLst>
              <a:ext uri="{FF2B5EF4-FFF2-40B4-BE49-F238E27FC236}">
                <a16:creationId xmlns:a16="http://schemas.microsoft.com/office/drawing/2014/main" id="{6E802870-D102-40E2-B0BB-D0F991BCEC4A}"/>
              </a:ext>
            </a:extLst>
          </p:cNvPr>
          <p:cNvCxnSpPr>
            <a:cxnSpLocks/>
          </p:cNvCxnSpPr>
          <p:nvPr/>
        </p:nvCxnSpPr>
        <p:spPr>
          <a:xfrm flipH="1">
            <a:off x="10210800" y="4436110"/>
            <a:ext cx="469900" cy="1739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452">
            <a:extLst>
              <a:ext uri="{FF2B5EF4-FFF2-40B4-BE49-F238E27FC236}">
                <a16:creationId xmlns:a16="http://schemas.microsoft.com/office/drawing/2014/main" id="{67D8E856-B770-4D77-9B05-BC4DEFD294B7}"/>
              </a:ext>
            </a:extLst>
          </p:cNvPr>
          <p:cNvCxnSpPr>
            <a:cxnSpLocks/>
          </p:cNvCxnSpPr>
          <p:nvPr/>
        </p:nvCxnSpPr>
        <p:spPr>
          <a:xfrm flipH="1">
            <a:off x="10441940" y="331851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452">
            <a:extLst>
              <a:ext uri="{FF2B5EF4-FFF2-40B4-BE49-F238E27FC236}">
                <a16:creationId xmlns:a16="http://schemas.microsoft.com/office/drawing/2014/main" id="{8748AC67-AFFF-4F93-B238-CE62F01CF50B}"/>
              </a:ext>
            </a:extLst>
          </p:cNvPr>
          <p:cNvCxnSpPr>
            <a:cxnSpLocks/>
          </p:cNvCxnSpPr>
          <p:nvPr/>
        </p:nvCxnSpPr>
        <p:spPr>
          <a:xfrm>
            <a:off x="10681972" y="332232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452">
            <a:extLst>
              <a:ext uri="{FF2B5EF4-FFF2-40B4-BE49-F238E27FC236}">
                <a16:creationId xmlns:a16="http://schemas.microsoft.com/office/drawing/2014/main" id="{53FF35F2-A3A0-42B0-ABB6-115309CF4750}"/>
              </a:ext>
            </a:extLst>
          </p:cNvPr>
          <p:cNvCxnSpPr>
            <a:cxnSpLocks/>
          </p:cNvCxnSpPr>
          <p:nvPr/>
        </p:nvCxnSpPr>
        <p:spPr>
          <a:xfrm flipH="1" flipV="1">
            <a:off x="10689590" y="349885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452">
            <a:extLst>
              <a:ext uri="{FF2B5EF4-FFF2-40B4-BE49-F238E27FC236}">
                <a16:creationId xmlns:a16="http://schemas.microsoft.com/office/drawing/2014/main" id="{ABB93955-3F6A-42A8-8CD5-9ADFA828886D}"/>
              </a:ext>
            </a:extLst>
          </p:cNvPr>
          <p:cNvCxnSpPr>
            <a:cxnSpLocks/>
          </p:cNvCxnSpPr>
          <p:nvPr/>
        </p:nvCxnSpPr>
        <p:spPr>
          <a:xfrm flipH="1">
            <a:off x="10651490" y="35814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52">
            <a:extLst>
              <a:ext uri="{FF2B5EF4-FFF2-40B4-BE49-F238E27FC236}">
                <a16:creationId xmlns:a16="http://schemas.microsoft.com/office/drawing/2014/main" id="{FBAAC2BB-58B7-4093-AE56-FC0581CF4CCA}"/>
              </a:ext>
            </a:extLst>
          </p:cNvPr>
          <p:cNvCxnSpPr>
            <a:cxnSpLocks/>
          </p:cNvCxnSpPr>
          <p:nvPr/>
        </p:nvCxnSpPr>
        <p:spPr>
          <a:xfrm flipH="1" flipV="1">
            <a:off x="10636250" y="403225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52">
            <a:extLst>
              <a:ext uri="{FF2B5EF4-FFF2-40B4-BE49-F238E27FC236}">
                <a16:creationId xmlns:a16="http://schemas.microsoft.com/office/drawing/2014/main" id="{C9B6A5C6-4E21-461B-8869-A8D12AC707AE}"/>
              </a:ext>
            </a:extLst>
          </p:cNvPr>
          <p:cNvCxnSpPr>
            <a:cxnSpLocks/>
          </p:cNvCxnSpPr>
          <p:nvPr/>
        </p:nvCxnSpPr>
        <p:spPr>
          <a:xfrm flipH="1" flipV="1">
            <a:off x="10680700" y="4267200"/>
            <a:ext cx="2349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52">
            <a:extLst>
              <a:ext uri="{FF2B5EF4-FFF2-40B4-BE49-F238E27FC236}">
                <a16:creationId xmlns:a16="http://schemas.microsoft.com/office/drawing/2014/main" id="{0241CBA3-2CF7-45CC-855E-482D733B97AE}"/>
              </a:ext>
            </a:extLst>
          </p:cNvPr>
          <p:cNvCxnSpPr>
            <a:cxnSpLocks/>
          </p:cNvCxnSpPr>
          <p:nvPr/>
        </p:nvCxnSpPr>
        <p:spPr>
          <a:xfrm flipH="1">
            <a:off x="10915650" y="4331970"/>
            <a:ext cx="483870" cy="2019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52">
            <a:extLst>
              <a:ext uri="{FF2B5EF4-FFF2-40B4-BE49-F238E27FC236}">
                <a16:creationId xmlns:a16="http://schemas.microsoft.com/office/drawing/2014/main" id="{40A32D96-9983-4CC2-9E4F-268B7702421D}"/>
              </a:ext>
            </a:extLst>
          </p:cNvPr>
          <p:cNvCxnSpPr>
            <a:cxnSpLocks/>
          </p:cNvCxnSpPr>
          <p:nvPr/>
        </p:nvCxnSpPr>
        <p:spPr>
          <a:xfrm>
            <a:off x="11383012" y="43586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52">
            <a:extLst>
              <a:ext uri="{FF2B5EF4-FFF2-40B4-BE49-F238E27FC236}">
                <a16:creationId xmlns:a16="http://schemas.microsoft.com/office/drawing/2014/main" id="{1BE5AED5-8FF3-4E9C-B197-C15FFA4DABB1}"/>
              </a:ext>
            </a:extLst>
          </p:cNvPr>
          <p:cNvCxnSpPr>
            <a:cxnSpLocks/>
          </p:cNvCxnSpPr>
          <p:nvPr/>
        </p:nvCxnSpPr>
        <p:spPr>
          <a:xfrm flipH="1">
            <a:off x="11142980" y="44958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52">
            <a:extLst>
              <a:ext uri="{FF2B5EF4-FFF2-40B4-BE49-F238E27FC236}">
                <a16:creationId xmlns:a16="http://schemas.microsoft.com/office/drawing/2014/main" id="{F6400075-E424-47E0-8C6E-67F16839995A}"/>
              </a:ext>
            </a:extLst>
          </p:cNvPr>
          <p:cNvCxnSpPr>
            <a:cxnSpLocks/>
          </p:cNvCxnSpPr>
          <p:nvPr/>
        </p:nvCxnSpPr>
        <p:spPr>
          <a:xfrm flipH="1" flipV="1">
            <a:off x="11150600" y="4596130"/>
            <a:ext cx="469900" cy="2044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52">
            <a:extLst>
              <a:ext uri="{FF2B5EF4-FFF2-40B4-BE49-F238E27FC236}">
                <a16:creationId xmlns:a16="http://schemas.microsoft.com/office/drawing/2014/main" id="{7C9CD093-D2E3-45BF-A7B6-3749AA45478E}"/>
              </a:ext>
            </a:extLst>
          </p:cNvPr>
          <p:cNvCxnSpPr>
            <a:cxnSpLocks/>
          </p:cNvCxnSpPr>
          <p:nvPr/>
        </p:nvCxnSpPr>
        <p:spPr>
          <a:xfrm>
            <a:off x="10929622" y="45453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52">
            <a:extLst>
              <a:ext uri="{FF2B5EF4-FFF2-40B4-BE49-F238E27FC236}">
                <a16:creationId xmlns:a16="http://schemas.microsoft.com/office/drawing/2014/main" id="{4039941B-E693-487E-B617-682AB1A05AA0}"/>
              </a:ext>
            </a:extLst>
          </p:cNvPr>
          <p:cNvCxnSpPr>
            <a:cxnSpLocks/>
          </p:cNvCxnSpPr>
          <p:nvPr/>
        </p:nvCxnSpPr>
        <p:spPr>
          <a:xfrm flipH="1" flipV="1">
            <a:off x="11849100" y="4674870"/>
            <a:ext cx="50673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52">
            <a:extLst>
              <a:ext uri="{FF2B5EF4-FFF2-40B4-BE49-F238E27FC236}">
                <a16:creationId xmlns:a16="http://schemas.microsoft.com/office/drawing/2014/main" id="{8B3AB111-1B6F-4673-B858-337CDB80E2F1}"/>
              </a:ext>
            </a:extLst>
          </p:cNvPr>
          <p:cNvCxnSpPr>
            <a:cxnSpLocks/>
          </p:cNvCxnSpPr>
          <p:nvPr/>
        </p:nvCxnSpPr>
        <p:spPr>
          <a:xfrm>
            <a:off x="12327892" y="47205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52">
            <a:extLst>
              <a:ext uri="{FF2B5EF4-FFF2-40B4-BE49-F238E27FC236}">
                <a16:creationId xmlns:a16="http://schemas.microsoft.com/office/drawing/2014/main" id="{54D0CBE5-EFFF-429C-B3CD-523AEECC031F}"/>
              </a:ext>
            </a:extLst>
          </p:cNvPr>
          <p:cNvCxnSpPr>
            <a:cxnSpLocks/>
          </p:cNvCxnSpPr>
          <p:nvPr/>
        </p:nvCxnSpPr>
        <p:spPr>
          <a:xfrm flipH="1" flipV="1">
            <a:off x="11833860" y="4499610"/>
            <a:ext cx="50673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52">
            <a:extLst>
              <a:ext uri="{FF2B5EF4-FFF2-40B4-BE49-F238E27FC236}">
                <a16:creationId xmlns:a16="http://schemas.microsoft.com/office/drawing/2014/main" id="{6889CB98-7C83-448E-8E20-C44A0084E1D7}"/>
              </a:ext>
            </a:extLst>
          </p:cNvPr>
          <p:cNvCxnSpPr>
            <a:cxnSpLocks/>
          </p:cNvCxnSpPr>
          <p:nvPr/>
        </p:nvCxnSpPr>
        <p:spPr>
          <a:xfrm flipH="1">
            <a:off x="11836400" y="443103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52">
            <a:extLst>
              <a:ext uri="{FF2B5EF4-FFF2-40B4-BE49-F238E27FC236}">
                <a16:creationId xmlns:a16="http://schemas.microsoft.com/office/drawing/2014/main" id="{184B7377-0B66-405C-A982-D6197AE23905}"/>
              </a:ext>
            </a:extLst>
          </p:cNvPr>
          <p:cNvCxnSpPr>
            <a:cxnSpLocks/>
          </p:cNvCxnSpPr>
          <p:nvPr/>
        </p:nvCxnSpPr>
        <p:spPr>
          <a:xfrm flipH="1" flipV="1">
            <a:off x="12076430" y="44208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52">
            <a:extLst>
              <a:ext uri="{FF2B5EF4-FFF2-40B4-BE49-F238E27FC236}">
                <a16:creationId xmlns:a16="http://schemas.microsoft.com/office/drawing/2014/main" id="{BD1BB606-3E2B-42C0-8430-2B6EE274A6DF}"/>
              </a:ext>
            </a:extLst>
          </p:cNvPr>
          <p:cNvCxnSpPr>
            <a:cxnSpLocks/>
          </p:cNvCxnSpPr>
          <p:nvPr/>
        </p:nvCxnSpPr>
        <p:spPr>
          <a:xfrm>
            <a:off x="12320272" y="437388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52">
            <a:extLst>
              <a:ext uri="{FF2B5EF4-FFF2-40B4-BE49-F238E27FC236}">
                <a16:creationId xmlns:a16="http://schemas.microsoft.com/office/drawing/2014/main" id="{8A4D1B76-DCD4-47C2-88DC-62CFE8C24641}"/>
              </a:ext>
            </a:extLst>
          </p:cNvPr>
          <p:cNvCxnSpPr>
            <a:cxnSpLocks/>
          </p:cNvCxnSpPr>
          <p:nvPr/>
        </p:nvCxnSpPr>
        <p:spPr>
          <a:xfrm flipH="1" flipV="1">
            <a:off x="12084050" y="424180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52">
            <a:extLst>
              <a:ext uri="{FF2B5EF4-FFF2-40B4-BE49-F238E27FC236}">
                <a16:creationId xmlns:a16="http://schemas.microsoft.com/office/drawing/2014/main" id="{804EBB36-7CDD-4A5A-96E5-92B2FE11B3CE}"/>
              </a:ext>
            </a:extLst>
          </p:cNvPr>
          <p:cNvCxnSpPr>
            <a:cxnSpLocks/>
          </p:cNvCxnSpPr>
          <p:nvPr/>
        </p:nvCxnSpPr>
        <p:spPr>
          <a:xfrm>
            <a:off x="12087862" y="40728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52">
            <a:extLst>
              <a:ext uri="{FF2B5EF4-FFF2-40B4-BE49-F238E27FC236}">
                <a16:creationId xmlns:a16="http://schemas.microsoft.com/office/drawing/2014/main" id="{59FCA6AE-FAD9-4EBC-9FF4-390F9CAFEFF9}"/>
              </a:ext>
            </a:extLst>
          </p:cNvPr>
          <p:cNvCxnSpPr>
            <a:cxnSpLocks/>
          </p:cNvCxnSpPr>
          <p:nvPr/>
        </p:nvCxnSpPr>
        <p:spPr>
          <a:xfrm flipH="1">
            <a:off x="11859260" y="407670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52">
            <a:extLst>
              <a:ext uri="{FF2B5EF4-FFF2-40B4-BE49-F238E27FC236}">
                <a16:creationId xmlns:a16="http://schemas.microsoft.com/office/drawing/2014/main" id="{7A45175C-171C-4500-8753-A3DBA2890B50}"/>
              </a:ext>
            </a:extLst>
          </p:cNvPr>
          <p:cNvCxnSpPr>
            <a:cxnSpLocks/>
          </p:cNvCxnSpPr>
          <p:nvPr/>
        </p:nvCxnSpPr>
        <p:spPr>
          <a:xfrm flipH="1" flipV="1">
            <a:off x="11600180" y="404749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52">
            <a:extLst>
              <a:ext uri="{FF2B5EF4-FFF2-40B4-BE49-F238E27FC236}">
                <a16:creationId xmlns:a16="http://schemas.microsoft.com/office/drawing/2014/main" id="{D748AA10-A0BC-4967-A7C4-FF093FBA4077}"/>
              </a:ext>
            </a:extLst>
          </p:cNvPr>
          <p:cNvCxnSpPr>
            <a:cxnSpLocks/>
          </p:cNvCxnSpPr>
          <p:nvPr/>
        </p:nvCxnSpPr>
        <p:spPr>
          <a:xfrm flipH="1">
            <a:off x="11611610" y="396240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52">
            <a:extLst>
              <a:ext uri="{FF2B5EF4-FFF2-40B4-BE49-F238E27FC236}">
                <a16:creationId xmlns:a16="http://schemas.microsoft.com/office/drawing/2014/main" id="{9002A2FE-EB4D-4A50-86D4-8934DF9E9DE1}"/>
              </a:ext>
            </a:extLst>
          </p:cNvPr>
          <p:cNvCxnSpPr>
            <a:cxnSpLocks/>
          </p:cNvCxnSpPr>
          <p:nvPr/>
        </p:nvCxnSpPr>
        <p:spPr>
          <a:xfrm>
            <a:off x="11863072" y="381000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52">
            <a:extLst>
              <a:ext uri="{FF2B5EF4-FFF2-40B4-BE49-F238E27FC236}">
                <a16:creationId xmlns:a16="http://schemas.microsoft.com/office/drawing/2014/main" id="{1DB45F15-C490-426A-965B-B6A4AD0F1F37}"/>
              </a:ext>
            </a:extLst>
          </p:cNvPr>
          <p:cNvCxnSpPr>
            <a:cxnSpLocks/>
          </p:cNvCxnSpPr>
          <p:nvPr/>
        </p:nvCxnSpPr>
        <p:spPr>
          <a:xfrm flipH="1">
            <a:off x="11626850" y="379476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52">
            <a:extLst>
              <a:ext uri="{FF2B5EF4-FFF2-40B4-BE49-F238E27FC236}">
                <a16:creationId xmlns:a16="http://schemas.microsoft.com/office/drawing/2014/main" id="{1B41CE48-E4A0-4A03-9B89-AC0E5C84C6D7}"/>
              </a:ext>
            </a:extLst>
          </p:cNvPr>
          <p:cNvCxnSpPr>
            <a:cxnSpLocks/>
          </p:cNvCxnSpPr>
          <p:nvPr/>
        </p:nvCxnSpPr>
        <p:spPr>
          <a:xfrm flipH="1" flipV="1">
            <a:off x="11367770" y="37769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52">
            <a:extLst>
              <a:ext uri="{FF2B5EF4-FFF2-40B4-BE49-F238E27FC236}">
                <a16:creationId xmlns:a16="http://schemas.microsoft.com/office/drawing/2014/main" id="{1D47D586-A432-4D13-9F3A-F1D30A66B547}"/>
              </a:ext>
            </a:extLst>
          </p:cNvPr>
          <p:cNvCxnSpPr>
            <a:cxnSpLocks/>
          </p:cNvCxnSpPr>
          <p:nvPr/>
        </p:nvCxnSpPr>
        <p:spPr>
          <a:xfrm flipH="1">
            <a:off x="11398250" y="368046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52">
            <a:extLst>
              <a:ext uri="{FF2B5EF4-FFF2-40B4-BE49-F238E27FC236}">
                <a16:creationId xmlns:a16="http://schemas.microsoft.com/office/drawing/2014/main" id="{C5A9F18F-E747-4E60-BA02-F03E246F6957}"/>
              </a:ext>
            </a:extLst>
          </p:cNvPr>
          <p:cNvCxnSpPr>
            <a:cxnSpLocks/>
          </p:cNvCxnSpPr>
          <p:nvPr/>
        </p:nvCxnSpPr>
        <p:spPr>
          <a:xfrm>
            <a:off x="11626852" y="35166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52">
            <a:extLst>
              <a:ext uri="{FF2B5EF4-FFF2-40B4-BE49-F238E27FC236}">
                <a16:creationId xmlns:a16="http://schemas.microsoft.com/office/drawing/2014/main" id="{420B7817-1362-4BAB-AA9E-11F57E1B3E5F}"/>
              </a:ext>
            </a:extLst>
          </p:cNvPr>
          <p:cNvCxnSpPr>
            <a:cxnSpLocks/>
          </p:cNvCxnSpPr>
          <p:nvPr/>
        </p:nvCxnSpPr>
        <p:spPr>
          <a:xfrm flipH="1">
            <a:off x="11371580" y="351663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52">
            <a:extLst>
              <a:ext uri="{FF2B5EF4-FFF2-40B4-BE49-F238E27FC236}">
                <a16:creationId xmlns:a16="http://schemas.microsoft.com/office/drawing/2014/main" id="{A996D72C-09C2-4C80-94A9-A32C0306B6AB}"/>
              </a:ext>
            </a:extLst>
          </p:cNvPr>
          <p:cNvCxnSpPr>
            <a:cxnSpLocks/>
          </p:cNvCxnSpPr>
          <p:nvPr/>
        </p:nvCxnSpPr>
        <p:spPr>
          <a:xfrm>
            <a:off x="11390632" y="34404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52">
            <a:extLst>
              <a:ext uri="{FF2B5EF4-FFF2-40B4-BE49-F238E27FC236}">
                <a16:creationId xmlns:a16="http://schemas.microsoft.com/office/drawing/2014/main" id="{1A64064C-2045-49B8-9AC7-AA98FF27841A}"/>
              </a:ext>
            </a:extLst>
          </p:cNvPr>
          <p:cNvCxnSpPr>
            <a:cxnSpLocks/>
          </p:cNvCxnSpPr>
          <p:nvPr/>
        </p:nvCxnSpPr>
        <p:spPr>
          <a:xfrm flipH="1" flipV="1">
            <a:off x="11131550" y="332740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52">
            <a:extLst>
              <a:ext uri="{FF2B5EF4-FFF2-40B4-BE49-F238E27FC236}">
                <a16:creationId xmlns:a16="http://schemas.microsoft.com/office/drawing/2014/main" id="{2241486F-3052-485A-B69C-91DFB120793E}"/>
              </a:ext>
            </a:extLst>
          </p:cNvPr>
          <p:cNvCxnSpPr>
            <a:cxnSpLocks/>
          </p:cNvCxnSpPr>
          <p:nvPr/>
        </p:nvCxnSpPr>
        <p:spPr>
          <a:xfrm>
            <a:off x="11146792" y="316611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52">
            <a:extLst>
              <a:ext uri="{FF2B5EF4-FFF2-40B4-BE49-F238E27FC236}">
                <a16:creationId xmlns:a16="http://schemas.microsoft.com/office/drawing/2014/main" id="{B0116E45-4911-4340-A051-66C0061BE4D0}"/>
              </a:ext>
            </a:extLst>
          </p:cNvPr>
          <p:cNvCxnSpPr>
            <a:cxnSpLocks/>
          </p:cNvCxnSpPr>
          <p:nvPr/>
        </p:nvCxnSpPr>
        <p:spPr>
          <a:xfrm flipH="1" flipV="1">
            <a:off x="11142980" y="315976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52">
            <a:extLst>
              <a:ext uri="{FF2B5EF4-FFF2-40B4-BE49-F238E27FC236}">
                <a16:creationId xmlns:a16="http://schemas.microsoft.com/office/drawing/2014/main" id="{9A3D105F-AB6A-492D-99D0-B82B982DF122}"/>
              </a:ext>
            </a:extLst>
          </p:cNvPr>
          <p:cNvCxnSpPr>
            <a:cxnSpLocks/>
          </p:cNvCxnSpPr>
          <p:nvPr/>
        </p:nvCxnSpPr>
        <p:spPr>
          <a:xfrm>
            <a:off x="11402062" y="287274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52">
            <a:extLst>
              <a:ext uri="{FF2B5EF4-FFF2-40B4-BE49-F238E27FC236}">
                <a16:creationId xmlns:a16="http://schemas.microsoft.com/office/drawing/2014/main" id="{4386A962-66D4-4379-BAF7-E4A0B0CDF39A}"/>
              </a:ext>
            </a:extLst>
          </p:cNvPr>
          <p:cNvCxnSpPr>
            <a:cxnSpLocks/>
          </p:cNvCxnSpPr>
          <p:nvPr/>
        </p:nvCxnSpPr>
        <p:spPr>
          <a:xfrm flipH="1">
            <a:off x="11390630" y="276606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52">
            <a:extLst>
              <a:ext uri="{FF2B5EF4-FFF2-40B4-BE49-F238E27FC236}">
                <a16:creationId xmlns:a16="http://schemas.microsoft.com/office/drawing/2014/main" id="{A53FEBA5-1716-4AA0-B3F7-5AFF35464675}"/>
              </a:ext>
            </a:extLst>
          </p:cNvPr>
          <p:cNvCxnSpPr>
            <a:cxnSpLocks/>
          </p:cNvCxnSpPr>
          <p:nvPr/>
        </p:nvCxnSpPr>
        <p:spPr>
          <a:xfrm>
            <a:off x="11626852" y="241554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52">
            <a:extLst>
              <a:ext uri="{FF2B5EF4-FFF2-40B4-BE49-F238E27FC236}">
                <a16:creationId xmlns:a16="http://schemas.microsoft.com/office/drawing/2014/main" id="{F8794A76-B965-41C5-8871-A9A8F7171D6A}"/>
              </a:ext>
            </a:extLst>
          </p:cNvPr>
          <p:cNvCxnSpPr>
            <a:cxnSpLocks/>
          </p:cNvCxnSpPr>
          <p:nvPr/>
        </p:nvCxnSpPr>
        <p:spPr>
          <a:xfrm flipH="1">
            <a:off x="11619230" y="231648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52">
            <a:extLst>
              <a:ext uri="{FF2B5EF4-FFF2-40B4-BE49-F238E27FC236}">
                <a16:creationId xmlns:a16="http://schemas.microsoft.com/office/drawing/2014/main" id="{8DD4B2CF-FDB6-4D68-A501-6C1E6A8E63CA}"/>
              </a:ext>
            </a:extLst>
          </p:cNvPr>
          <p:cNvCxnSpPr>
            <a:cxnSpLocks/>
          </p:cNvCxnSpPr>
          <p:nvPr/>
        </p:nvCxnSpPr>
        <p:spPr>
          <a:xfrm>
            <a:off x="11855452" y="21450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52">
            <a:extLst>
              <a:ext uri="{FF2B5EF4-FFF2-40B4-BE49-F238E27FC236}">
                <a16:creationId xmlns:a16="http://schemas.microsoft.com/office/drawing/2014/main" id="{4FB2C652-E8D5-45AE-B70D-99976C81F770}"/>
              </a:ext>
            </a:extLst>
          </p:cNvPr>
          <p:cNvCxnSpPr>
            <a:cxnSpLocks/>
          </p:cNvCxnSpPr>
          <p:nvPr/>
        </p:nvCxnSpPr>
        <p:spPr>
          <a:xfrm flipH="1" flipV="1">
            <a:off x="11607800" y="203581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52">
            <a:extLst>
              <a:ext uri="{FF2B5EF4-FFF2-40B4-BE49-F238E27FC236}">
                <a16:creationId xmlns:a16="http://schemas.microsoft.com/office/drawing/2014/main" id="{2EBF3F02-458E-4385-BF75-E2F9BE0A4063}"/>
              </a:ext>
            </a:extLst>
          </p:cNvPr>
          <p:cNvCxnSpPr>
            <a:cxnSpLocks/>
          </p:cNvCxnSpPr>
          <p:nvPr/>
        </p:nvCxnSpPr>
        <p:spPr>
          <a:xfrm>
            <a:off x="11634472" y="204216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52">
            <a:extLst>
              <a:ext uri="{FF2B5EF4-FFF2-40B4-BE49-F238E27FC236}">
                <a16:creationId xmlns:a16="http://schemas.microsoft.com/office/drawing/2014/main" id="{219F7F60-2832-4C83-9489-E166C8E571E4}"/>
              </a:ext>
            </a:extLst>
          </p:cNvPr>
          <p:cNvCxnSpPr>
            <a:cxnSpLocks/>
          </p:cNvCxnSpPr>
          <p:nvPr/>
        </p:nvCxnSpPr>
        <p:spPr>
          <a:xfrm flipH="1">
            <a:off x="11394440" y="220599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52">
            <a:extLst>
              <a:ext uri="{FF2B5EF4-FFF2-40B4-BE49-F238E27FC236}">
                <a16:creationId xmlns:a16="http://schemas.microsoft.com/office/drawing/2014/main" id="{079037C9-6C27-4B41-9F49-130126580844}"/>
              </a:ext>
            </a:extLst>
          </p:cNvPr>
          <p:cNvCxnSpPr>
            <a:cxnSpLocks/>
          </p:cNvCxnSpPr>
          <p:nvPr/>
        </p:nvCxnSpPr>
        <p:spPr>
          <a:xfrm>
            <a:off x="11405872" y="2293620"/>
            <a:ext cx="0" cy="3924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2">
            <a:extLst>
              <a:ext uri="{FF2B5EF4-FFF2-40B4-BE49-F238E27FC236}">
                <a16:creationId xmlns:a16="http://schemas.microsoft.com/office/drawing/2014/main" id="{644A8837-215D-45ED-90E8-BB00E4406ED5}"/>
              </a:ext>
            </a:extLst>
          </p:cNvPr>
          <p:cNvCxnSpPr>
            <a:cxnSpLocks/>
          </p:cNvCxnSpPr>
          <p:nvPr/>
        </p:nvCxnSpPr>
        <p:spPr>
          <a:xfrm flipH="1">
            <a:off x="11177270" y="267081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2">
            <a:extLst>
              <a:ext uri="{FF2B5EF4-FFF2-40B4-BE49-F238E27FC236}">
                <a16:creationId xmlns:a16="http://schemas.microsoft.com/office/drawing/2014/main" id="{92B7BAB7-F12C-49AE-B291-861EC4AC3F8A}"/>
              </a:ext>
            </a:extLst>
          </p:cNvPr>
          <p:cNvCxnSpPr>
            <a:cxnSpLocks/>
          </p:cNvCxnSpPr>
          <p:nvPr/>
        </p:nvCxnSpPr>
        <p:spPr>
          <a:xfrm>
            <a:off x="11158222" y="2232660"/>
            <a:ext cx="0" cy="5562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2">
            <a:extLst>
              <a:ext uri="{FF2B5EF4-FFF2-40B4-BE49-F238E27FC236}">
                <a16:creationId xmlns:a16="http://schemas.microsoft.com/office/drawing/2014/main" id="{6EB75873-DE13-4361-9948-D9FF05B513A8}"/>
              </a:ext>
            </a:extLst>
          </p:cNvPr>
          <p:cNvCxnSpPr>
            <a:cxnSpLocks/>
          </p:cNvCxnSpPr>
          <p:nvPr/>
        </p:nvCxnSpPr>
        <p:spPr>
          <a:xfrm flipH="1">
            <a:off x="11146790" y="214503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2">
            <a:extLst>
              <a:ext uri="{FF2B5EF4-FFF2-40B4-BE49-F238E27FC236}">
                <a16:creationId xmlns:a16="http://schemas.microsoft.com/office/drawing/2014/main" id="{6E662ED5-1411-4540-925F-083A959B2193}"/>
              </a:ext>
            </a:extLst>
          </p:cNvPr>
          <p:cNvCxnSpPr>
            <a:cxnSpLocks/>
          </p:cNvCxnSpPr>
          <p:nvPr/>
        </p:nvCxnSpPr>
        <p:spPr>
          <a:xfrm flipH="1" flipV="1">
            <a:off x="11135360" y="203581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2">
            <a:extLst>
              <a:ext uri="{FF2B5EF4-FFF2-40B4-BE49-F238E27FC236}">
                <a16:creationId xmlns:a16="http://schemas.microsoft.com/office/drawing/2014/main" id="{91FE2918-E4AF-4F7B-B46C-CF88012EB616}"/>
              </a:ext>
            </a:extLst>
          </p:cNvPr>
          <p:cNvCxnSpPr>
            <a:cxnSpLocks/>
          </p:cNvCxnSpPr>
          <p:nvPr/>
        </p:nvCxnSpPr>
        <p:spPr>
          <a:xfrm>
            <a:off x="11146792" y="186690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2">
            <a:extLst>
              <a:ext uri="{FF2B5EF4-FFF2-40B4-BE49-F238E27FC236}">
                <a16:creationId xmlns:a16="http://schemas.microsoft.com/office/drawing/2014/main" id="{86FAFE9E-79C1-4E9F-AA22-7ACE85B95B6F}"/>
              </a:ext>
            </a:extLst>
          </p:cNvPr>
          <p:cNvCxnSpPr>
            <a:cxnSpLocks/>
          </p:cNvCxnSpPr>
          <p:nvPr/>
        </p:nvCxnSpPr>
        <p:spPr>
          <a:xfrm flipH="1" flipV="1">
            <a:off x="10906760" y="175006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2">
            <a:extLst>
              <a:ext uri="{FF2B5EF4-FFF2-40B4-BE49-F238E27FC236}">
                <a16:creationId xmlns:a16="http://schemas.microsoft.com/office/drawing/2014/main" id="{DDAF5326-F41C-4C94-BC86-CB69210EAA1C}"/>
              </a:ext>
            </a:extLst>
          </p:cNvPr>
          <p:cNvCxnSpPr>
            <a:cxnSpLocks/>
          </p:cNvCxnSpPr>
          <p:nvPr/>
        </p:nvCxnSpPr>
        <p:spPr>
          <a:xfrm>
            <a:off x="10922002" y="173736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2">
            <a:extLst>
              <a:ext uri="{FF2B5EF4-FFF2-40B4-BE49-F238E27FC236}">
                <a16:creationId xmlns:a16="http://schemas.microsoft.com/office/drawing/2014/main" id="{FB36BF59-7645-439A-AFD7-664DE8834346}"/>
              </a:ext>
            </a:extLst>
          </p:cNvPr>
          <p:cNvCxnSpPr>
            <a:cxnSpLocks/>
          </p:cNvCxnSpPr>
          <p:nvPr/>
        </p:nvCxnSpPr>
        <p:spPr>
          <a:xfrm flipH="1">
            <a:off x="10662920" y="194691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52">
            <a:extLst>
              <a:ext uri="{FF2B5EF4-FFF2-40B4-BE49-F238E27FC236}">
                <a16:creationId xmlns:a16="http://schemas.microsoft.com/office/drawing/2014/main" id="{7056EE03-F48F-4E9E-8056-81246C87F386}"/>
              </a:ext>
            </a:extLst>
          </p:cNvPr>
          <p:cNvCxnSpPr>
            <a:cxnSpLocks/>
          </p:cNvCxnSpPr>
          <p:nvPr/>
        </p:nvCxnSpPr>
        <p:spPr>
          <a:xfrm flipH="1">
            <a:off x="10666730" y="2106930"/>
            <a:ext cx="248920" cy="1346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52">
            <a:extLst>
              <a:ext uri="{FF2B5EF4-FFF2-40B4-BE49-F238E27FC236}">
                <a16:creationId xmlns:a16="http://schemas.microsoft.com/office/drawing/2014/main" id="{4CA66770-B824-489B-9A0C-55BBBD64125F}"/>
              </a:ext>
            </a:extLst>
          </p:cNvPr>
          <p:cNvCxnSpPr>
            <a:cxnSpLocks/>
          </p:cNvCxnSpPr>
          <p:nvPr/>
        </p:nvCxnSpPr>
        <p:spPr>
          <a:xfrm>
            <a:off x="10670542" y="203454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52">
            <a:extLst>
              <a:ext uri="{FF2B5EF4-FFF2-40B4-BE49-F238E27FC236}">
                <a16:creationId xmlns:a16="http://schemas.microsoft.com/office/drawing/2014/main" id="{BE2C2388-91CD-4C97-A686-DD3D34B653DD}"/>
              </a:ext>
            </a:extLst>
          </p:cNvPr>
          <p:cNvCxnSpPr>
            <a:cxnSpLocks/>
          </p:cNvCxnSpPr>
          <p:nvPr/>
        </p:nvCxnSpPr>
        <p:spPr>
          <a:xfrm>
            <a:off x="10914382" y="2099310"/>
            <a:ext cx="0" cy="575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52">
            <a:extLst>
              <a:ext uri="{FF2B5EF4-FFF2-40B4-BE49-F238E27FC236}">
                <a16:creationId xmlns:a16="http://schemas.microsoft.com/office/drawing/2014/main" id="{6ECE7E43-0E9E-4F2C-AC25-B8C539BAB086}"/>
              </a:ext>
            </a:extLst>
          </p:cNvPr>
          <p:cNvCxnSpPr>
            <a:cxnSpLocks/>
          </p:cNvCxnSpPr>
          <p:nvPr/>
        </p:nvCxnSpPr>
        <p:spPr>
          <a:xfrm flipH="1">
            <a:off x="10659110" y="2682240"/>
            <a:ext cx="26416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52">
            <a:extLst>
              <a:ext uri="{FF2B5EF4-FFF2-40B4-BE49-F238E27FC236}">
                <a16:creationId xmlns:a16="http://schemas.microsoft.com/office/drawing/2014/main" id="{EAAFD435-AB1B-4EF3-9DCB-7F9E40E6E71F}"/>
              </a:ext>
            </a:extLst>
          </p:cNvPr>
          <p:cNvCxnSpPr>
            <a:cxnSpLocks/>
          </p:cNvCxnSpPr>
          <p:nvPr/>
        </p:nvCxnSpPr>
        <p:spPr>
          <a:xfrm>
            <a:off x="10678162" y="2392680"/>
            <a:ext cx="0" cy="3924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52">
            <a:extLst>
              <a:ext uri="{FF2B5EF4-FFF2-40B4-BE49-F238E27FC236}">
                <a16:creationId xmlns:a16="http://schemas.microsoft.com/office/drawing/2014/main" id="{637A930B-2C01-4888-828E-1D55B270C72B}"/>
              </a:ext>
            </a:extLst>
          </p:cNvPr>
          <p:cNvCxnSpPr>
            <a:cxnSpLocks/>
          </p:cNvCxnSpPr>
          <p:nvPr/>
        </p:nvCxnSpPr>
        <p:spPr>
          <a:xfrm flipH="1">
            <a:off x="10427970" y="237744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52">
            <a:extLst>
              <a:ext uri="{FF2B5EF4-FFF2-40B4-BE49-F238E27FC236}">
                <a16:creationId xmlns:a16="http://schemas.microsoft.com/office/drawing/2014/main" id="{504DAE8D-D4CE-437C-A5A6-C26E4E830121}"/>
              </a:ext>
            </a:extLst>
          </p:cNvPr>
          <p:cNvCxnSpPr>
            <a:cxnSpLocks/>
          </p:cNvCxnSpPr>
          <p:nvPr/>
        </p:nvCxnSpPr>
        <p:spPr>
          <a:xfrm>
            <a:off x="10441942" y="2495550"/>
            <a:ext cx="0" cy="1790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52">
            <a:extLst>
              <a:ext uri="{FF2B5EF4-FFF2-40B4-BE49-F238E27FC236}">
                <a16:creationId xmlns:a16="http://schemas.microsoft.com/office/drawing/2014/main" id="{9EA962CE-FA3D-4D02-AA78-495CA0B62BB2}"/>
              </a:ext>
            </a:extLst>
          </p:cNvPr>
          <p:cNvCxnSpPr>
            <a:cxnSpLocks/>
          </p:cNvCxnSpPr>
          <p:nvPr/>
        </p:nvCxnSpPr>
        <p:spPr>
          <a:xfrm flipH="1">
            <a:off x="10187940" y="265176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52">
            <a:extLst>
              <a:ext uri="{FF2B5EF4-FFF2-40B4-BE49-F238E27FC236}">
                <a16:creationId xmlns:a16="http://schemas.microsoft.com/office/drawing/2014/main" id="{4CB15ED5-2B04-4362-9DB4-320D97D13824}"/>
              </a:ext>
            </a:extLst>
          </p:cNvPr>
          <p:cNvCxnSpPr>
            <a:cxnSpLocks/>
          </p:cNvCxnSpPr>
          <p:nvPr/>
        </p:nvCxnSpPr>
        <p:spPr>
          <a:xfrm>
            <a:off x="10190482" y="276606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52">
            <a:extLst>
              <a:ext uri="{FF2B5EF4-FFF2-40B4-BE49-F238E27FC236}">
                <a16:creationId xmlns:a16="http://schemas.microsoft.com/office/drawing/2014/main" id="{D9E7CF03-4004-4470-9004-6AC60B7130BD}"/>
              </a:ext>
            </a:extLst>
          </p:cNvPr>
          <p:cNvCxnSpPr>
            <a:cxnSpLocks/>
          </p:cNvCxnSpPr>
          <p:nvPr/>
        </p:nvCxnSpPr>
        <p:spPr>
          <a:xfrm flipH="1">
            <a:off x="10187940" y="285369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52">
            <a:extLst>
              <a:ext uri="{FF2B5EF4-FFF2-40B4-BE49-F238E27FC236}">
                <a16:creationId xmlns:a16="http://schemas.microsoft.com/office/drawing/2014/main" id="{26FB0CE0-3086-4960-ABFE-4C49CAE7F94D}"/>
              </a:ext>
            </a:extLst>
          </p:cNvPr>
          <p:cNvCxnSpPr>
            <a:cxnSpLocks/>
          </p:cNvCxnSpPr>
          <p:nvPr/>
        </p:nvCxnSpPr>
        <p:spPr>
          <a:xfrm>
            <a:off x="10430512" y="2830830"/>
            <a:ext cx="0" cy="4038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52">
            <a:extLst>
              <a:ext uri="{FF2B5EF4-FFF2-40B4-BE49-F238E27FC236}">
                <a16:creationId xmlns:a16="http://schemas.microsoft.com/office/drawing/2014/main" id="{15FDAA41-7466-44A0-8E19-2D03FA260F49}"/>
              </a:ext>
            </a:extLst>
          </p:cNvPr>
          <p:cNvCxnSpPr>
            <a:cxnSpLocks/>
          </p:cNvCxnSpPr>
          <p:nvPr/>
        </p:nvCxnSpPr>
        <p:spPr>
          <a:xfrm flipH="1" flipV="1">
            <a:off x="9950450" y="3232150"/>
            <a:ext cx="501650" cy="222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52">
            <a:extLst>
              <a:ext uri="{FF2B5EF4-FFF2-40B4-BE49-F238E27FC236}">
                <a16:creationId xmlns:a16="http://schemas.microsoft.com/office/drawing/2014/main" id="{1A18E0EA-B4D8-473E-A048-15C42F95BE76}"/>
              </a:ext>
            </a:extLst>
          </p:cNvPr>
          <p:cNvCxnSpPr>
            <a:cxnSpLocks/>
          </p:cNvCxnSpPr>
          <p:nvPr/>
        </p:nvCxnSpPr>
        <p:spPr>
          <a:xfrm flipH="1">
            <a:off x="9734550" y="3223260"/>
            <a:ext cx="224790" cy="990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52">
            <a:extLst>
              <a:ext uri="{FF2B5EF4-FFF2-40B4-BE49-F238E27FC236}">
                <a16:creationId xmlns:a16="http://schemas.microsoft.com/office/drawing/2014/main" id="{1AA125BC-F4DE-491C-B62E-4CCA4F072181}"/>
              </a:ext>
            </a:extLst>
          </p:cNvPr>
          <p:cNvCxnSpPr>
            <a:cxnSpLocks/>
          </p:cNvCxnSpPr>
          <p:nvPr/>
        </p:nvCxnSpPr>
        <p:spPr>
          <a:xfrm flipH="1" flipV="1">
            <a:off x="9264650" y="3143250"/>
            <a:ext cx="501650" cy="184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52">
            <a:extLst>
              <a:ext uri="{FF2B5EF4-FFF2-40B4-BE49-F238E27FC236}">
                <a16:creationId xmlns:a16="http://schemas.microsoft.com/office/drawing/2014/main" id="{5FAF6468-430C-4575-B433-F773CF986832}"/>
              </a:ext>
            </a:extLst>
          </p:cNvPr>
          <p:cNvCxnSpPr>
            <a:cxnSpLocks/>
          </p:cNvCxnSpPr>
          <p:nvPr/>
        </p:nvCxnSpPr>
        <p:spPr>
          <a:xfrm>
            <a:off x="9028432" y="3238500"/>
            <a:ext cx="0" cy="1752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52">
            <a:extLst>
              <a:ext uri="{FF2B5EF4-FFF2-40B4-BE49-F238E27FC236}">
                <a16:creationId xmlns:a16="http://schemas.microsoft.com/office/drawing/2014/main" id="{CF59A493-EFCF-4B4F-80C7-BE8F9076C053}"/>
              </a:ext>
            </a:extLst>
          </p:cNvPr>
          <p:cNvCxnSpPr>
            <a:cxnSpLocks/>
          </p:cNvCxnSpPr>
          <p:nvPr/>
        </p:nvCxnSpPr>
        <p:spPr>
          <a:xfrm flipV="1">
            <a:off x="7860030" y="3429000"/>
            <a:ext cx="684530" cy="2514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52">
            <a:extLst>
              <a:ext uri="{FF2B5EF4-FFF2-40B4-BE49-F238E27FC236}">
                <a16:creationId xmlns:a16="http://schemas.microsoft.com/office/drawing/2014/main" id="{CAA0632A-3B20-4427-AF29-2C92080D1368}"/>
              </a:ext>
            </a:extLst>
          </p:cNvPr>
          <p:cNvCxnSpPr>
            <a:cxnSpLocks/>
          </p:cNvCxnSpPr>
          <p:nvPr/>
        </p:nvCxnSpPr>
        <p:spPr>
          <a:xfrm flipH="1" flipV="1">
            <a:off x="8555990" y="34112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52">
            <a:extLst>
              <a:ext uri="{FF2B5EF4-FFF2-40B4-BE49-F238E27FC236}">
                <a16:creationId xmlns:a16="http://schemas.microsoft.com/office/drawing/2014/main" id="{E96C153A-1F71-41D8-8B88-38EE25AEBF20}"/>
              </a:ext>
            </a:extLst>
          </p:cNvPr>
          <p:cNvCxnSpPr>
            <a:cxnSpLocks/>
          </p:cNvCxnSpPr>
          <p:nvPr/>
        </p:nvCxnSpPr>
        <p:spPr>
          <a:xfrm>
            <a:off x="8771892" y="3510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52">
            <a:extLst>
              <a:ext uri="{FF2B5EF4-FFF2-40B4-BE49-F238E27FC236}">
                <a16:creationId xmlns:a16="http://schemas.microsoft.com/office/drawing/2014/main" id="{9FB3D118-0E82-4DEC-9900-BB00D8217317}"/>
              </a:ext>
            </a:extLst>
          </p:cNvPr>
          <p:cNvCxnSpPr>
            <a:cxnSpLocks/>
          </p:cNvCxnSpPr>
          <p:nvPr/>
        </p:nvCxnSpPr>
        <p:spPr>
          <a:xfrm flipH="1" flipV="1">
            <a:off x="8525510" y="35890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52">
            <a:extLst>
              <a:ext uri="{FF2B5EF4-FFF2-40B4-BE49-F238E27FC236}">
                <a16:creationId xmlns:a16="http://schemas.microsoft.com/office/drawing/2014/main" id="{FE5A192F-5C88-49B5-8F44-0EE52D19A9C4}"/>
              </a:ext>
            </a:extLst>
          </p:cNvPr>
          <p:cNvCxnSpPr>
            <a:cxnSpLocks/>
          </p:cNvCxnSpPr>
          <p:nvPr/>
        </p:nvCxnSpPr>
        <p:spPr>
          <a:xfrm>
            <a:off x="8558532" y="35814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52">
            <a:extLst>
              <a:ext uri="{FF2B5EF4-FFF2-40B4-BE49-F238E27FC236}">
                <a16:creationId xmlns:a16="http://schemas.microsoft.com/office/drawing/2014/main" id="{8D487808-F975-4FC8-A1A2-7C3EE5FBCCE7}"/>
              </a:ext>
            </a:extLst>
          </p:cNvPr>
          <p:cNvCxnSpPr>
            <a:cxnSpLocks/>
          </p:cNvCxnSpPr>
          <p:nvPr/>
        </p:nvCxnSpPr>
        <p:spPr>
          <a:xfrm flipH="1" flipV="1">
            <a:off x="8312150" y="367538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452">
            <a:extLst>
              <a:ext uri="{FF2B5EF4-FFF2-40B4-BE49-F238E27FC236}">
                <a16:creationId xmlns:a16="http://schemas.microsoft.com/office/drawing/2014/main" id="{917F6764-312F-46D5-8ED8-9DB067227065}"/>
              </a:ext>
            </a:extLst>
          </p:cNvPr>
          <p:cNvCxnSpPr>
            <a:cxnSpLocks/>
          </p:cNvCxnSpPr>
          <p:nvPr/>
        </p:nvCxnSpPr>
        <p:spPr>
          <a:xfrm flipH="1">
            <a:off x="7853680" y="3670300"/>
            <a:ext cx="483870" cy="210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452">
            <a:extLst>
              <a:ext uri="{FF2B5EF4-FFF2-40B4-BE49-F238E27FC236}">
                <a16:creationId xmlns:a16="http://schemas.microsoft.com/office/drawing/2014/main" id="{8EAFE087-980E-4E57-AC5D-92E32C1FE37C}"/>
              </a:ext>
            </a:extLst>
          </p:cNvPr>
          <p:cNvCxnSpPr>
            <a:cxnSpLocks/>
          </p:cNvCxnSpPr>
          <p:nvPr/>
        </p:nvCxnSpPr>
        <p:spPr>
          <a:xfrm flipH="1" flipV="1">
            <a:off x="7636510" y="377190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452">
            <a:extLst>
              <a:ext uri="{FF2B5EF4-FFF2-40B4-BE49-F238E27FC236}">
                <a16:creationId xmlns:a16="http://schemas.microsoft.com/office/drawing/2014/main" id="{D06DCE52-516B-4B13-AB05-092ECBBB5316}"/>
              </a:ext>
            </a:extLst>
          </p:cNvPr>
          <p:cNvCxnSpPr>
            <a:cxnSpLocks/>
          </p:cNvCxnSpPr>
          <p:nvPr/>
        </p:nvCxnSpPr>
        <p:spPr>
          <a:xfrm>
            <a:off x="7618732" y="3764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452">
            <a:extLst>
              <a:ext uri="{FF2B5EF4-FFF2-40B4-BE49-F238E27FC236}">
                <a16:creationId xmlns:a16="http://schemas.microsoft.com/office/drawing/2014/main" id="{8693EB37-ABA3-41F2-9AD6-5FF636DDF5A6}"/>
              </a:ext>
            </a:extLst>
          </p:cNvPr>
          <p:cNvCxnSpPr>
            <a:cxnSpLocks/>
          </p:cNvCxnSpPr>
          <p:nvPr/>
        </p:nvCxnSpPr>
        <p:spPr>
          <a:xfrm flipH="1">
            <a:off x="7381240" y="395986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452">
            <a:extLst>
              <a:ext uri="{FF2B5EF4-FFF2-40B4-BE49-F238E27FC236}">
                <a16:creationId xmlns:a16="http://schemas.microsoft.com/office/drawing/2014/main" id="{EB9B8FFE-77F0-4564-8114-210B98164073}"/>
              </a:ext>
            </a:extLst>
          </p:cNvPr>
          <p:cNvCxnSpPr>
            <a:cxnSpLocks/>
          </p:cNvCxnSpPr>
          <p:nvPr/>
        </p:nvCxnSpPr>
        <p:spPr>
          <a:xfrm flipH="1" flipV="1">
            <a:off x="7138670" y="39446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452">
            <a:extLst>
              <a:ext uri="{FF2B5EF4-FFF2-40B4-BE49-F238E27FC236}">
                <a16:creationId xmlns:a16="http://schemas.microsoft.com/office/drawing/2014/main" id="{FE7944B6-32F6-447F-ADD8-954BC6FF748E}"/>
              </a:ext>
            </a:extLst>
          </p:cNvPr>
          <p:cNvCxnSpPr>
            <a:cxnSpLocks/>
          </p:cNvCxnSpPr>
          <p:nvPr/>
        </p:nvCxnSpPr>
        <p:spPr>
          <a:xfrm flipH="1">
            <a:off x="6913880" y="39446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452">
            <a:extLst>
              <a:ext uri="{FF2B5EF4-FFF2-40B4-BE49-F238E27FC236}">
                <a16:creationId xmlns:a16="http://schemas.microsoft.com/office/drawing/2014/main" id="{2D68F8F3-B6F7-4215-BCD5-79117CAEAF43}"/>
              </a:ext>
            </a:extLst>
          </p:cNvPr>
          <p:cNvCxnSpPr>
            <a:cxnSpLocks/>
          </p:cNvCxnSpPr>
          <p:nvPr/>
        </p:nvCxnSpPr>
        <p:spPr>
          <a:xfrm flipH="1" flipV="1">
            <a:off x="6436360" y="3876040"/>
            <a:ext cx="494030" cy="1790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452">
            <a:extLst>
              <a:ext uri="{FF2B5EF4-FFF2-40B4-BE49-F238E27FC236}">
                <a16:creationId xmlns:a16="http://schemas.microsoft.com/office/drawing/2014/main" id="{ECD43CB7-8EFF-4E62-8C87-FF3DD813CF6A}"/>
              </a:ext>
            </a:extLst>
          </p:cNvPr>
          <p:cNvCxnSpPr>
            <a:cxnSpLocks/>
          </p:cNvCxnSpPr>
          <p:nvPr/>
        </p:nvCxnSpPr>
        <p:spPr>
          <a:xfrm flipH="1">
            <a:off x="6197600" y="38684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452">
            <a:extLst>
              <a:ext uri="{FF2B5EF4-FFF2-40B4-BE49-F238E27FC236}">
                <a16:creationId xmlns:a16="http://schemas.microsoft.com/office/drawing/2014/main" id="{17F0ED19-A63B-45F0-A7C2-4491316BC8BC}"/>
              </a:ext>
            </a:extLst>
          </p:cNvPr>
          <p:cNvCxnSpPr>
            <a:cxnSpLocks/>
          </p:cNvCxnSpPr>
          <p:nvPr/>
        </p:nvCxnSpPr>
        <p:spPr>
          <a:xfrm>
            <a:off x="6186172" y="3972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452">
            <a:extLst>
              <a:ext uri="{FF2B5EF4-FFF2-40B4-BE49-F238E27FC236}">
                <a16:creationId xmlns:a16="http://schemas.microsoft.com/office/drawing/2014/main" id="{01AF5A15-09E2-4B09-B263-A3F5A44E1390}"/>
              </a:ext>
            </a:extLst>
          </p:cNvPr>
          <p:cNvCxnSpPr>
            <a:cxnSpLocks/>
          </p:cNvCxnSpPr>
          <p:nvPr/>
        </p:nvCxnSpPr>
        <p:spPr>
          <a:xfrm flipH="1">
            <a:off x="6202680" y="405638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452">
            <a:extLst>
              <a:ext uri="{FF2B5EF4-FFF2-40B4-BE49-F238E27FC236}">
                <a16:creationId xmlns:a16="http://schemas.microsoft.com/office/drawing/2014/main" id="{6A84B8D4-3D95-4B99-8CC6-7F3CB680977B}"/>
              </a:ext>
            </a:extLst>
          </p:cNvPr>
          <p:cNvCxnSpPr>
            <a:cxnSpLocks/>
          </p:cNvCxnSpPr>
          <p:nvPr/>
        </p:nvCxnSpPr>
        <p:spPr>
          <a:xfrm flipH="1" flipV="1">
            <a:off x="6447790" y="406654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452">
            <a:extLst>
              <a:ext uri="{FF2B5EF4-FFF2-40B4-BE49-F238E27FC236}">
                <a16:creationId xmlns:a16="http://schemas.microsoft.com/office/drawing/2014/main" id="{56069156-5784-4ADE-BDCF-6FAC4F3E9244}"/>
              </a:ext>
            </a:extLst>
          </p:cNvPr>
          <p:cNvCxnSpPr>
            <a:cxnSpLocks/>
          </p:cNvCxnSpPr>
          <p:nvPr/>
        </p:nvCxnSpPr>
        <p:spPr>
          <a:xfrm flipH="1">
            <a:off x="6431280" y="41478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452">
            <a:extLst>
              <a:ext uri="{FF2B5EF4-FFF2-40B4-BE49-F238E27FC236}">
                <a16:creationId xmlns:a16="http://schemas.microsoft.com/office/drawing/2014/main" id="{4FFF01FD-4E9A-4150-BE28-70074773B052}"/>
              </a:ext>
            </a:extLst>
          </p:cNvPr>
          <p:cNvCxnSpPr>
            <a:cxnSpLocks/>
          </p:cNvCxnSpPr>
          <p:nvPr/>
        </p:nvCxnSpPr>
        <p:spPr>
          <a:xfrm>
            <a:off x="6440172" y="42519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452">
            <a:extLst>
              <a:ext uri="{FF2B5EF4-FFF2-40B4-BE49-F238E27FC236}">
                <a16:creationId xmlns:a16="http://schemas.microsoft.com/office/drawing/2014/main" id="{52656E40-2EFE-4EAB-BFE0-135921251002}"/>
              </a:ext>
            </a:extLst>
          </p:cNvPr>
          <p:cNvCxnSpPr>
            <a:cxnSpLocks/>
          </p:cNvCxnSpPr>
          <p:nvPr/>
        </p:nvCxnSpPr>
        <p:spPr>
          <a:xfrm flipH="1" flipV="1">
            <a:off x="6421120" y="4434840"/>
            <a:ext cx="243840" cy="66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452">
            <a:extLst>
              <a:ext uri="{FF2B5EF4-FFF2-40B4-BE49-F238E27FC236}">
                <a16:creationId xmlns:a16="http://schemas.microsoft.com/office/drawing/2014/main" id="{5B681659-FFF7-4D1E-B199-966A9F4E80F5}"/>
              </a:ext>
            </a:extLst>
          </p:cNvPr>
          <p:cNvCxnSpPr>
            <a:cxnSpLocks/>
          </p:cNvCxnSpPr>
          <p:nvPr/>
        </p:nvCxnSpPr>
        <p:spPr>
          <a:xfrm>
            <a:off x="6653532" y="44856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452">
            <a:extLst>
              <a:ext uri="{FF2B5EF4-FFF2-40B4-BE49-F238E27FC236}">
                <a16:creationId xmlns:a16="http://schemas.microsoft.com/office/drawing/2014/main" id="{7854E713-67C6-40BD-8156-9407B6E457A5}"/>
              </a:ext>
            </a:extLst>
          </p:cNvPr>
          <p:cNvCxnSpPr>
            <a:cxnSpLocks/>
          </p:cNvCxnSpPr>
          <p:nvPr/>
        </p:nvCxnSpPr>
        <p:spPr>
          <a:xfrm flipH="1">
            <a:off x="6659880" y="459232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452">
            <a:extLst>
              <a:ext uri="{FF2B5EF4-FFF2-40B4-BE49-F238E27FC236}">
                <a16:creationId xmlns:a16="http://schemas.microsoft.com/office/drawing/2014/main" id="{DEF18DC8-F018-4A5A-B92A-3EE789A12764}"/>
              </a:ext>
            </a:extLst>
          </p:cNvPr>
          <p:cNvCxnSpPr>
            <a:cxnSpLocks/>
          </p:cNvCxnSpPr>
          <p:nvPr/>
        </p:nvCxnSpPr>
        <p:spPr>
          <a:xfrm>
            <a:off x="6897372" y="43891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452">
            <a:extLst>
              <a:ext uri="{FF2B5EF4-FFF2-40B4-BE49-F238E27FC236}">
                <a16:creationId xmlns:a16="http://schemas.microsoft.com/office/drawing/2014/main" id="{7B8E1349-8398-4E03-9D53-46B9868B52AF}"/>
              </a:ext>
            </a:extLst>
          </p:cNvPr>
          <p:cNvCxnSpPr>
            <a:cxnSpLocks/>
          </p:cNvCxnSpPr>
          <p:nvPr/>
        </p:nvCxnSpPr>
        <p:spPr>
          <a:xfrm flipH="1" flipV="1">
            <a:off x="6898640" y="441452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3B624F6B-619A-4B8D-801C-2CC466361470}"/>
              </a:ext>
            </a:extLst>
          </p:cNvPr>
          <p:cNvCxnSpPr>
            <a:cxnSpLocks/>
          </p:cNvCxnSpPr>
          <p:nvPr/>
        </p:nvCxnSpPr>
        <p:spPr>
          <a:xfrm flipH="1">
            <a:off x="7391400" y="448564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452">
            <a:extLst>
              <a:ext uri="{FF2B5EF4-FFF2-40B4-BE49-F238E27FC236}">
                <a16:creationId xmlns:a16="http://schemas.microsoft.com/office/drawing/2014/main" id="{F8F8E418-6629-4CE0-8C47-EA76FE7592DC}"/>
              </a:ext>
            </a:extLst>
          </p:cNvPr>
          <p:cNvCxnSpPr>
            <a:cxnSpLocks/>
          </p:cNvCxnSpPr>
          <p:nvPr/>
        </p:nvCxnSpPr>
        <p:spPr>
          <a:xfrm flipH="1" flipV="1">
            <a:off x="7132320" y="431800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452">
            <a:extLst>
              <a:ext uri="{FF2B5EF4-FFF2-40B4-BE49-F238E27FC236}">
                <a16:creationId xmlns:a16="http://schemas.microsoft.com/office/drawing/2014/main" id="{077CFE07-402A-439D-A7CD-27C89D5D011E}"/>
              </a:ext>
            </a:extLst>
          </p:cNvPr>
          <p:cNvCxnSpPr>
            <a:cxnSpLocks/>
          </p:cNvCxnSpPr>
          <p:nvPr/>
        </p:nvCxnSpPr>
        <p:spPr>
          <a:xfrm>
            <a:off x="7161532" y="41249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452">
            <a:extLst>
              <a:ext uri="{FF2B5EF4-FFF2-40B4-BE49-F238E27FC236}">
                <a16:creationId xmlns:a16="http://schemas.microsoft.com/office/drawing/2014/main" id="{1841F515-1FFF-4EEF-8AF5-7BDBD54F876F}"/>
              </a:ext>
            </a:extLst>
          </p:cNvPr>
          <p:cNvCxnSpPr>
            <a:cxnSpLocks/>
          </p:cNvCxnSpPr>
          <p:nvPr/>
        </p:nvCxnSpPr>
        <p:spPr>
          <a:xfrm flipH="1" flipV="1">
            <a:off x="7147560" y="415036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452">
            <a:extLst>
              <a:ext uri="{FF2B5EF4-FFF2-40B4-BE49-F238E27FC236}">
                <a16:creationId xmlns:a16="http://schemas.microsoft.com/office/drawing/2014/main" id="{59C7BF11-503D-490C-A8B5-845E5D738D04}"/>
              </a:ext>
            </a:extLst>
          </p:cNvPr>
          <p:cNvCxnSpPr>
            <a:cxnSpLocks/>
          </p:cNvCxnSpPr>
          <p:nvPr/>
        </p:nvCxnSpPr>
        <p:spPr>
          <a:xfrm>
            <a:off x="7618732" y="41198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452">
            <a:extLst>
              <a:ext uri="{FF2B5EF4-FFF2-40B4-BE49-F238E27FC236}">
                <a16:creationId xmlns:a16="http://schemas.microsoft.com/office/drawing/2014/main" id="{21CEE525-64BB-426B-886D-A4F8EB997802}"/>
              </a:ext>
            </a:extLst>
          </p:cNvPr>
          <p:cNvCxnSpPr>
            <a:cxnSpLocks/>
          </p:cNvCxnSpPr>
          <p:nvPr/>
        </p:nvCxnSpPr>
        <p:spPr>
          <a:xfrm flipH="1">
            <a:off x="7604760" y="3865880"/>
            <a:ext cx="731520" cy="2794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452">
            <a:extLst>
              <a:ext uri="{FF2B5EF4-FFF2-40B4-BE49-F238E27FC236}">
                <a16:creationId xmlns:a16="http://schemas.microsoft.com/office/drawing/2014/main" id="{D129ED92-607A-4F5F-B3C7-5EFD319DAF12}"/>
              </a:ext>
            </a:extLst>
          </p:cNvPr>
          <p:cNvCxnSpPr>
            <a:cxnSpLocks/>
          </p:cNvCxnSpPr>
          <p:nvPr/>
        </p:nvCxnSpPr>
        <p:spPr>
          <a:xfrm>
            <a:off x="8329932" y="38608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452">
            <a:extLst>
              <a:ext uri="{FF2B5EF4-FFF2-40B4-BE49-F238E27FC236}">
                <a16:creationId xmlns:a16="http://schemas.microsoft.com/office/drawing/2014/main" id="{2BADC489-0FE9-4DF0-8C38-9B8C967A2832}"/>
              </a:ext>
            </a:extLst>
          </p:cNvPr>
          <p:cNvCxnSpPr>
            <a:cxnSpLocks/>
          </p:cNvCxnSpPr>
          <p:nvPr/>
        </p:nvCxnSpPr>
        <p:spPr>
          <a:xfrm flipH="1" flipV="1">
            <a:off x="8317230" y="406146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452">
            <a:extLst>
              <a:ext uri="{FF2B5EF4-FFF2-40B4-BE49-F238E27FC236}">
                <a16:creationId xmlns:a16="http://schemas.microsoft.com/office/drawing/2014/main" id="{B1E749A6-B90C-4FFA-A2C1-AA0F69FD878D}"/>
              </a:ext>
            </a:extLst>
          </p:cNvPr>
          <p:cNvCxnSpPr>
            <a:cxnSpLocks/>
          </p:cNvCxnSpPr>
          <p:nvPr/>
        </p:nvCxnSpPr>
        <p:spPr>
          <a:xfrm flipH="1">
            <a:off x="8544560" y="404876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452">
            <a:extLst>
              <a:ext uri="{FF2B5EF4-FFF2-40B4-BE49-F238E27FC236}">
                <a16:creationId xmlns:a16="http://schemas.microsoft.com/office/drawing/2014/main" id="{C7956C03-A3D0-4C5B-8115-DB0A83B6B4EE}"/>
              </a:ext>
            </a:extLst>
          </p:cNvPr>
          <p:cNvCxnSpPr>
            <a:cxnSpLocks/>
          </p:cNvCxnSpPr>
          <p:nvPr/>
        </p:nvCxnSpPr>
        <p:spPr>
          <a:xfrm flipH="1" flipV="1">
            <a:off x="8809990" y="404622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452">
            <a:extLst>
              <a:ext uri="{FF2B5EF4-FFF2-40B4-BE49-F238E27FC236}">
                <a16:creationId xmlns:a16="http://schemas.microsoft.com/office/drawing/2014/main" id="{102CED34-B64E-4A0C-9A59-D0C84BCF8D3E}"/>
              </a:ext>
            </a:extLst>
          </p:cNvPr>
          <p:cNvCxnSpPr>
            <a:cxnSpLocks/>
          </p:cNvCxnSpPr>
          <p:nvPr/>
        </p:nvCxnSpPr>
        <p:spPr>
          <a:xfrm>
            <a:off x="9036052" y="41148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452">
            <a:extLst>
              <a:ext uri="{FF2B5EF4-FFF2-40B4-BE49-F238E27FC236}">
                <a16:creationId xmlns:a16="http://schemas.microsoft.com/office/drawing/2014/main" id="{01E9BAFC-8F3F-4C67-B55D-A1F71FE20B48}"/>
              </a:ext>
            </a:extLst>
          </p:cNvPr>
          <p:cNvCxnSpPr>
            <a:cxnSpLocks/>
          </p:cNvCxnSpPr>
          <p:nvPr/>
        </p:nvCxnSpPr>
        <p:spPr>
          <a:xfrm flipH="1" flipV="1">
            <a:off x="8799830" y="422910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452">
            <a:extLst>
              <a:ext uri="{FF2B5EF4-FFF2-40B4-BE49-F238E27FC236}">
                <a16:creationId xmlns:a16="http://schemas.microsoft.com/office/drawing/2014/main" id="{5C8B2BFB-65CB-4552-9BF5-6C014A39C502}"/>
              </a:ext>
            </a:extLst>
          </p:cNvPr>
          <p:cNvCxnSpPr>
            <a:cxnSpLocks/>
          </p:cNvCxnSpPr>
          <p:nvPr/>
        </p:nvCxnSpPr>
        <p:spPr>
          <a:xfrm>
            <a:off x="8797292" y="42113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452">
            <a:extLst>
              <a:ext uri="{FF2B5EF4-FFF2-40B4-BE49-F238E27FC236}">
                <a16:creationId xmlns:a16="http://schemas.microsoft.com/office/drawing/2014/main" id="{B73ACE05-B78B-448D-810C-43363428B35E}"/>
              </a:ext>
            </a:extLst>
          </p:cNvPr>
          <p:cNvCxnSpPr>
            <a:cxnSpLocks/>
          </p:cNvCxnSpPr>
          <p:nvPr/>
        </p:nvCxnSpPr>
        <p:spPr>
          <a:xfrm flipH="1" flipV="1">
            <a:off x="8310880" y="4241800"/>
            <a:ext cx="492760" cy="1879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452">
            <a:extLst>
              <a:ext uri="{FF2B5EF4-FFF2-40B4-BE49-F238E27FC236}">
                <a16:creationId xmlns:a16="http://schemas.microsoft.com/office/drawing/2014/main" id="{07D5AF1C-9A4C-4F66-A2EE-226A02E88578}"/>
              </a:ext>
            </a:extLst>
          </p:cNvPr>
          <p:cNvCxnSpPr>
            <a:cxnSpLocks/>
          </p:cNvCxnSpPr>
          <p:nvPr/>
        </p:nvCxnSpPr>
        <p:spPr>
          <a:xfrm flipH="1">
            <a:off x="8067040" y="424180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452">
            <a:extLst>
              <a:ext uri="{FF2B5EF4-FFF2-40B4-BE49-F238E27FC236}">
                <a16:creationId xmlns:a16="http://schemas.microsoft.com/office/drawing/2014/main" id="{37E53A1B-B183-4E26-B069-577BB63D411B}"/>
              </a:ext>
            </a:extLst>
          </p:cNvPr>
          <p:cNvCxnSpPr>
            <a:cxnSpLocks/>
          </p:cNvCxnSpPr>
          <p:nvPr/>
        </p:nvCxnSpPr>
        <p:spPr>
          <a:xfrm flipV="1">
            <a:off x="8088631" y="4335780"/>
            <a:ext cx="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452">
            <a:extLst>
              <a:ext uri="{FF2B5EF4-FFF2-40B4-BE49-F238E27FC236}">
                <a16:creationId xmlns:a16="http://schemas.microsoft.com/office/drawing/2014/main" id="{C8379F1C-9C02-4DF3-A873-1FB44B2AA2C8}"/>
              </a:ext>
            </a:extLst>
          </p:cNvPr>
          <p:cNvCxnSpPr>
            <a:cxnSpLocks/>
          </p:cNvCxnSpPr>
          <p:nvPr/>
        </p:nvCxnSpPr>
        <p:spPr>
          <a:xfrm>
            <a:off x="8319772" y="4399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452">
            <a:extLst>
              <a:ext uri="{FF2B5EF4-FFF2-40B4-BE49-F238E27FC236}">
                <a16:creationId xmlns:a16="http://schemas.microsoft.com/office/drawing/2014/main" id="{9B19DA93-C2B4-4C2F-838F-40105114FED5}"/>
              </a:ext>
            </a:extLst>
          </p:cNvPr>
          <p:cNvCxnSpPr>
            <a:cxnSpLocks/>
          </p:cNvCxnSpPr>
          <p:nvPr/>
        </p:nvCxnSpPr>
        <p:spPr>
          <a:xfrm flipH="1" flipV="1">
            <a:off x="8337550" y="4594860"/>
            <a:ext cx="49657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452">
            <a:extLst>
              <a:ext uri="{FF2B5EF4-FFF2-40B4-BE49-F238E27FC236}">
                <a16:creationId xmlns:a16="http://schemas.microsoft.com/office/drawing/2014/main" id="{BE79543F-6B56-410A-AC52-15BC7A97754F}"/>
              </a:ext>
            </a:extLst>
          </p:cNvPr>
          <p:cNvCxnSpPr>
            <a:cxnSpLocks/>
          </p:cNvCxnSpPr>
          <p:nvPr/>
        </p:nvCxnSpPr>
        <p:spPr>
          <a:xfrm flipH="1">
            <a:off x="8102601" y="4795520"/>
            <a:ext cx="71120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452">
            <a:extLst>
              <a:ext uri="{FF2B5EF4-FFF2-40B4-BE49-F238E27FC236}">
                <a16:creationId xmlns:a16="http://schemas.microsoft.com/office/drawing/2014/main" id="{2FEC338B-BDAA-428D-BA10-DCBD7B461AA4}"/>
              </a:ext>
            </a:extLst>
          </p:cNvPr>
          <p:cNvCxnSpPr>
            <a:cxnSpLocks/>
          </p:cNvCxnSpPr>
          <p:nvPr/>
        </p:nvCxnSpPr>
        <p:spPr>
          <a:xfrm flipH="1">
            <a:off x="8056880" y="441960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452">
            <a:extLst>
              <a:ext uri="{FF2B5EF4-FFF2-40B4-BE49-F238E27FC236}">
                <a16:creationId xmlns:a16="http://schemas.microsoft.com/office/drawing/2014/main" id="{C28A1A3A-0788-4939-8F72-282E8501B49D}"/>
              </a:ext>
            </a:extLst>
          </p:cNvPr>
          <p:cNvCxnSpPr>
            <a:cxnSpLocks/>
          </p:cNvCxnSpPr>
          <p:nvPr/>
        </p:nvCxnSpPr>
        <p:spPr>
          <a:xfrm>
            <a:off x="8081012" y="48717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452">
            <a:extLst>
              <a:ext uri="{FF2B5EF4-FFF2-40B4-BE49-F238E27FC236}">
                <a16:creationId xmlns:a16="http://schemas.microsoft.com/office/drawing/2014/main" id="{37A32B32-6C44-4BC8-8761-DC6EEC0D2148}"/>
              </a:ext>
            </a:extLst>
          </p:cNvPr>
          <p:cNvCxnSpPr>
            <a:cxnSpLocks/>
          </p:cNvCxnSpPr>
          <p:nvPr/>
        </p:nvCxnSpPr>
        <p:spPr>
          <a:xfrm flipH="1">
            <a:off x="8056880" y="478028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452">
            <a:extLst>
              <a:ext uri="{FF2B5EF4-FFF2-40B4-BE49-F238E27FC236}">
                <a16:creationId xmlns:a16="http://schemas.microsoft.com/office/drawing/2014/main" id="{33DD1FC5-3C44-476C-893F-8612007B9DFD}"/>
              </a:ext>
            </a:extLst>
          </p:cNvPr>
          <p:cNvCxnSpPr>
            <a:cxnSpLocks/>
          </p:cNvCxnSpPr>
          <p:nvPr/>
        </p:nvCxnSpPr>
        <p:spPr>
          <a:xfrm flipH="1" flipV="1">
            <a:off x="8078470" y="470154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452">
            <a:extLst>
              <a:ext uri="{FF2B5EF4-FFF2-40B4-BE49-F238E27FC236}">
                <a16:creationId xmlns:a16="http://schemas.microsoft.com/office/drawing/2014/main" id="{E644AE05-C669-414F-B21E-7A22DDA0B645}"/>
              </a:ext>
            </a:extLst>
          </p:cNvPr>
          <p:cNvCxnSpPr>
            <a:cxnSpLocks/>
          </p:cNvCxnSpPr>
          <p:nvPr/>
        </p:nvCxnSpPr>
        <p:spPr>
          <a:xfrm flipH="1">
            <a:off x="7853680" y="467868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452">
            <a:extLst>
              <a:ext uri="{FF2B5EF4-FFF2-40B4-BE49-F238E27FC236}">
                <a16:creationId xmlns:a16="http://schemas.microsoft.com/office/drawing/2014/main" id="{3E874596-56A0-4726-8F88-339D133119F4}"/>
              </a:ext>
            </a:extLst>
          </p:cNvPr>
          <p:cNvCxnSpPr>
            <a:cxnSpLocks/>
          </p:cNvCxnSpPr>
          <p:nvPr/>
        </p:nvCxnSpPr>
        <p:spPr>
          <a:xfrm>
            <a:off x="7862572" y="4780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452">
            <a:extLst>
              <a:ext uri="{FF2B5EF4-FFF2-40B4-BE49-F238E27FC236}">
                <a16:creationId xmlns:a16="http://schemas.microsoft.com/office/drawing/2014/main" id="{BA8512CD-C3B5-4C2D-8844-41AE08E76942}"/>
              </a:ext>
            </a:extLst>
          </p:cNvPr>
          <p:cNvCxnSpPr>
            <a:cxnSpLocks/>
          </p:cNvCxnSpPr>
          <p:nvPr/>
        </p:nvCxnSpPr>
        <p:spPr>
          <a:xfrm flipH="1">
            <a:off x="7614920" y="495300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452">
            <a:extLst>
              <a:ext uri="{FF2B5EF4-FFF2-40B4-BE49-F238E27FC236}">
                <a16:creationId xmlns:a16="http://schemas.microsoft.com/office/drawing/2014/main" id="{92685A49-2C5D-44AD-93AC-B920C3CBF5BA}"/>
              </a:ext>
            </a:extLst>
          </p:cNvPr>
          <p:cNvCxnSpPr>
            <a:cxnSpLocks/>
          </p:cNvCxnSpPr>
          <p:nvPr/>
        </p:nvCxnSpPr>
        <p:spPr>
          <a:xfrm>
            <a:off x="7618732" y="48717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452">
            <a:extLst>
              <a:ext uri="{FF2B5EF4-FFF2-40B4-BE49-F238E27FC236}">
                <a16:creationId xmlns:a16="http://schemas.microsoft.com/office/drawing/2014/main" id="{14D843D8-003D-4A41-AAD0-D2CD50DA83FD}"/>
              </a:ext>
            </a:extLst>
          </p:cNvPr>
          <p:cNvCxnSpPr>
            <a:cxnSpLocks/>
          </p:cNvCxnSpPr>
          <p:nvPr/>
        </p:nvCxnSpPr>
        <p:spPr>
          <a:xfrm flipH="1">
            <a:off x="7376160" y="486664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452">
            <a:extLst>
              <a:ext uri="{FF2B5EF4-FFF2-40B4-BE49-F238E27FC236}">
                <a16:creationId xmlns:a16="http://schemas.microsoft.com/office/drawing/2014/main" id="{5699B478-B79A-4403-8153-5EB76BC3E1C7}"/>
              </a:ext>
            </a:extLst>
          </p:cNvPr>
          <p:cNvCxnSpPr>
            <a:cxnSpLocks/>
          </p:cNvCxnSpPr>
          <p:nvPr/>
        </p:nvCxnSpPr>
        <p:spPr>
          <a:xfrm>
            <a:off x="7379972" y="49580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452">
            <a:extLst>
              <a:ext uri="{FF2B5EF4-FFF2-40B4-BE49-F238E27FC236}">
                <a16:creationId xmlns:a16="http://schemas.microsoft.com/office/drawing/2014/main" id="{51132AAD-6969-46D0-9289-F8BE2CE602C0}"/>
              </a:ext>
            </a:extLst>
          </p:cNvPr>
          <p:cNvCxnSpPr>
            <a:cxnSpLocks/>
          </p:cNvCxnSpPr>
          <p:nvPr/>
        </p:nvCxnSpPr>
        <p:spPr>
          <a:xfrm flipH="1">
            <a:off x="7137400" y="5151120"/>
            <a:ext cx="243840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452">
            <a:extLst>
              <a:ext uri="{FF2B5EF4-FFF2-40B4-BE49-F238E27FC236}">
                <a16:creationId xmlns:a16="http://schemas.microsoft.com/office/drawing/2014/main" id="{F105FE52-D045-4751-A9A0-DABF40D349A0}"/>
              </a:ext>
            </a:extLst>
          </p:cNvPr>
          <p:cNvCxnSpPr>
            <a:cxnSpLocks/>
          </p:cNvCxnSpPr>
          <p:nvPr/>
        </p:nvCxnSpPr>
        <p:spPr>
          <a:xfrm>
            <a:off x="7151372" y="4881880"/>
            <a:ext cx="0" cy="361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Connector 452">
            <a:extLst>
              <a:ext uri="{FF2B5EF4-FFF2-40B4-BE49-F238E27FC236}">
                <a16:creationId xmlns:a16="http://schemas.microsoft.com/office/drawing/2014/main" id="{89277898-25B7-427B-969A-3080AF25BDDD}"/>
              </a:ext>
            </a:extLst>
          </p:cNvPr>
          <p:cNvCxnSpPr>
            <a:cxnSpLocks/>
          </p:cNvCxnSpPr>
          <p:nvPr/>
        </p:nvCxnSpPr>
        <p:spPr>
          <a:xfrm flipH="1">
            <a:off x="6913880" y="488188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452">
            <a:extLst>
              <a:ext uri="{FF2B5EF4-FFF2-40B4-BE49-F238E27FC236}">
                <a16:creationId xmlns:a16="http://schemas.microsoft.com/office/drawing/2014/main" id="{FA9B21E7-96C5-40F2-90E2-CE7EDA2D11E4}"/>
              </a:ext>
            </a:extLst>
          </p:cNvPr>
          <p:cNvCxnSpPr>
            <a:cxnSpLocks/>
          </p:cNvCxnSpPr>
          <p:nvPr/>
        </p:nvCxnSpPr>
        <p:spPr>
          <a:xfrm>
            <a:off x="6922772" y="49580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452">
            <a:extLst>
              <a:ext uri="{FF2B5EF4-FFF2-40B4-BE49-F238E27FC236}">
                <a16:creationId xmlns:a16="http://schemas.microsoft.com/office/drawing/2014/main" id="{83145F0E-EDC5-403A-B363-846F0DD6BBEB}"/>
              </a:ext>
            </a:extLst>
          </p:cNvPr>
          <p:cNvCxnSpPr>
            <a:cxnSpLocks/>
          </p:cNvCxnSpPr>
          <p:nvPr/>
        </p:nvCxnSpPr>
        <p:spPr>
          <a:xfrm flipH="1">
            <a:off x="6659880" y="515620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452">
            <a:extLst>
              <a:ext uri="{FF2B5EF4-FFF2-40B4-BE49-F238E27FC236}">
                <a16:creationId xmlns:a16="http://schemas.microsoft.com/office/drawing/2014/main" id="{6C92D1CA-F981-41ED-B67F-25A398ADC5D0}"/>
              </a:ext>
            </a:extLst>
          </p:cNvPr>
          <p:cNvCxnSpPr>
            <a:cxnSpLocks/>
          </p:cNvCxnSpPr>
          <p:nvPr/>
        </p:nvCxnSpPr>
        <p:spPr>
          <a:xfrm>
            <a:off x="6663692" y="50241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452">
            <a:extLst>
              <a:ext uri="{FF2B5EF4-FFF2-40B4-BE49-F238E27FC236}">
                <a16:creationId xmlns:a16="http://schemas.microsoft.com/office/drawing/2014/main" id="{67502389-992E-4D36-9AF2-09CF3839E937}"/>
              </a:ext>
            </a:extLst>
          </p:cNvPr>
          <p:cNvCxnSpPr>
            <a:cxnSpLocks/>
          </p:cNvCxnSpPr>
          <p:nvPr/>
        </p:nvCxnSpPr>
        <p:spPr>
          <a:xfrm flipH="1" flipV="1">
            <a:off x="6432550" y="496570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452">
            <a:extLst>
              <a:ext uri="{FF2B5EF4-FFF2-40B4-BE49-F238E27FC236}">
                <a16:creationId xmlns:a16="http://schemas.microsoft.com/office/drawing/2014/main" id="{28E325DC-6BE8-4EE9-8710-456B4C035A7D}"/>
              </a:ext>
            </a:extLst>
          </p:cNvPr>
          <p:cNvCxnSpPr>
            <a:cxnSpLocks/>
          </p:cNvCxnSpPr>
          <p:nvPr/>
        </p:nvCxnSpPr>
        <p:spPr>
          <a:xfrm flipH="1">
            <a:off x="6197600" y="497332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452">
            <a:extLst>
              <a:ext uri="{FF2B5EF4-FFF2-40B4-BE49-F238E27FC236}">
                <a16:creationId xmlns:a16="http://schemas.microsoft.com/office/drawing/2014/main" id="{7904EBB4-4799-4689-862F-A1495B112C30}"/>
              </a:ext>
            </a:extLst>
          </p:cNvPr>
          <p:cNvCxnSpPr>
            <a:cxnSpLocks/>
          </p:cNvCxnSpPr>
          <p:nvPr/>
        </p:nvCxnSpPr>
        <p:spPr>
          <a:xfrm flipH="1" flipV="1">
            <a:off x="5720080" y="4871720"/>
            <a:ext cx="49276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452">
            <a:extLst>
              <a:ext uri="{FF2B5EF4-FFF2-40B4-BE49-F238E27FC236}">
                <a16:creationId xmlns:a16="http://schemas.microsoft.com/office/drawing/2014/main" id="{568B8FCA-441F-46DC-93AC-AD9E3852580D}"/>
              </a:ext>
            </a:extLst>
          </p:cNvPr>
          <p:cNvCxnSpPr>
            <a:cxnSpLocks/>
          </p:cNvCxnSpPr>
          <p:nvPr/>
        </p:nvCxnSpPr>
        <p:spPr>
          <a:xfrm flipH="1">
            <a:off x="5491480" y="4881563"/>
            <a:ext cx="223520" cy="968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452">
            <a:extLst>
              <a:ext uri="{FF2B5EF4-FFF2-40B4-BE49-F238E27FC236}">
                <a16:creationId xmlns:a16="http://schemas.microsoft.com/office/drawing/2014/main" id="{123175D5-22ED-46AA-978E-18F1FD03949E}"/>
              </a:ext>
            </a:extLst>
          </p:cNvPr>
          <p:cNvCxnSpPr>
            <a:cxnSpLocks/>
          </p:cNvCxnSpPr>
          <p:nvPr/>
        </p:nvCxnSpPr>
        <p:spPr>
          <a:xfrm flipH="1" flipV="1">
            <a:off x="4785360" y="4704080"/>
            <a:ext cx="69596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452">
            <a:extLst>
              <a:ext uri="{FF2B5EF4-FFF2-40B4-BE49-F238E27FC236}">
                <a16:creationId xmlns:a16="http://schemas.microsoft.com/office/drawing/2014/main" id="{5F9944E8-33C5-4463-A43D-74E51AD51B96}"/>
              </a:ext>
            </a:extLst>
          </p:cNvPr>
          <p:cNvCxnSpPr>
            <a:cxnSpLocks/>
          </p:cNvCxnSpPr>
          <p:nvPr/>
        </p:nvCxnSpPr>
        <p:spPr>
          <a:xfrm>
            <a:off x="4779012" y="4333240"/>
            <a:ext cx="0" cy="3822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452">
            <a:extLst>
              <a:ext uri="{FF2B5EF4-FFF2-40B4-BE49-F238E27FC236}">
                <a16:creationId xmlns:a16="http://schemas.microsoft.com/office/drawing/2014/main" id="{4615E6F7-D2D4-47F4-B923-CD054FD18D39}"/>
              </a:ext>
            </a:extLst>
          </p:cNvPr>
          <p:cNvCxnSpPr>
            <a:cxnSpLocks/>
          </p:cNvCxnSpPr>
          <p:nvPr/>
        </p:nvCxnSpPr>
        <p:spPr>
          <a:xfrm flipH="1" flipV="1">
            <a:off x="4058920" y="4048760"/>
            <a:ext cx="69596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452">
            <a:extLst>
              <a:ext uri="{FF2B5EF4-FFF2-40B4-BE49-F238E27FC236}">
                <a16:creationId xmlns:a16="http://schemas.microsoft.com/office/drawing/2014/main" id="{39876DB6-8F8B-4D15-955A-9C187D0933EE}"/>
              </a:ext>
            </a:extLst>
          </p:cNvPr>
          <p:cNvCxnSpPr>
            <a:cxnSpLocks/>
          </p:cNvCxnSpPr>
          <p:nvPr/>
        </p:nvCxnSpPr>
        <p:spPr>
          <a:xfrm flipH="1">
            <a:off x="3820160" y="404368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452">
            <a:extLst>
              <a:ext uri="{FF2B5EF4-FFF2-40B4-BE49-F238E27FC236}">
                <a16:creationId xmlns:a16="http://schemas.microsoft.com/office/drawing/2014/main" id="{184F2790-8618-489B-BF03-7368FB48C989}"/>
              </a:ext>
            </a:extLst>
          </p:cNvPr>
          <p:cNvCxnSpPr>
            <a:cxnSpLocks/>
          </p:cNvCxnSpPr>
          <p:nvPr/>
        </p:nvCxnSpPr>
        <p:spPr>
          <a:xfrm>
            <a:off x="3823972" y="41300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452">
            <a:extLst>
              <a:ext uri="{FF2B5EF4-FFF2-40B4-BE49-F238E27FC236}">
                <a16:creationId xmlns:a16="http://schemas.microsoft.com/office/drawing/2014/main" id="{EB5F258F-8B8A-4DEA-A908-F685A6580311}"/>
              </a:ext>
            </a:extLst>
          </p:cNvPr>
          <p:cNvCxnSpPr>
            <a:cxnSpLocks/>
          </p:cNvCxnSpPr>
          <p:nvPr/>
        </p:nvCxnSpPr>
        <p:spPr>
          <a:xfrm flipH="1" flipV="1">
            <a:off x="3867150" y="433578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452">
            <a:extLst>
              <a:ext uri="{FF2B5EF4-FFF2-40B4-BE49-F238E27FC236}">
                <a16:creationId xmlns:a16="http://schemas.microsoft.com/office/drawing/2014/main" id="{75928F06-426E-46FB-BC4C-8F0FD79D8341}"/>
              </a:ext>
            </a:extLst>
          </p:cNvPr>
          <p:cNvCxnSpPr>
            <a:cxnSpLocks/>
          </p:cNvCxnSpPr>
          <p:nvPr/>
        </p:nvCxnSpPr>
        <p:spPr>
          <a:xfrm>
            <a:off x="4067812" y="4226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452">
            <a:extLst>
              <a:ext uri="{FF2B5EF4-FFF2-40B4-BE49-F238E27FC236}">
                <a16:creationId xmlns:a16="http://schemas.microsoft.com/office/drawing/2014/main" id="{BC898F88-3090-40F0-B53F-B7D5AB6EDE62}"/>
              </a:ext>
            </a:extLst>
          </p:cNvPr>
          <p:cNvCxnSpPr>
            <a:cxnSpLocks/>
          </p:cNvCxnSpPr>
          <p:nvPr/>
        </p:nvCxnSpPr>
        <p:spPr>
          <a:xfrm flipH="1" flipV="1">
            <a:off x="4075430" y="4229100"/>
            <a:ext cx="50165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452">
            <a:extLst>
              <a:ext uri="{FF2B5EF4-FFF2-40B4-BE49-F238E27FC236}">
                <a16:creationId xmlns:a16="http://schemas.microsoft.com/office/drawing/2014/main" id="{9C6EFBCB-3782-45DA-9528-C650A0E6144C}"/>
              </a:ext>
            </a:extLst>
          </p:cNvPr>
          <p:cNvCxnSpPr>
            <a:cxnSpLocks/>
          </p:cNvCxnSpPr>
          <p:nvPr/>
        </p:nvCxnSpPr>
        <p:spPr>
          <a:xfrm>
            <a:off x="4540252" y="43942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452">
            <a:extLst>
              <a:ext uri="{FF2B5EF4-FFF2-40B4-BE49-F238E27FC236}">
                <a16:creationId xmlns:a16="http://schemas.microsoft.com/office/drawing/2014/main" id="{1CF3F6DF-2FD4-49EB-828E-6F5938F54134}"/>
              </a:ext>
            </a:extLst>
          </p:cNvPr>
          <p:cNvCxnSpPr>
            <a:cxnSpLocks/>
          </p:cNvCxnSpPr>
          <p:nvPr/>
        </p:nvCxnSpPr>
        <p:spPr>
          <a:xfrm flipH="1">
            <a:off x="4292600" y="461264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452">
            <a:extLst>
              <a:ext uri="{FF2B5EF4-FFF2-40B4-BE49-F238E27FC236}">
                <a16:creationId xmlns:a16="http://schemas.microsoft.com/office/drawing/2014/main" id="{9F48E234-7212-479C-9DDF-D332D7F67C2C}"/>
              </a:ext>
            </a:extLst>
          </p:cNvPr>
          <p:cNvCxnSpPr>
            <a:cxnSpLocks/>
          </p:cNvCxnSpPr>
          <p:nvPr/>
        </p:nvCxnSpPr>
        <p:spPr>
          <a:xfrm>
            <a:off x="4301492" y="46888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452">
            <a:extLst>
              <a:ext uri="{FF2B5EF4-FFF2-40B4-BE49-F238E27FC236}">
                <a16:creationId xmlns:a16="http://schemas.microsoft.com/office/drawing/2014/main" id="{998811D4-AFB9-4E45-986A-ADAF638C6914}"/>
              </a:ext>
            </a:extLst>
          </p:cNvPr>
          <p:cNvCxnSpPr>
            <a:cxnSpLocks/>
          </p:cNvCxnSpPr>
          <p:nvPr/>
        </p:nvCxnSpPr>
        <p:spPr>
          <a:xfrm flipH="1">
            <a:off x="4319270" y="4775200"/>
            <a:ext cx="242570" cy="1143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452">
            <a:extLst>
              <a:ext uri="{FF2B5EF4-FFF2-40B4-BE49-F238E27FC236}">
                <a16:creationId xmlns:a16="http://schemas.microsoft.com/office/drawing/2014/main" id="{B8CD6763-D32F-4039-8B97-14EC610A1722}"/>
              </a:ext>
            </a:extLst>
          </p:cNvPr>
          <p:cNvCxnSpPr>
            <a:cxnSpLocks/>
          </p:cNvCxnSpPr>
          <p:nvPr/>
        </p:nvCxnSpPr>
        <p:spPr>
          <a:xfrm>
            <a:off x="4535172" y="47853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452">
            <a:extLst>
              <a:ext uri="{FF2B5EF4-FFF2-40B4-BE49-F238E27FC236}">
                <a16:creationId xmlns:a16="http://schemas.microsoft.com/office/drawing/2014/main" id="{9E43617A-DB2A-49A4-ABE6-AB56E8978DAA}"/>
              </a:ext>
            </a:extLst>
          </p:cNvPr>
          <p:cNvCxnSpPr>
            <a:cxnSpLocks/>
          </p:cNvCxnSpPr>
          <p:nvPr/>
        </p:nvCxnSpPr>
        <p:spPr>
          <a:xfrm flipH="1" flipV="1">
            <a:off x="4563110" y="497078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452">
            <a:extLst>
              <a:ext uri="{FF2B5EF4-FFF2-40B4-BE49-F238E27FC236}">
                <a16:creationId xmlns:a16="http://schemas.microsoft.com/office/drawing/2014/main" id="{9EA8E3E5-8792-406F-AC29-539FC43B44B6}"/>
              </a:ext>
            </a:extLst>
          </p:cNvPr>
          <p:cNvCxnSpPr>
            <a:cxnSpLocks/>
          </p:cNvCxnSpPr>
          <p:nvPr/>
        </p:nvCxnSpPr>
        <p:spPr>
          <a:xfrm>
            <a:off x="4763772" y="4861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452">
            <a:extLst>
              <a:ext uri="{FF2B5EF4-FFF2-40B4-BE49-F238E27FC236}">
                <a16:creationId xmlns:a16="http://schemas.microsoft.com/office/drawing/2014/main" id="{35E93EB6-AE35-4533-9713-CD6CE1DEB5B8}"/>
              </a:ext>
            </a:extLst>
          </p:cNvPr>
          <p:cNvCxnSpPr>
            <a:cxnSpLocks/>
          </p:cNvCxnSpPr>
          <p:nvPr/>
        </p:nvCxnSpPr>
        <p:spPr>
          <a:xfrm flipH="1" flipV="1">
            <a:off x="4775200" y="4866640"/>
            <a:ext cx="955040" cy="370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452">
            <a:extLst>
              <a:ext uri="{FF2B5EF4-FFF2-40B4-BE49-F238E27FC236}">
                <a16:creationId xmlns:a16="http://schemas.microsoft.com/office/drawing/2014/main" id="{C70D44CA-FE28-4BC1-AB24-409F37D6809D}"/>
              </a:ext>
            </a:extLst>
          </p:cNvPr>
          <p:cNvCxnSpPr>
            <a:cxnSpLocks/>
          </p:cNvCxnSpPr>
          <p:nvPr/>
        </p:nvCxnSpPr>
        <p:spPr>
          <a:xfrm>
            <a:off x="5713732" y="50190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452">
            <a:extLst>
              <a:ext uri="{FF2B5EF4-FFF2-40B4-BE49-F238E27FC236}">
                <a16:creationId xmlns:a16="http://schemas.microsoft.com/office/drawing/2014/main" id="{269178FB-A99C-4FB2-A99A-745534467EF1}"/>
              </a:ext>
            </a:extLst>
          </p:cNvPr>
          <p:cNvCxnSpPr>
            <a:cxnSpLocks/>
          </p:cNvCxnSpPr>
          <p:nvPr/>
        </p:nvCxnSpPr>
        <p:spPr>
          <a:xfrm flipH="1" flipV="1">
            <a:off x="5726430" y="5067300"/>
            <a:ext cx="50165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452">
            <a:extLst>
              <a:ext uri="{FF2B5EF4-FFF2-40B4-BE49-F238E27FC236}">
                <a16:creationId xmlns:a16="http://schemas.microsoft.com/office/drawing/2014/main" id="{6DF2926F-0072-4A07-8EC9-32E2F94F63EF}"/>
              </a:ext>
            </a:extLst>
          </p:cNvPr>
          <p:cNvCxnSpPr>
            <a:cxnSpLocks/>
          </p:cNvCxnSpPr>
          <p:nvPr/>
        </p:nvCxnSpPr>
        <p:spPr>
          <a:xfrm flipV="1">
            <a:off x="6196332" y="5166360"/>
            <a:ext cx="240028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452">
            <a:extLst>
              <a:ext uri="{FF2B5EF4-FFF2-40B4-BE49-F238E27FC236}">
                <a16:creationId xmlns:a16="http://schemas.microsoft.com/office/drawing/2014/main" id="{7EAAAC27-D25F-42B7-A352-76FC6A57760D}"/>
              </a:ext>
            </a:extLst>
          </p:cNvPr>
          <p:cNvCxnSpPr>
            <a:cxnSpLocks/>
          </p:cNvCxnSpPr>
          <p:nvPr/>
        </p:nvCxnSpPr>
        <p:spPr>
          <a:xfrm flipH="1" flipV="1">
            <a:off x="6169660" y="2679383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452">
            <a:extLst>
              <a:ext uri="{FF2B5EF4-FFF2-40B4-BE49-F238E27FC236}">
                <a16:creationId xmlns:a16="http://schemas.microsoft.com/office/drawing/2014/main" id="{4315149F-4F8C-4031-A918-EFF384574F5B}"/>
              </a:ext>
            </a:extLst>
          </p:cNvPr>
          <p:cNvCxnSpPr>
            <a:cxnSpLocks/>
          </p:cNvCxnSpPr>
          <p:nvPr/>
        </p:nvCxnSpPr>
        <p:spPr>
          <a:xfrm>
            <a:off x="6662422" y="3048000"/>
            <a:ext cx="0" cy="5753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452">
            <a:extLst>
              <a:ext uri="{FF2B5EF4-FFF2-40B4-BE49-F238E27FC236}">
                <a16:creationId xmlns:a16="http://schemas.microsoft.com/office/drawing/2014/main" id="{1CC9207F-C3DE-41D6-AD60-DE4127F31ED0}"/>
              </a:ext>
            </a:extLst>
          </p:cNvPr>
          <p:cNvCxnSpPr>
            <a:cxnSpLocks/>
          </p:cNvCxnSpPr>
          <p:nvPr/>
        </p:nvCxnSpPr>
        <p:spPr>
          <a:xfrm flipH="1" flipV="1">
            <a:off x="6664960" y="361569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452">
            <a:extLst>
              <a:ext uri="{FF2B5EF4-FFF2-40B4-BE49-F238E27FC236}">
                <a16:creationId xmlns:a16="http://schemas.microsoft.com/office/drawing/2014/main" id="{A5880C9B-4E76-477A-8443-54A1F2C4AFC6}"/>
              </a:ext>
            </a:extLst>
          </p:cNvPr>
          <p:cNvCxnSpPr>
            <a:cxnSpLocks/>
          </p:cNvCxnSpPr>
          <p:nvPr/>
        </p:nvCxnSpPr>
        <p:spPr>
          <a:xfrm>
            <a:off x="6898642" y="3314700"/>
            <a:ext cx="0" cy="4076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452">
            <a:extLst>
              <a:ext uri="{FF2B5EF4-FFF2-40B4-BE49-F238E27FC236}">
                <a16:creationId xmlns:a16="http://schemas.microsoft.com/office/drawing/2014/main" id="{6B273DC7-6355-4058-AC02-F10BD7D1EECE}"/>
              </a:ext>
            </a:extLst>
          </p:cNvPr>
          <p:cNvCxnSpPr>
            <a:cxnSpLocks/>
          </p:cNvCxnSpPr>
          <p:nvPr/>
        </p:nvCxnSpPr>
        <p:spPr>
          <a:xfrm flipH="1">
            <a:off x="6874510" y="3048000"/>
            <a:ext cx="726440" cy="2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452">
            <a:extLst>
              <a:ext uri="{FF2B5EF4-FFF2-40B4-BE49-F238E27FC236}">
                <a16:creationId xmlns:a16="http://schemas.microsoft.com/office/drawing/2014/main" id="{2FC2AE50-0032-43CA-89F7-B4C1785DAF1B}"/>
              </a:ext>
            </a:extLst>
          </p:cNvPr>
          <p:cNvCxnSpPr>
            <a:cxnSpLocks/>
          </p:cNvCxnSpPr>
          <p:nvPr/>
        </p:nvCxnSpPr>
        <p:spPr>
          <a:xfrm flipH="1" flipV="1">
            <a:off x="7598410" y="3040380"/>
            <a:ext cx="745490" cy="2705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452">
            <a:extLst>
              <a:ext uri="{FF2B5EF4-FFF2-40B4-BE49-F238E27FC236}">
                <a16:creationId xmlns:a16="http://schemas.microsoft.com/office/drawing/2014/main" id="{FCE0B1CE-645B-41C2-A508-6EE7E7A12F66}"/>
              </a:ext>
            </a:extLst>
          </p:cNvPr>
          <p:cNvCxnSpPr>
            <a:cxnSpLocks/>
          </p:cNvCxnSpPr>
          <p:nvPr/>
        </p:nvCxnSpPr>
        <p:spPr>
          <a:xfrm flipV="1">
            <a:off x="7860030" y="3322320"/>
            <a:ext cx="478790" cy="1790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452">
            <a:extLst>
              <a:ext uri="{FF2B5EF4-FFF2-40B4-BE49-F238E27FC236}">
                <a16:creationId xmlns:a16="http://schemas.microsoft.com/office/drawing/2014/main" id="{C2BEA406-21F1-4DDD-BA47-8D32B1C92831}"/>
              </a:ext>
            </a:extLst>
          </p:cNvPr>
          <p:cNvCxnSpPr>
            <a:cxnSpLocks/>
          </p:cNvCxnSpPr>
          <p:nvPr/>
        </p:nvCxnSpPr>
        <p:spPr>
          <a:xfrm>
            <a:off x="7865112" y="33045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452">
            <a:extLst>
              <a:ext uri="{FF2B5EF4-FFF2-40B4-BE49-F238E27FC236}">
                <a16:creationId xmlns:a16="http://schemas.microsoft.com/office/drawing/2014/main" id="{4546EF73-4801-4212-A0DA-F6F1442CB6E5}"/>
              </a:ext>
            </a:extLst>
          </p:cNvPr>
          <p:cNvCxnSpPr>
            <a:cxnSpLocks/>
          </p:cNvCxnSpPr>
          <p:nvPr/>
        </p:nvCxnSpPr>
        <p:spPr>
          <a:xfrm flipH="1" flipV="1">
            <a:off x="7614920" y="322580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452">
            <a:extLst>
              <a:ext uri="{FF2B5EF4-FFF2-40B4-BE49-F238E27FC236}">
                <a16:creationId xmlns:a16="http://schemas.microsoft.com/office/drawing/2014/main" id="{03819BAB-67CF-468F-8EAD-626F4CFAE76C}"/>
              </a:ext>
            </a:extLst>
          </p:cNvPr>
          <p:cNvCxnSpPr>
            <a:cxnSpLocks/>
          </p:cNvCxnSpPr>
          <p:nvPr/>
        </p:nvCxnSpPr>
        <p:spPr>
          <a:xfrm flipV="1">
            <a:off x="7124700" y="3318510"/>
            <a:ext cx="255270" cy="1104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452">
            <a:extLst>
              <a:ext uri="{FF2B5EF4-FFF2-40B4-BE49-F238E27FC236}">
                <a16:creationId xmlns:a16="http://schemas.microsoft.com/office/drawing/2014/main" id="{0901D89F-1136-4932-AC66-54A98E315AD3}"/>
              </a:ext>
            </a:extLst>
          </p:cNvPr>
          <p:cNvCxnSpPr>
            <a:cxnSpLocks/>
          </p:cNvCxnSpPr>
          <p:nvPr/>
        </p:nvCxnSpPr>
        <p:spPr>
          <a:xfrm>
            <a:off x="7141212" y="339217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452">
            <a:extLst>
              <a:ext uri="{FF2B5EF4-FFF2-40B4-BE49-F238E27FC236}">
                <a16:creationId xmlns:a16="http://schemas.microsoft.com/office/drawing/2014/main" id="{20368931-FE8E-425C-A3C2-48ADCEF0AA08}"/>
              </a:ext>
            </a:extLst>
          </p:cNvPr>
          <p:cNvCxnSpPr>
            <a:cxnSpLocks/>
          </p:cNvCxnSpPr>
          <p:nvPr/>
        </p:nvCxnSpPr>
        <p:spPr>
          <a:xfrm flipH="1" flipV="1">
            <a:off x="7141210" y="360807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452">
            <a:extLst>
              <a:ext uri="{FF2B5EF4-FFF2-40B4-BE49-F238E27FC236}">
                <a16:creationId xmlns:a16="http://schemas.microsoft.com/office/drawing/2014/main" id="{F1CF5A77-89FD-49AB-B8CF-CDF74417435C}"/>
              </a:ext>
            </a:extLst>
          </p:cNvPr>
          <p:cNvCxnSpPr>
            <a:cxnSpLocks/>
          </p:cNvCxnSpPr>
          <p:nvPr/>
        </p:nvCxnSpPr>
        <p:spPr>
          <a:xfrm>
            <a:off x="7377432" y="349885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452">
            <a:extLst>
              <a:ext uri="{FF2B5EF4-FFF2-40B4-BE49-F238E27FC236}">
                <a16:creationId xmlns:a16="http://schemas.microsoft.com/office/drawing/2014/main" id="{0E711961-B0D5-4B13-ADD8-210FB12B56CF}"/>
              </a:ext>
            </a:extLst>
          </p:cNvPr>
          <p:cNvCxnSpPr>
            <a:cxnSpLocks/>
          </p:cNvCxnSpPr>
          <p:nvPr/>
        </p:nvCxnSpPr>
        <p:spPr>
          <a:xfrm flipH="1" flipV="1">
            <a:off x="7369810" y="3497580"/>
            <a:ext cx="49022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452">
            <a:extLst>
              <a:ext uri="{FF2B5EF4-FFF2-40B4-BE49-F238E27FC236}">
                <a16:creationId xmlns:a16="http://schemas.microsoft.com/office/drawing/2014/main" id="{A4CB4563-3F6D-4F99-B79C-203E0A603FA4}"/>
              </a:ext>
            </a:extLst>
          </p:cNvPr>
          <p:cNvCxnSpPr>
            <a:cxnSpLocks/>
          </p:cNvCxnSpPr>
          <p:nvPr/>
        </p:nvCxnSpPr>
        <p:spPr>
          <a:xfrm>
            <a:off x="7628892" y="32054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452">
            <a:extLst>
              <a:ext uri="{FF2B5EF4-FFF2-40B4-BE49-F238E27FC236}">
                <a16:creationId xmlns:a16="http://schemas.microsoft.com/office/drawing/2014/main" id="{A6C4BACA-66DE-4947-B26D-22A88CBBC568}"/>
              </a:ext>
            </a:extLst>
          </p:cNvPr>
          <p:cNvCxnSpPr>
            <a:cxnSpLocks/>
          </p:cNvCxnSpPr>
          <p:nvPr/>
        </p:nvCxnSpPr>
        <p:spPr>
          <a:xfrm flipH="1" flipV="1">
            <a:off x="7386320" y="332105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452">
            <a:extLst>
              <a:ext uri="{FF2B5EF4-FFF2-40B4-BE49-F238E27FC236}">
                <a16:creationId xmlns:a16="http://schemas.microsoft.com/office/drawing/2014/main" id="{DEECE87C-E341-4647-B421-3F306E7FDBC2}"/>
              </a:ext>
            </a:extLst>
          </p:cNvPr>
          <p:cNvCxnSpPr>
            <a:cxnSpLocks/>
          </p:cNvCxnSpPr>
          <p:nvPr/>
        </p:nvCxnSpPr>
        <p:spPr>
          <a:xfrm flipH="1" flipV="1">
            <a:off x="6911848" y="737006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452">
            <a:extLst>
              <a:ext uri="{FF2B5EF4-FFF2-40B4-BE49-F238E27FC236}">
                <a16:creationId xmlns:a16="http://schemas.microsoft.com/office/drawing/2014/main" id="{B68A416E-E87A-4815-B416-C673B41DB913}"/>
              </a:ext>
            </a:extLst>
          </p:cNvPr>
          <p:cNvCxnSpPr>
            <a:cxnSpLocks/>
          </p:cNvCxnSpPr>
          <p:nvPr/>
        </p:nvCxnSpPr>
        <p:spPr>
          <a:xfrm flipH="1">
            <a:off x="7142990" y="7372350"/>
            <a:ext cx="210310" cy="71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452">
            <a:extLst>
              <a:ext uri="{FF2B5EF4-FFF2-40B4-BE49-F238E27FC236}">
                <a16:creationId xmlns:a16="http://schemas.microsoft.com/office/drawing/2014/main" id="{1BF12E7A-9FCA-4C5F-9D83-A9E6064079D5}"/>
              </a:ext>
            </a:extLst>
          </p:cNvPr>
          <p:cNvCxnSpPr>
            <a:cxnSpLocks/>
          </p:cNvCxnSpPr>
          <p:nvPr/>
        </p:nvCxnSpPr>
        <p:spPr>
          <a:xfrm flipH="1" flipV="1">
            <a:off x="6911848" y="7177026"/>
            <a:ext cx="435102" cy="1826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52">
            <a:extLst>
              <a:ext uri="{FF2B5EF4-FFF2-40B4-BE49-F238E27FC236}">
                <a16:creationId xmlns:a16="http://schemas.microsoft.com/office/drawing/2014/main" id="{26D6CB7F-948A-4B4A-B9AA-A68B8D6235D5}"/>
              </a:ext>
            </a:extLst>
          </p:cNvPr>
          <p:cNvCxnSpPr>
            <a:cxnSpLocks/>
          </p:cNvCxnSpPr>
          <p:nvPr/>
        </p:nvCxnSpPr>
        <p:spPr>
          <a:xfrm flipH="1">
            <a:off x="4527550" y="6608953"/>
            <a:ext cx="969392" cy="39827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452">
            <a:extLst>
              <a:ext uri="{FF2B5EF4-FFF2-40B4-BE49-F238E27FC236}">
                <a16:creationId xmlns:a16="http://schemas.microsoft.com/office/drawing/2014/main" id="{51B7889B-4F6F-4AC6-B859-6D1D97041D57}"/>
              </a:ext>
            </a:extLst>
          </p:cNvPr>
          <p:cNvCxnSpPr>
            <a:cxnSpLocks/>
          </p:cNvCxnSpPr>
          <p:nvPr/>
        </p:nvCxnSpPr>
        <p:spPr>
          <a:xfrm flipH="1" flipV="1">
            <a:off x="4767453" y="688873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452">
            <a:extLst>
              <a:ext uri="{FF2B5EF4-FFF2-40B4-BE49-F238E27FC236}">
                <a16:creationId xmlns:a16="http://schemas.microsoft.com/office/drawing/2014/main" id="{5A9AE543-6D43-4C34-B89D-48E99142A67B}"/>
              </a:ext>
            </a:extLst>
          </p:cNvPr>
          <p:cNvCxnSpPr>
            <a:cxnSpLocks/>
          </p:cNvCxnSpPr>
          <p:nvPr/>
        </p:nvCxnSpPr>
        <p:spPr>
          <a:xfrm>
            <a:off x="10428289" y="7069138"/>
            <a:ext cx="0" cy="5762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452">
            <a:extLst>
              <a:ext uri="{FF2B5EF4-FFF2-40B4-BE49-F238E27FC236}">
                <a16:creationId xmlns:a16="http://schemas.microsoft.com/office/drawing/2014/main" id="{B6AA2FBC-947A-4E8A-ACE8-8742ADBBFE78}"/>
              </a:ext>
            </a:extLst>
          </p:cNvPr>
          <p:cNvCxnSpPr>
            <a:cxnSpLocks/>
          </p:cNvCxnSpPr>
          <p:nvPr/>
        </p:nvCxnSpPr>
        <p:spPr>
          <a:xfrm>
            <a:off x="11863389" y="70675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452">
            <a:extLst>
              <a:ext uri="{FF2B5EF4-FFF2-40B4-BE49-F238E27FC236}">
                <a16:creationId xmlns:a16="http://schemas.microsoft.com/office/drawing/2014/main" id="{746BC42C-BCBF-4760-8698-7343AFFFC0AA}"/>
              </a:ext>
            </a:extLst>
          </p:cNvPr>
          <p:cNvCxnSpPr>
            <a:cxnSpLocks/>
          </p:cNvCxnSpPr>
          <p:nvPr/>
        </p:nvCxnSpPr>
        <p:spPr>
          <a:xfrm>
            <a:off x="11868150" y="7251700"/>
            <a:ext cx="24765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452">
            <a:extLst>
              <a:ext uri="{FF2B5EF4-FFF2-40B4-BE49-F238E27FC236}">
                <a16:creationId xmlns:a16="http://schemas.microsoft.com/office/drawing/2014/main" id="{55F6D31A-C39F-48BC-9727-A82932956F89}"/>
              </a:ext>
            </a:extLst>
          </p:cNvPr>
          <p:cNvCxnSpPr>
            <a:cxnSpLocks/>
          </p:cNvCxnSpPr>
          <p:nvPr/>
        </p:nvCxnSpPr>
        <p:spPr>
          <a:xfrm>
            <a:off x="12098339" y="7385050"/>
            <a:ext cx="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452">
            <a:extLst>
              <a:ext uri="{FF2B5EF4-FFF2-40B4-BE49-F238E27FC236}">
                <a16:creationId xmlns:a16="http://schemas.microsoft.com/office/drawing/2014/main" id="{61137295-0E2C-47A3-8665-665014C691EC}"/>
              </a:ext>
            </a:extLst>
          </p:cNvPr>
          <p:cNvCxnSpPr>
            <a:cxnSpLocks/>
          </p:cNvCxnSpPr>
          <p:nvPr/>
        </p:nvCxnSpPr>
        <p:spPr>
          <a:xfrm flipV="1">
            <a:off x="11868150" y="7632700"/>
            <a:ext cx="450850" cy="215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452">
            <a:extLst>
              <a:ext uri="{FF2B5EF4-FFF2-40B4-BE49-F238E27FC236}">
                <a16:creationId xmlns:a16="http://schemas.microsoft.com/office/drawing/2014/main" id="{868F3CB7-FAAC-4741-84FE-5BAF064B693D}"/>
              </a:ext>
            </a:extLst>
          </p:cNvPr>
          <p:cNvCxnSpPr>
            <a:cxnSpLocks/>
          </p:cNvCxnSpPr>
          <p:nvPr/>
        </p:nvCxnSpPr>
        <p:spPr>
          <a:xfrm>
            <a:off x="10674350" y="88265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452">
            <a:extLst>
              <a:ext uri="{FF2B5EF4-FFF2-40B4-BE49-F238E27FC236}">
                <a16:creationId xmlns:a16="http://schemas.microsoft.com/office/drawing/2014/main" id="{E58AB215-FAEF-436B-962A-BD95ED60A255}"/>
              </a:ext>
            </a:extLst>
          </p:cNvPr>
          <p:cNvCxnSpPr>
            <a:cxnSpLocks/>
          </p:cNvCxnSpPr>
          <p:nvPr/>
        </p:nvCxnSpPr>
        <p:spPr>
          <a:xfrm flipV="1">
            <a:off x="10655300" y="9183690"/>
            <a:ext cx="500064" cy="214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452">
            <a:extLst>
              <a:ext uri="{FF2B5EF4-FFF2-40B4-BE49-F238E27FC236}">
                <a16:creationId xmlns:a16="http://schemas.microsoft.com/office/drawing/2014/main" id="{DB908661-075E-418B-A26E-6BECC8D3A415}"/>
              </a:ext>
            </a:extLst>
          </p:cNvPr>
          <p:cNvCxnSpPr>
            <a:cxnSpLocks/>
          </p:cNvCxnSpPr>
          <p:nvPr/>
        </p:nvCxnSpPr>
        <p:spPr>
          <a:xfrm flipH="1" flipV="1">
            <a:off x="10426700" y="91059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452">
            <a:extLst>
              <a:ext uri="{FF2B5EF4-FFF2-40B4-BE49-F238E27FC236}">
                <a16:creationId xmlns:a16="http://schemas.microsoft.com/office/drawing/2014/main" id="{15CA67C3-C21D-475A-B98B-EA39ADB2E004}"/>
              </a:ext>
            </a:extLst>
          </p:cNvPr>
          <p:cNvCxnSpPr>
            <a:cxnSpLocks/>
          </p:cNvCxnSpPr>
          <p:nvPr/>
        </p:nvCxnSpPr>
        <p:spPr>
          <a:xfrm flipH="1" flipV="1">
            <a:off x="9956800" y="9099550"/>
            <a:ext cx="711200" cy="285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452">
            <a:extLst>
              <a:ext uri="{FF2B5EF4-FFF2-40B4-BE49-F238E27FC236}">
                <a16:creationId xmlns:a16="http://schemas.microsoft.com/office/drawing/2014/main" id="{9BB1DB63-1AC3-497C-90A4-0DBA99A7875F}"/>
              </a:ext>
            </a:extLst>
          </p:cNvPr>
          <p:cNvCxnSpPr>
            <a:cxnSpLocks/>
          </p:cNvCxnSpPr>
          <p:nvPr/>
        </p:nvCxnSpPr>
        <p:spPr>
          <a:xfrm>
            <a:off x="9971089" y="8750300"/>
            <a:ext cx="0" cy="3413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452">
            <a:extLst>
              <a:ext uri="{FF2B5EF4-FFF2-40B4-BE49-F238E27FC236}">
                <a16:creationId xmlns:a16="http://schemas.microsoft.com/office/drawing/2014/main" id="{6EAE95A9-824A-4DD9-A860-E30716CAEDC8}"/>
              </a:ext>
            </a:extLst>
          </p:cNvPr>
          <p:cNvCxnSpPr>
            <a:cxnSpLocks/>
          </p:cNvCxnSpPr>
          <p:nvPr/>
        </p:nvCxnSpPr>
        <p:spPr>
          <a:xfrm flipV="1">
            <a:off x="9975850" y="8623300"/>
            <a:ext cx="241300" cy="127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0017CC33-091E-4199-895D-02D8390765F5}"/>
              </a:ext>
            </a:extLst>
          </p:cNvPr>
          <p:cNvCxnSpPr>
            <a:cxnSpLocks/>
          </p:cNvCxnSpPr>
          <p:nvPr/>
        </p:nvCxnSpPr>
        <p:spPr>
          <a:xfrm>
            <a:off x="10225089" y="8299450"/>
            <a:ext cx="0" cy="361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452">
            <a:extLst>
              <a:ext uri="{FF2B5EF4-FFF2-40B4-BE49-F238E27FC236}">
                <a16:creationId xmlns:a16="http://schemas.microsoft.com/office/drawing/2014/main" id="{52A11352-3144-4CD9-BB68-9A409AF492A9}"/>
              </a:ext>
            </a:extLst>
          </p:cNvPr>
          <p:cNvCxnSpPr>
            <a:cxnSpLocks/>
          </p:cNvCxnSpPr>
          <p:nvPr/>
        </p:nvCxnSpPr>
        <p:spPr>
          <a:xfrm flipV="1">
            <a:off x="9947276" y="82629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452">
            <a:extLst>
              <a:ext uri="{FF2B5EF4-FFF2-40B4-BE49-F238E27FC236}">
                <a16:creationId xmlns:a16="http://schemas.microsoft.com/office/drawing/2014/main" id="{A2EFC58C-4054-44CC-ADE0-96B8F1C2E1FB}"/>
              </a:ext>
            </a:extLst>
          </p:cNvPr>
          <p:cNvCxnSpPr>
            <a:cxnSpLocks/>
          </p:cNvCxnSpPr>
          <p:nvPr/>
        </p:nvCxnSpPr>
        <p:spPr>
          <a:xfrm>
            <a:off x="9964739" y="83883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452">
            <a:extLst>
              <a:ext uri="{FF2B5EF4-FFF2-40B4-BE49-F238E27FC236}">
                <a16:creationId xmlns:a16="http://schemas.microsoft.com/office/drawing/2014/main" id="{23073573-39FC-422A-80CA-627E29D6A54D}"/>
              </a:ext>
            </a:extLst>
          </p:cNvPr>
          <p:cNvCxnSpPr>
            <a:cxnSpLocks/>
          </p:cNvCxnSpPr>
          <p:nvPr/>
        </p:nvCxnSpPr>
        <p:spPr>
          <a:xfrm>
            <a:off x="9518650" y="874395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2D37B55D-F376-4952-8B91-7E6B059B0768}"/>
              </a:ext>
            </a:extLst>
          </p:cNvPr>
          <p:cNvCxnSpPr>
            <a:cxnSpLocks/>
          </p:cNvCxnSpPr>
          <p:nvPr/>
        </p:nvCxnSpPr>
        <p:spPr>
          <a:xfrm flipV="1">
            <a:off x="9515476" y="88217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452">
            <a:extLst>
              <a:ext uri="{FF2B5EF4-FFF2-40B4-BE49-F238E27FC236}">
                <a16:creationId xmlns:a16="http://schemas.microsoft.com/office/drawing/2014/main" id="{4CC1946E-06D8-499D-AFFC-DCEABEAC5522}"/>
              </a:ext>
            </a:extLst>
          </p:cNvPr>
          <p:cNvCxnSpPr>
            <a:cxnSpLocks/>
          </p:cNvCxnSpPr>
          <p:nvPr/>
        </p:nvCxnSpPr>
        <p:spPr>
          <a:xfrm>
            <a:off x="9505950" y="891540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035C1817-01FE-4535-87F9-0CD1AD38C122}"/>
              </a:ext>
            </a:extLst>
          </p:cNvPr>
          <p:cNvCxnSpPr>
            <a:cxnSpLocks/>
          </p:cNvCxnSpPr>
          <p:nvPr/>
        </p:nvCxnSpPr>
        <p:spPr>
          <a:xfrm flipV="1">
            <a:off x="9502776" y="8993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862E15DD-E7ED-4710-99C4-3E5441506A33}"/>
              </a:ext>
            </a:extLst>
          </p:cNvPr>
          <p:cNvCxnSpPr>
            <a:cxnSpLocks/>
          </p:cNvCxnSpPr>
          <p:nvPr/>
        </p:nvCxnSpPr>
        <p:spPr>
          <a:xfrm>
            <a:off x="9520239" y="91059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5EC0614E-B913-433D-AD81-C84AFAD27050}"/>
              </a:ext>
            </a:extLst>
          </p:cNvPr>
          <p:cNvCxnSpPr>
            <a:cxnSpLocks/>
          </p:cNvCxnSpPr>
          <p:nvPr/>
        </p:nvCxnSpPr>
        <p:spPr>
          <a:xfrm flipV="1">
            <a:off x="9502776" y="91900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452">
            <a:extLst>
              <a:ext uri="{FF2B5EF4-FFF2-40B4-BE49-F238E27FC236}">
                <a16:creationId xmlns:a16="http://schemas.microsoft.com/office/drawing/2014/main" id="{866529B1-CF03-4935-AAEE-7BFCFDD4731C}"/>
              </a:ext>
            </a:extLst>
          </p:cNvPr>
          <p:cNvCxnSpPr>
            <a:cxnSpLocks/>
          </p:cNvCxnSpPr>
          <p:nvPr/>
        </p:nvCxnSpPr>
        <p:spPr>
          <a:xfrm>
            <a:off x="9761539" y="92011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452">
            <a:extLst>
              <a:ext uri="{FF2B5EF4-FFF2-40B4-BE49-F238E27FC236}">
                <a16:creationId xmlns:a16="http://schemas.microsoft.com/office/drawing/2014/main" id="{8475AB8B-26BD-4EBA-88CA-B0ACC388BEB4}"/>
              </a:ext>
            </a:extLst>
          </p:cNvPr>
          <p:cNvCxnSpPr>
            <a:cxnSpLocks/>
          </p:cNvCxnSpPr>
          <p:nvPr/>
        </p:nvCxnSpPr>
        <p:spPr>
          <a:xfrm flipV="1">
            <a:off x="9718676" y="92725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452">
            <a:extLst>
              <a:ext uri="{FF2B5EF4-FFF2-40B4-BE49-F238E27FC236}">
                <a16:creationId xmlns:a16="http://schemas.microsoft.com/office/drawing/2014/main" id="{9ECEEF2B-6959-4697-8E57-9EB26B65806E}"/>
              </a:ext>
            </a:extLst>
          </p:cNvPr>
          <p:cNvCxnSpPr>
            <a:cxnSpLocks/>
          </p:cNvCxnSpPr>
          <p:nvPr/>
        </p:nvCxnSpPr>
        <p:spPr>
          <a:xfrm>
            <a:off x="9983789" y="93027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2691A22F-CEC3-4A46-857C-63C6E1C3695F}"/>
              </a:ext>
            </a:extLst>
          </p:cNvPr>
          <p:cNvCxnSpPr>
            <a:cxnSpLocks/>
          </p:cNvCxnSpPr>
          <p:nvPr/>
        </p:nvCxnSpPr>
        <p:spPr>
          <a:xfrm flipV="1">
            <a:off x="9972676" y="9374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452">
            <a:extLst>
              <a:ext uri="{FF2B5EF4-FFF2-40B4-BE49-F238E27FC236}">
                <a16:creationId xmlns:a16="http://schemas.microsoft.com/office/drawing/2014/main" id="{F1540CDC-EDE8-4EAF-B2F8-B57F99BB8251}"/>
              </a:ext>
            </a:extLst>
          </p:cNvPr>
          <p:cNvCxnSpPr>
            <a:cxnSpLocks/>
          </p:cNvCxnSpPr>
          <p:nvPr/>
        </p:nvCxnSpPr>
        <p:spPr>
          <a:xfrm>
            <a:off x="10198100" y="937260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452">
            <a:extLst>
              <a:ext uri="{FF2B5EF4-FFF2-40B4-BE49-F238E27FC236}">
                <a16:creationId xmlns:a16="http://schemas.microsoft.com/office/drawing/2014/main" id="{0F518277-CD42-4069-A1F7-06276BB501E4}"/>
              </a:ext>
            </a:extLst>
          </p:cNvPr>
          <p:cNvCxnSpPr>
            <a:cxnSpLocks/>
          </p:cNvCxnSpPr>
          <p:nvPr/>
        </p:nvCxnSpPr>
        <p:spPr>
          <a:xfrm flipV="1">
            <a:off x="10156826" y="94630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97C7CAB3-0B51-48F8-BFBD-BDE95C8BBEC1}"/>
              </a:ext>
            </a:extLst>
          </p:cNvPr>
          <p:cNvCxnSpPr>
            <a:cxnSpLocks/>
          </p:cNvCxnSpPr>
          <p:nvPr/>
        </p:nvCxnSpPr>
        <p:spPr>
          <a:xfrm>
            <a:off x="10204450" y="954405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452">
            <a:extLst>
              <a:ext uri="{FF2B5EF4-FFF2-40B4-BE49-F238E27FC236}">
                <a16:creationId xmlns:a16="http://schemas.microsoft.com/office/drawing/2014/main" id="{1F582C84-87B6-4B5F-BA15-D9618672900C}"/>
              </a:ext>
            </a:extLst>
          </p:cNvPr>
          <p:cNvCxnSpPr>
            <a:cxnSpLocks/>
          </p:cNvCxnSpPr>
          <p:nvPr/>
        </p:nvCxnSpPr>
        <p:spPr>
          <a:xfrm flipV="1">
            <a:off x="10169526" y="9628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452">
            <a:extLst>
              <a:ext uri="{FF2B5EF4-FFF2-40B4-BE49-F238E27FC236}">
                <a16:creationId xmlns:a16="http://schemas.microsoft.com/office/drawing/2014/main" id="{DCFC1851-B419-4717-8AF6-5B72FDCAF1B1}"/>
              </a:ext>
            </a:extLst>
          </p:cNvPr>
          <p:cNvCxnSpPr>
            <a:cxnSpLocks/>
          </p:cNvCxnSpPr>
          <p:nvPr/>
        </p:nvCxnSpPr>
        <p:spPr>
          <a:xfrm>
            <a:off x="10223500" y="975360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452">
            <a:extLst>
              <a:ext uri="{FF2B5EF4-FFF2-40B4-BE49-F238E27FC236}">
                <a16:creationId xmlns:a16="http://schemas.microsoft.com/office/drawing/2014/main" id="{7EE02471-274C-40DE-8CFC-1B633B499C8A}"/>
              </a:ext>
            </a:extLst>
          </p:cNvPr>
          <p:cNvCxnSpPr>
            <a:cxnSpLocks/>
          </p:cNvCxnSpPr>
          <p:nvPr/>
        </p:nvCxnSpPr>
        <p:spPr>
          <a:xfrm flipV="1">
            <a:off x="11166476" y="9112250"/>
            <a:ext cx="657224" cy="2527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A6C16F4E-D85A-43D9-A905-445E11D3516B}"/>
              </a:ext>
            </a:extLst>
          </p:cNvPr>
          <p:cNvCxnSpPr>
            <a:cxnSpLocks/>
          </p:cNvCxnSpPr>
          <p:nvPr/>
        </p:nvCxnSpPr>
        <p:spPr>
          <a:xfrm flipV="1">
            <a:off x="10925176" y="955675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452">
            <a:extLst>
              <a:ext uri="{FF2B5EF4-FFF2-40B4-BE49-F238E27FC236}">
                <a16:creationId xmlns:a16="http://schemas.microsoft.com/office/drawing/2014/main" id="{A60568A6-D7CE-4A7C-BDBD-A1B29749E01C}"/>
              </a:ext>
            </a:extLst>
          </p:cNvPr>
          <p:cNvCxnSpPr>
            <a:cxnSpLocks/>
          </p:cNvCxnSpPr>
          <p:nvPr/>
        </p:nvCxnSpPr>
        <p:spPr>
          <a:xfrm>
            <a:off x="10904539" y="94742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2EB2E38-F40C-454A-B42C-AC5D1BDB395B}"/>
              </a:ext>
            </a:extLst>
          </p:cNvPr>
          <p:cNvCxnSpPr>
            <a:cxnSpLocks/>
          </p:cNvCxnSpPr>
          <p:nvPr/>
        </p:nvCxnSpPr>
        <p:spPr>
          <a:xfrm>
            <a:off x="11164889" y="93726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7FD3FC26-FD33-43C5-BB15-2A8BB7E1FC18}"/>
              </a:ext>
            </a:extLst>
          </p:cNvPr>
          <p:cNvCxnSpPr>
            <a:cxnSpLocks/>
          </p:cNvCxnSpPr>
          <p:nvPr/>
        </p:nvCxnSpPr>
        <p:spPr>
          <a:xfrm flipH="1" flipV="1">
            <a:off x="11156950" y="8648700"/>
            <a:ext cx="25400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A8D4DA8D-BEF9-4652-BEAD-111E60D91885}"/>
              </a:ext>
            </a:extLst>
          </p:cNvPr>
          <p:cNvCxnSpPr>
            <a:cxnSpLocks/>
          </p:cNvCxnSpPr>
          <p:nvPr/>
        </p:nvCxnSpPr>
        <p:spPr>
          <a:xfrm>
            <a:off x="11171239" y="84772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F5FB758A-F91E-480E-B752-BAE893D8AE67}"/>
              </a:ext>
            </a:extLst>
          </p:cNvPr>
          <p:cNvCxnSpPr>
            <a:cxnSpLocks/>
          </p:cNvCxnSpPr>
          <p:nvPr/>
        </p:nvCxnSpPr>
        <p:spPr>
          <a:xfrm flipH="1" flipV="1">
            <a:off x="10928350" y="8394700"/>
            <a:ext cx="228600" cy="57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DE831CB7-6F54-44FF-A621-4CFC3D71ABB2}"/>
              </a:ext>
            </a:extLst>
          </p:cNvPr>
          <p:cNvCxnSpPr>
            <a:cxnSpLocks/>
          </p:cNvCxnSpPr>
          <p:nvPr/>
        </p:nvCxnSpPr>
        <p:spPr>
          <a:xfrm flipV="1">
            <a:off x="10909300" y="820420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9EBE619C-21C6-4E1E-A79D-8780337ABB8F}"/>
              </a:ext>
            </a:extLst>
          </p:cNvPr>
          <p:cNvCxnSpPr>
            <a:cxnSpLocks/>
          </p:cNvCxnSpPr>
          <p:nvPr/>
        </p:nvCxnSpPr>
        <p:spPr>
          <a:xfrm>
            <a:off x="11374439" y="8210550"/>
            <a:ext cx="0" cy="304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84321BFE-8041-41B2-BC86-30173E1B7124}"/>
              </a:ext>
            </a:extLst>
          </p:cNvPr>
          <p:cNvCxnSpPr>
            <a:cxnSpLocks/>
          </p:cNvCxnSpPr>
          <p:nvPr/>
        </p:nvCxnSpPr>
        <p:spPr>
          <a:xfrm flipH="1" flipV="1">
            <a:off x="11379200" y="8547100"/>
            <a:ext cx="717550" cy="292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4D9B0D4A-6715-4C74-B030-ED824AB47520}"/>
              </a:ext>
            </a:extLst>
          </p:cNvPr>
          <p:cNvCxnSpPr>
            <a:cxnSpLocks/>
          </p:cNvCxnSpPr>
          <p:nvPr/>
        </p:nvCxnSpPr>
        <p:spPr>
          <a:xfrm flipH="1">
            <a:off x="11887200" y="7899400"/>
            <a:ext cx="2159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3D1EE6E7-9BD8-49C1-937B-3B5CE92827B2}"/>
              </a:ext>
            </a:extLst>
          </p:cNvPr>
          <p:cNvCxnSpPr>
            <a:cxnSpLocks/>
          </p:cNvCxnSpPr>
          <p:nvPr/>
        </p:nvCxnSpPr>
        <p:spPr>
          <a:xfrm>
            <a:off x="12104689" y="7924800"/>
            <a:ext cx="0" cy="9636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D71A32A7-C611-4216-814B-DB46738660AD}"/>
              </a:ext>
            </a:extLst>
          </p:cNvPr>
          <p:cNvCxnSpPr>
            <a:cxnSpLocks/>
          </p:cNvCxnSpPr>
          <p:nvPr/>
        </p:nvCxnSpPr>
        <p:spPr>
          <a:xfrm flipV="1">
            <a:off x="10680700" y="8978900"/>
            <a:ext cx="488950" cy="234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CB0852EC-1FB9-48AC-9D60-6C5F2C7D7411}"/>
              </a:ext>
            </a:extLst>
          </p:cNvPr>
          <p:cNvCxnSpPr>
            <a:cxnSpLocks/>
          </p:cNvCxnSpPr>
          <p:nvPr/>
        </p:nvCxnSpPr>
        <p:spPr>
          <a:xfrm>
            <a:off x="11158539" y="9004300"/>
            <a:ext cx="0" cy="20796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C3A41386-C839-4102-9A7B-4588572660A0}"/>
              </a:ext>
            </a:extLst>
          </p:cNvPr>
          <p:cNvCxnSpPr>
            <a:cxnSpLocks/>
          </p:cNvCxnSpPr>
          <p:nvPr/>
        </p:nvCxnSpPr>
        <p:spPr>
          <a:xfrm>
            <a:off x="10212389" y="88328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452">
            <a:extLst>
              <a:ext uri="{FF2B5EF4-FFF2-40B4-BE49-F238E27FC236}">
                <a16:creationId xmlns:a16="http://schemas.microsoft.com/office/drawing/2014/main" id="{6F3E631E-2241-46B0-AAAD-65D9A5AAB891}"/>
              </a:ext>
            </a:extLst>
          </p:cNvPr>
          <p:cNvCxnSpPr>
            <a:cxnSpLocks/>
          </p:cNvCxnSpPr>
          <p:nvPr/>
        </p:nvCxnSpPr>
        <p:spPr>
          <a:xfrm flipV="1">
            <a:off x="10433050" y="8997950"/>
            <a:ext cx="26670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452">
            <a:extLst>
              <a:ext uri="{FF2B5EF4-FFF2-40B4-BE49-F238E27FC236}">
                <a16:creationId xmlns:a16="http://schemas.microsoft.com/office/drawing/2014/main" id="{A0C8AFFE-EAD2-4DCD-B371-803192CFF012}"/>
              </a:ext>
            </a:extLst>
          </p:cNvPr>
          <p:cNvCxnSpPr>
            <a:cxnSpLocks/>
          </p:cNvCxnSpPr>
          <p:nvPr/>
        </p:nvCxnSpPr>
        <p:spPr>
          <a:xfrm>
            <a:off x="11850689" y="89344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452">
            <a:extLst>
              <a:ext uri="{FF2B5EF4-FFF2-40B4-BE49-F238E27FC236}">
                <a16:creationId xmlns:a16="http://schemas.microsoft.com/office/drawing/2014/main" id="{21C9FD91-0DE2-4CC3-8AF5-199437200765}"/>
              </a:ext>
            </a:extLst>
          </p:cNvPr>
          <p:cNvCxnSpPr>
            <a:cxnSpLocks/>
          </p:cNvCxnSpPr>
          <p:nvPr/>
        </p:nvCxnSpPr>
        <p:spPr>
          <a:xfrm flipH="1" flipV="1">
            <a:off x="11620500" y="88265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28CBAAE4-666E-4805-AA30-F11AFDE98D2C}"/>
              </a:ext>
            </a:extLst>
          </p:cNvPr>
          <p:cNvCxnSpPr>
            <a:cxnSpLocks/>
          </p:cNvCxnSpPr>
          <p:nvPr/>
        </p:nvCxnSpPr>
        <p:spPr>
          <a:xfrm>
            <a:off x="11622089" y="88138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3B460E0D-38FC-42CE-809D-A4874431D2C4}"/>
              </a:ext>
            </a:extLst>
          </p:cNvPr>
          <p:cNvCxnSpPr>
            <a:cxnSpLocks/>
          </p:cNvCxnSpPr>
          <p:nvPr/>
        </p:nvCxnSpPr>
        <p:spPr>
          <a:xfrm flipV="1">
            <a:off x="11356976" y="898525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61B4C3D9-FA9E-4778-A313-A2D00A500D1D}"/>
              </a:ext>
            </a:extLst>
          </p:cNvPr>
          <p:cNvCxnSpPr>
            <a:cxnSpLocks/>
          </p:cNvCxnSpPr>
          <p:nvPr/>
        </p:nvCxnSpPr>
        <p:spPr>
          <a:xfrm>
            <a:off x="11869739" y="8007350"/>
            <a:ext cx="0" cy="565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0F36C1A2-3FE6-4F53-AB24-E9BEF34D2D07}"/>
              </a:ext>
            </a:extLst>
          </p:cNvPr>
          <p:cNvCxnSpPr>
            <a:cxnSpLocks/>
          </p:cNvCxnSpPr>
          <p:nvPr/>
        </p:nvCxnSpPr>
        <p:spPr>
          <a:xfrm flipH="1" flipV="1">
            <a:off x="11620500" y="84201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76F867A1-BDCB-41C7-8B2A-3B0777C5B1FF}"/>
              </a:ext>
            </a:extLst>
          </p:cNvPr>
          <p:cNvCxnSpPr>
            <a:cxnSpLocks/>
          </p:cNvCxnSpPr>
          <p:nvPr/>
        </p:nvCxnSpPr>
        <p:spPr>
          <a:xfrm flipH="1" flipV="1">
            <a:off x="11410950" y="782955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DCCEE618-8FEA-4AB9-A619-33CDF08FB564}"/>
              </a:ext>
            </a:extLst>
          </p:cNvPr>
          <p:cNvCxnSpPr>
            <a:cxnSpLocks/>
          </p:cNvCxnSpPr>
          <p:nvPr/>
        </p:nvCxnSpPr>
        <p:spPr>
          <a:xfrm>
            <a:off x="11412539" y="76327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B9E84B3C-FECC-41A8-8ECD-D53C6D938BC0}"/>
              </a:ext>
            </a:extLst>
          </p:cNvPr>
          <p:cNvCxnSpPr>
            <a:cxnSpLocks/>
          </p:cNvCxnSpPr>
          <p:nvPr/>
        </p:nvCxnSpPr>
        <p:spPr>
          <a:xfrm flipH="1" flipV="1">
            <a:off x="12096750" y="7543800"/>
            <a:ext cx="25400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AB992FA6-F7A3-4E60-8DB1-AD41A8D32FB4}"/>
              </a:ext>
            </a:extLst>
          </p:cNvPr>
          <p:cNvCxnSpPr>
            <a:cxnSpLocks/>
          </p:cNvCxnSpPr>
          <p:nvPr/>
        </p:nvCxnSpPr>
        <p:spPr>
          <a:xfrm>
            <a:off x="10725150" y="5207000"/>
            <a:ext cx="1123950" cy="1873250"/>
          </a:xfrm>
          <a:prstGeom prst="line">
            <a:avLst/>
          </a:prstGeom>
          <a:ln w="9525">
            <a:solidFill>
              <a:srgbClr val="FF99CC"/>
            </a:solidFill>
            <a:prstDash val="sysDash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7B5F0E78-D3DA-4388-9563-EF1CFDD9529A}"/>
              </a:ext>
            </a:extLst>
          </p:cNvPr>
          <p:cNvCxnSpPr>
            <a:cxnSpLocks/>
          </p:cNvCxnSpPr>
          <p:nvPr/>
        </p:nvCxnSpPr>
        <p:spPr>
          <a:xfrm flipH="1">
            <a:off x="8326823" y="5229987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3779971">
            <a:off x="10209078" y="8522430"/>
            <a:ext cx="261031" cy="494668"/>
            <a:chOff x="6092029" y="417465"/>
            <a:chExt cx="494984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092029" y="417465"/>
              <a:ext cx="323532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633" name="Straight Connector 452">
            <a:extLst>
              <a:ext uri="{FF2B5EF4-FFF2-40B4-BE49-F238E27FC236}">
                <a16:creationId xmlns:a16="http://schemas.microsoft.com/office/drawing/2014/main" id="{89E0BCBE-24D5-4731-A4D4-DE6BE33A871D}"/>
              </a:ext>
            </a:extLst>
          </p:cNvPr>
          <p:cNvCxnSpPr>
            <a:cxnSpLocks/>
          </p:cNvCxnSpPr>
          <p:nvPr/>
        </p:nvCxnSpPr>
        <p:spPr>
          <a:xfrm flipH="1" flipV="1">
            <a:off x="6407785" y="2588896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452">
            <a:extLst>
              <a:ext uri="{FF2B5EF4-FFF2-40B4-BE49-F238E27FC236}">
                <a16:creationId xmlns:a16="http://schemas.microsoft.com/office/drawing/2014/main" id="{DC73B84A-69F2-439F-BA09-B715927CB0D4}"/>
              </a:ext>
            </a:extLst>
          </p:cNvPr>
          <p:cNvCxnSpPr>
            <a:cxnSpLocks/>
          </p:cNvCxnSpPr>
          <p:nvPr/>
        </p:nvCxnSpPr>
        <p:spPr>
          <a:xfrm flipV="1">
            <a:off x="5019675" y="2862263"/>
            <a:ext cx="1662113" cy="6381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452">
            <a:extLst>
              <a:ext uri="{FF2B5EF4-FFF2-40B4-BE49-F238E27FC236}">
                <a16:creationId xmlns:a16="http://schemas.microsoft.com/office/drawing/2014/main" id="{F052EAD8-6DD4-4E4C-BA33-B7625E3363CA}"/>
              </a:ext>
            </a:extLst>
          </p:cNvPr>
          <p:cNvCxnSpPr>
            <a:cxnSpLocks/>
          </p:cNvCxnSpPr>
          <p:nvPr/>
        </p:nvCxnSpPr>
        <p:spPr>
          <a:xfrm flipH="1" flipV="1">
            <a:off x="4295775" y="3228975"/>
            <a:ext cx="717867" cy="2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E21BC577-46FC-4208-964A-87542CCF6E60}"/>
              </a:ext>
            </a:extLst>
          </p:cNvPr>
          <p:cNvCxnSpPr>
            <a:cxnSpLocks/>
          </p:cNvCxnSpPr>
          <p:nvPr/>
        </p:nvCxnSpPr>
        <p:spPr>
          <a:xfrm flipV="1">
            <a:off x="3843338" y="3230562"/>
            <a:ext cx="45720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13B24B5D-6D20-4369-83EB-FEBB3B138CB7}"/>
              </a:ext>
            </a:extLst>
          </p:cNvPr>
          <p:cNvCxnSpPr>
            <a:cxnSpLocks/>
          </p:cNvCxnSpPr>
          <p:nvPr/>
        </p:nvCxnSpPr>
        <p:spPr>
          <a:xfrm flipH="1" flipV="1">
            <a:off x="3845560" y="3415665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EA353C95-817F-4554-AB82-344337F8E108}"/>
              </a:ext>
            </a:extLst>
          </p:cNvPr>
          <p:cNvCxnSpPr>
            <a:cxnSpLocks/>
          </p:cNvCxnSpPr>
          <p:nvPr/>
        </p:nvCxnSpPr>
        <p:spPr>
          <a:xfrm flipV="1">
            <a:off x="4073208" y="3514725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283BF2C9-8AB2-4716-986A-4C55866E7A4F}"/>
              </a:ext>
            </a:extLst>
          </p:cNvPr>
          <p:cNvCxnSpPr>
            <a:cxnSpLocks/>
          </p:cNvCxnSpPr>
          <p:nvPr/>
        </p:nvCxnSpPr>
        <p:spPr>
          <a:xfrm flipH="1" flipV="1">
            <a:off x="4074160" y="3682365"/>
            <a:ext cx="1178878" cy="4800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81F31874-28AC-44FF-9C10-BA2382B4A38C}"/>
              </a:ext>
            </a:extLst>
          </p:cNvPr>
          <p:cNvCxnSpPr>
            <a:cxnSpLocks/>
          </p:cNvCxnSpPr>
          <p:nvPr/>
        </p:nvCxnSpPr>
        <p:spPr>
          <a:xfrm flipH="1" flipV="1">
            <a:off x="4324350" y="3590925"/>
            <a:ext cx="1195388" cy="4619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452">
            <a:extLst>
              <a:ext uri="{FF2B5EF4-FFF2-40B4-BE49-F238E27FC236}">
                <a16:creationId xmlns:a16="http://schemas.microsoft.com/office/drawing/2014/main" id="{8350D08A-3406-4971-BFCA-5AFFF60BCD94}"/>
              </a:ext>
            </a:extLst>
          </p:cNvPr>
          <p:cNvCxnSpPr>
            <a:cxnSpLocks/>
          </p:cNvCxnSpPr>
          <p:nvPr/>
        </p:nvCxnSpPr>
        <p:spPr>
          <a:xfrm flipV="1">
            <a:off x="4316095" y="3424238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452">
            <a:extLst>
              <a:ext uri="{FF2B5EF4-FFF2-40B4-BE49-F238E27FC236}">
                <a16:creationId xmlns:a16="http://schemas.microsoft.com/office/drawing/2014/main" id="{093280A5-39B8-4747-8DC2-744CD8C6E654}"/>
              </a:ext>
            </a:extLst>
          </p:cNvPr>
          <p:cNvCxnSpPr>
            <a:cxnSpLocks/>
          </p:cNvCxnSpPr>
          <p:nvPr/>
        </p:nvCxnSpPr>
        <p:spPr>
          <a:xfrm flipH="1" flipV="1">
            <a:off x="4310063" y="3424238"/>
            <a:ext cx="952500" cy="366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CA944952-043F-4706-9C9A-A58A1E25D816}"/>
              </a:ext>
            </a:extLst>
          </p:cNvPr>
          <p:cNvCxnSpPr>
            <a:cxnSpLocks/>
          </p:cNvCxnSpPr>
          <p:nvPr/>
        </p:nvCxnSpPr>
        <p:spPr>
          <a:xfrm>
            <a:off x="5252722" y="3567748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452">
            <a:extLst>
              <a:ext uri="{FF2B5EF4-FFF2-40B4-BE49-F238E27FC236}">
                <a16:creationId xmlns:a16="http://schemas.microsoft.com/office/drawing/2014/main" id="{E76CE06C-DD0F-4F9C-BF65-2DD9796B3C63}"/>
              </a:ext>
            </a:extLst>
          </p:cNvPr>
          <p:cNvCxnSpPr>
            <a:cxnSpLocks/>
          </p:cNvCxnSpPr>
          <p:nvPr/>
        </p:nvCxnSpPr>
        <p:spPr>
          <a:xfrm flipH="1" flipV="1">
            <a:off x="5257165" y="357124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FF75542-3139-4D68-B03D-45F599E2D770}"/>
              </a:ext>
            </a:extLst>
          </p:cNvPr>
          <p:cNvCxnSpPr>
            <a:cxnSpLocks/>
          </p:cNvCxnSpPr>
          <p:nvPr/>
        </p:nvCxnSpPr>
        <p:spPr>
          <a:xfrm>
            <a:off x="5495610" y="3482023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452">
            <a:extLst>
              <a:ext uri="{FF2B5EF4-FFF2-40B4-BE49-F238E27FC236}">
                <a16:creationId xmlns:a16="http://schemas.microsoft.com/office/drawing/2014/main" id="{CC14C7E2-F1F8-4E52-8779-64ABE31CE6BB}"/>
              </a:ext>
            </a:extLst>
          </p:cNvPr>
          <p:cNvCxnSpPr>
            <a:cxnSpLocks/>
          </p:cNvCxnSpPr>
          <p:nvPr/>
        </p:nvCxnSpPr>
        <p:spPr>
          <a:xfrm flipH="1" flipV="1">
            <a:off x="5500053" y="3485515"/>
            <a:ext cx="500697" cy="21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452">
            <a:extLst>
              <a:ext uri="{FF2B5EF4-FFF2-40B4-BE49-F238E27FC236}">
                <a16:creationId xmlns:a16="http://schemas.microsoft.com/office/drawing/2014/main" id="{8A0916C7-6179-4F64-8EAA-294A57B61F69}"/>
              </a:ext>
            </a:extLst>
          </p:cNvPr>
          <p:cNvCxnSpPr>
            <a:cxnSpLocks/>
          </p:cNvCxnSpPr>
          <p:nvPr/>
        </p:nvCxnSpPr>
        <p:spPr>
          <a:xfrm flipV="1">
            <a:off x="5734368" y="3205163"/>
            <a:ext cx="485457" cy="2187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4C250F44-E855-450D-BA56-0C0264C54C55}"/>
              </a:ext>
            </a:extLst>
          </p:cNvPr>
          <p:cNvCxnSpPr>
            <a:cxnSpLocks/>
          </p:cNvCxnSpPr>
          <p:nvPr/>
        </p:nvCxnSpPr>
        <p:spPr>
          <a:xfrm>
            <a:off x="6209984" y="3203258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8FD75524-8F00-466E-B4D2-69AF5C011D2D}"/>
              </a:ext>
            </a:extLst>
          </p:cNvPr>
          <p:cNvCxnSpPr>
            <a:cxnSpLocks/>
          </p:cNvCxnSpPr>
          <p:nvPr/>
        </p:nvCxnSpPr>
        <p:spPr>
          <a:xfrm flipV="1">
            <a:off x="6198236" y="3326765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84DF7BEE-1567-451F-86A1-29D1C26E5C7B}"/>
              </a:ext>
            </a:extLst>
          </p:cNvPr>
          <p:cNvCxnSpPr>
            <a:cxnSpLocks/>
          </p:cNvCxnSpPr>
          <p:nvPr/>
        </p:nvCxnSpPr>
        <p:spPr>
          <a:xfrm>
            <a:off x="6424297" y="3136582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452">
            <a:extLst>
              <a:ext uri="{FF2B5EF4-FFF2-40B4-BE49-F238E27FC236}">
                <a16:creationId xmlns:a16="http://schemas.microsoft.com/office/drawing/2014/main" id="{E393910E-0A97-490C-9645-35E959FFF420}"/>
              </a:ext>
            </a:extLst>
          </p:cNvPr>
          <p:cNvCxnSpPr>
            <a:cxnSpLocks/>
          </p:cNvCxnSpPr>
          <p:nvPr/>
        </p:nvCxnSpPr>
        <p:spPr>
          <a:xfrm flipV="1">
            <a:off x="6431599" y="3036253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C4F194E3-15C2-46DC-80EF-50ACF5E145E3}"/>
              </a:ext>
            </a:extLst>
          </p:cNvPr>
          <p:cNvCxnSpPr>
            <a:cxnSpLocks/>
          </p:cNvCxnSpPr>
          <p:nvPr/>
        </p:nvCxnSpPr>
        <p:spPr>
          <a:xfrm>
            <a:off x="10217150" y="5308600"/>
            <a:ext cx="245112" cy="130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50574B55-5FF1-4CD5-94F6-ACB627290189}"/>
              </a:ext>
            </a:extLst>
          </p:cNvPr>
          <p:cNvCxnSpPr>
            <a:cxnSpLocks/>
          </p:cNvCxnSpPr>
          <p:nvPr/>
        </p:nvCxnSpPr>
        <p:spPr>
          <a:xfrm flipV="1">
            <a:off x="9950450" y="5422900"/>
            <a:ext cx="51435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452">
            <a:extLst>
              <a:ext uri="{FF2B5EF4-FFF2-40B4-BE49-F238E27FC236}">
                <a16:creationId xmlns:a16="http://schemas.microsoft.com/office/drawing/2014/main" id="{0D9A4220-EA34-4DAE-BB18-3E7E5A79E2D6}"/>
              </a:ext>
            </a:extLst>
          </p:cNvPr>
          <p:cNvCxnSpPr>
            <a:cxnSpLocks/>
          </p:cNvCxnSpPr>
          <p:nvPr/>
        </p:nvCxnSpPr>
        <p:spPr>
          <a:xfrm flipH="1" flipV="1">
            <a:off x="9728200" y="549783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452">
            <a:extLst>
              <a:ext uri="{FF2B5EF4-FFF2-40B4-BE49-F238E27FC236}">
                <a16:creationId xmlns:a16="http://schemas.microsoft.com/office/drawing/2014/main" id="{8DDAA9B8-7807-4FD5-8E88-17000F98143A}"/>
              </a:ext>
            </a:extLst>
          </p:cNvPr>
          <p:cNvCxnSpPr>
            <a:cxnSpLocks/>
          </p:cNvCxnSpPr>
          <p:nvPr/>
        </p:nvCxnSpPr>
        <p:spPr>
          <a:xfrm flipV="1">
            <a:off x="9753600" y="5403850"/>
            <a:ext cx="228600" cy="9525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AEA1BBCF-47F8-450E-BD4F-1B50DBC00D8E}"/>
              </a:ext>
            </a:extLst>
          </p:cNvPr>
          <p:cNvCxnSpPr>
            <a:cxnSpLocks/>
          </p:cNvCxnSpPr>
          <p:nvPr/>
        </p:nvCxnSpPr>
        <p:spPr>
          <a:xfrm>
            <a:off x="9960612" y="5041900"/>
            <a:ext cx="0" cy="3784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4ED73B9C-1325-46F9-A616-808951054013}"/>
              </a:ext>
            </a:extLst>
          </p:cNvPr>
          <p:cNvCxnSpPr>
            <a:cxnSpLocks/>
          </p:cNvCxnSpPr>
          <p:nvPr/>
        </p:nvCxnSpPr>
        <p:spPr>
          <a:xfrm flipH="1">
            <a:off x="9969500" y="4984750"/>
            <a:ext cx="23495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A4035E6F-A831-4DFA-8560-3F331A5CD1A7}"/>
              </a:ext>
            </a:extLst>
          </p:cNvPr>
          <p:cNvCxnSpPr>
            <a:cxnSpLocks/>
          </p:cNvCxnSpPr>
          <p:nvPr/>
        </p:nvCxnSpPr>
        <p:spPr>
          <a:xfrm>
            <a:off x="10200642" y="5008880"/>
            <a:ext cx="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584757A9-CD7F-4178-97B3-DC744F452AC6}"/>
              </a:ext>
            </a:extLst>
          </p:cNvPr>
          <p:cNvCxnSpPr>
            <a:cxnSpLocks/>
          </p:cNvCxnSpPr>
          <p:nvPr/>
        </p:nvCxnSpPr>
        <p:spPr>
          <a:xfrm flipV="1">
            <a:off x="10204450" y="498475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01CF2C6C-F474-4BD5-81F4-FE01303088C8}"/>
              </a:ext>
            </a:extLst>
          </p:cNvPr>
          <p:cNvCxnSpPr>
            <a:cxnSpLocks/>
          </p:cNvCxnSpPr>
          <p:nvPr/>
        </p:nvCxnSpPr>
        <p:spPr>
          <a:xfrm>
            <a:off x="10924542" y="4900930"/>
            <a:ext cx="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2C67DD6F-C487-4E17-BB33-26F68BA0B1DC}"/>
              </a:ext>
            </a:extLst>
          </p:cNvPr>
          <p:cNvCxnSpPr>
            <a:cxnSpLocks/>
          </p:cNvCxnSpPr>
          <p:nvPr/>
        </p:nvCxnSpPr>
        <p:spPr>
          <a:xfrm flipH="1" flipV="1">
            <a:off x="10699750" y="48056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871B6A30-B004-44AB-A07F-2FF94F4B20ED}"/>
              </a:ext>
            </a:extLst>
          </p:cNvPr>
          <p:cNvCxnSpPr>
            <a:cxnSpLocks/>
          </p:cNvCxnSpPr>
          <p:nvPr/>
        </p:nvCxnSpPr>
        <p:spPr>
          <a:xfrm flipH="1">
            <a:off x="10433050" y="4781550"/>
            <a:ext cx="2857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9C6081C9-1DBC-4D86-8BBF-5B03F6221691}"/>
              </a:ext>
            </a:extLst>
          </p:cNvPr>
          <p:cNvCxnSpPr>
            <a:cxnSpLocks/>
          </p:cNvCxnSpPr>
          <p:nvPr/>
        </p:nvCxnSpPr>
        <p:spPr>
          <a:xfrm flipH="1" flipV="1">
            <a:off x="10191750" y="478663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38A432C6-AF2D-4350-AC35-27587BC7F92F}"/>
              </a:ext>
            </a:extLst>
          </p:cNvPr>
          <p:cNvCxnSpPr>
            <a:cxnSpLocks/>
          </p:cNvCxnSpPr>
          <p:nvPr/>
        </p:nvCxnSpPr>
        <p:spPr>
          <a:xfrm>
            <a:off x="10683242" y="444500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9B3F943-7211-4700-958B-CFC50EC256DF}"/>
              </a:ext>
            </a:extLst>
          </p:cNvPr>
          <p:cNvCxnSpPr>
            <a:cxnSpLocks/>
          </p:cNvCxnSpPr>
          <p:nvPr/>
        </p:nvCxnSpPr>
        <p:spPr>
          <a:xfrm>
            <a:off x="10219692" y="443865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21831B0A-AF50-4887-843E-7E23A22AD319}"/>
              </a:ext>
            </a:extLst>
          </p:cNvPr>
          <p:cNvCxnSpPr>
            <a:cxnSpLocks/>
          </p:cNvCxnSpPr>
          <p:nvPr/>
        </p:nvCxnSpPr>
        <p:spPr>
          <a:xfrm flipH="1">
            <a:off x="10236200" y="4260850"/>
            <a:ext cx="457200" cy="1638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FC5F5D97-001A-4046-BD6D-CCE465F500F1}"/>
              </a:ext>
            </a:extLst>
          </p:cNvPr>
          <p:cNvCxnSpPr>
            <a:cxnSpLocks/>
          </p:cNvCxnSpPr>
          <p:nvPr/>
        </p:nvCxnSpPr>
        <p:spPr>
          <a:xfrm>
            <a:off x="10918192" y="41275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5F18A054-C4C7-4904-932E-5884B28C55E6}"/>
              </a:ext>
            </a:extLst>
          </p:cNvPr>
          <p:cNvCxnSpPr>
            <a:cxnSpLocks/>
          </p:cNvCxnSpPr>
          <p:nvPr/>
        </p:nvCxnSpPr>
        <p:spPr>
          <a:xfrm flipV="1">
            <a:off x="10420350" y="4057650"/>
            <a:ext cx="228600" cy="9525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B950D2B4-C794-46D3-B12A-F2B0BA75396F}"/>
              </a:ext>
            </a:extLst>
          </p:cNvPr>
          <p:cNvCxnSpPr>
            <a:cxnSpLocks/>
          </p:cNvCxnSpPr>
          <p:nvPr/>
        </p:nvCxnSpPr>
        <p:spPr>
          <a:xfrm>
            <a:off x="10422892" y="396875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9FC15AC0-F8EF-4741-88D4-91976F87EB5C}"/>
              </a:ext>
            </a:extLst>
          </p:cNvPr>
          <p:cNvCxnSpPr>
            <a:cxnSpLocks/>
          </p:cNvCxnSpPr>
          <p:nvPr/>
        </p:nvCxnSpPr>
        <p:spPr>
          <a:xfrm flipV="1">
            <a:off x="10445750" y="3854450"/>
            <a:ext cx="241300" cy="1143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452">
            <a:extLst>
              <a:ext uri="{FF2B5EF4-FFF2-40B4-BE49-F238E27FC236}">
                <a16:creationId xmlns:a16="http://schemas.microsoft.com/office/drawing/2014/main" id="{578FA5B3-8237-4937-BB07-C7AEDB060E28}"/>
              </a:ext>
            </a:extLst>
          </p:cNvPr>
          <p:cNvCxnSpPr>
            <a:cxnSpLocks/>
          </p:cNvCxnSpPr>
          <p:nvPr/>
        </p:nvCxnSpPr>
        <p:spPr>
          <a:xfrm flipH="1" flipV="1">
            <a:off x="10414000" y="376555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75E32B9A-4F47-4054-A750-2E18587635C4}"/>
              </a:ext>
            </a:extLst>
          </p:cNvPr>
          <p:cNvCxnSpPr>
            <a:cxnSpLocks/>
          </p:cNvCxnSpPr>
          <p:nvPr/>
        </p:nvCxnSpPr>
        <p:spPr>
          <a:xfrm>
            <a:off x="10422892" y="35814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870F9368-B224-4844-AF9E-F75123C991CD}"/>
              </a:ext>
            </a:extLst>
          </p:cNvPr>
          <p:cNvCxnSpPr>
            <a:cxnSpLocks/>
          </p:cNvCxnSpPr>
          <p:nvPr/>
        </p:nvCxnSpPr>
        <p:spPr>
          <a:xfrm flipH="1" flipV="1">
            <a:off x="10394950" y="358140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96E15BEE-A16B-45B5-9073-15B506EF25FC}"/>
              </a:ext>
            </a:extLst>
          </p:cNvPr>
          <p:cNvCxnSpPr>
            <a:cxnSpLocks/>
          </p:cNvCxnSpPr>
          <p:nvPr/>
        </p:nvCxnSpPr>
        <p:spPr>
          <a:xfrm flipH="1" flipV="1">
            <a:off x="7613650" y="2870200"/>
            <a:ext cx="1416050" cy="546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8D1F03E2-CB51-415E-A84D-233951DFAAE7}"/>
              </a:ext>
            </a:extLst>
          </p:cNvPr>
          <p:cNvCxnSpPr>
            <a:cxnSpLocks/>
          </p:cNvCxnSpPr>
          <p:nvPr/>
        </p:nvCxnSpPr>
        <p:spPr>
          <a:xfrm flipV="1">
            <a:off x="6877050" y="2867660"/>
            <a:ext cx="742950" cy="2755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0099E26B-7608-44B2-9AA6-B9A115E3A54C}"/>
              </a:ext>
            </a:extLst>
          </p:cNvPr>
          <p:cNvCxnSpPr>
            <a:cxnSpLocks/>
          </p:cNvCxnSpPr>
          <p:nvPr/>
        </p:nvCxnSpPr>
        <p:spPr>
          <a:xfrm>
            <a:off x="6407150" y="2400300"/>
            <a:ext cx="495300" cy="1981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35CF77BD-2B18-43E6-BF24-9DAC91FDC1A0}"/>
              </a:ext>
            </a:extLst>
          </p:cNvPr>
          <p:cNvCxnSpPr>
            <a:cxnSpLocks/>
          </p:cNvCxnSpPr>
          <p:nvPr/>
        </p:nvCxnSpPr>
        <p:spPr>
          <a:xfrm flipV="1">
            <a:off x="5930900" y="2409190"/>
            <a:ext cx="486410" cy="1816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3F913819-52BA-432C-A2EA-FF89892A3D09}"/>
              </a:ext>
            </a:extLst>
          </p:cNvPr>
          <p:cNvCxnSpPr>
            <a:cxnSpLocks/>
          </p:cNvCxnSpPr>
          <p:nvPr/>
        </p:nvCxnSpPr>
        <p:spPr>
          <a:xfrm flipV="1">
            <a:off x="5938520" y="258445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452">
            <a:extLst>
              <a:ext uri="{FF2B5EF4-FFF2-40B4-BE49-F238E27FC236}">
                <a16:creationId xmlns:a16="http://schemas.microsoft.com/office/drawing/2014/main" id="{431C8B6B-8854-4A77-BEED-4A1CA25D9A50}"/>
              </a:ext>
            </a:extLst>
          </p:cNvPr>
          <p:cNvCxnSpPr>
            <a:cxnSpLocks/>
          </p:cNvCxnSpPr>
          <p:nvPr/>
        </p:nvCxnSpPr>
        <p:spPr>
          <a:xfrm flipV="1">
            <a:off x="4997450" y="2771140"/>
            <a:ext cx="949960" cy="359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89D3D708-0169-45E3-A5D9-21BD87A1E341}"/>
              </a:ext>
            </a:extLst>
          </p:cNvPr>
          <p:cNvCxnSpPr>
            <a:cxnSpLocks/>
          </p:cNvCxnSpPr>
          <p:nvPr/>
        </p:nvCxnSpPr>
        <p:spPr>
          <a:xfrm>
            <a:off x="4305300" y="2870200"/>
            <a:ext cx="690880" cy="245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452">
            <a:extLst>
              <a:ext uri="{FF2B5EF4-FFF2-40B4-BE49-F238E27FC236}">
                <a16:creationId xmlns:a16="http://schemas.microsoft.com/office/drawing/2014/main" id="{968A7A7D-F092-4ED5-9FDC-F8C4D51D6FF3}"/>
              </a:ext>
            </a:extLst>
          </p:cNvPr>
          <p:cNvCxnSpPr>
            <a:cxnSpLocks/>
          </p:cNvCxnSpPr>
          <p:nvPr/>
        </p:nvCxnSpPr>
        <p:spPr>
          <a:xfrm flipV="1">
            <a:off x="3822700" y="2853690"/>
            <a:ext cx="495300" cy="194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452">
            <a:extLst>
              <a:ext uri="{FF2B5EF4-FFF2-40B4-BE49-F238E27FC236}">
                <a16:creationId xmlns:a16="http://schemas.microsoft.com/office/drawing/2014/main" id="{1B55AA9F-89EB-4154-90AB-9CFE46C00AAC}"/>
              </a:ext>
            </a:extLst>
          </p:cNvPr>
          <p:cNvCxnSpPr>
            <a:cxnSpLocks/>
          </p:cNvCxnSpPr>
          <p:nvPr/>
        </p:nvCxnSpPr>
        <p:spPr>
          <a:xfrm>
            <a:off x="3590290" y="29603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F0990E9C-A3EF-4456-B476-E70B40FC7F2E}"/>
              </a:ext>
            </a:extLst>
          </p:cNvPr>
          <p:cNvCxnSpPr>
            <a:cxnSpLocks/>
          </p:cNvCxnSpPr>
          <p:nvPr/>
        </p:nvCxnSpPr>
        <p:spPr>
          <a:xfrm>
            <a:off x="3837940" y="26682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A6B69A87-18C7-4966-86AC-5E72F54A38F5}"/>
              </a:ext>
            </a:extLst>
          </p:cNvPr>
          <p:cNvCxnSpPr>
            <a:cxnSpLocks/>
          </p:cNvCxnSpPr>
          <p:nvPr/>
        </p:nvCxnSpPr>
        <p:spPr>
          <a:xfrm flipV="1">
            <a:off x="3585210" y="2640330"/>
            <a:ext cx="25400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Connector 452">
            <a:extLst>
              <a:ext uri="{FF2B5EF4-FFF2-40B4-BE49-F238E27FC236}">
                <a16:creationId xmlns:a16="http://schemas.microsoft.com/office/drawing/2014/main" id="{A165674A-3E07-4D4C-B762-55EDBE3E39B9}"/>
              </a:ext>
            </a:extLst>
          </p:cNvPr>
          <p:cNvCxnSpPr>
            <a:cxnSpLocks/>
          </p:cNvCxnSpPr>
          <p:nvPr/>
        </p:nvCxnSpPr>
        <p:spPr>
          <a:xfrm>
            <a:off x="3609340" y="2566670"/>
            <a:ext cx="0" cy="1955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452">
            <a:extLst>
              <a:ext uri="{FF2B5EF4-FFF2-40B4-BE49-F238E27FC236}">
                <a16:creationId xmlns:a16="http://schemas.microsoft.com/office/drawing/2014/main" id="{BE42A2A8-F743-47F9-8745-976B58F77683}"/>
              </a:ext>
            </a:extLst>
          </p:cNvPr>
          <p:cNvCxnSpPr>
            <a:cxnSpLocks/>
          </p:cNvCxnSpPr>
          <p:nvPr/>
        </p:nvCxnSpPr>
        <p:spPr>
          <a:xfrm flipV="1">
            <a:off x="3621723" y="247777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452">
            <a:extLst>
              <a:ext uri="{FF2B5EF4-FFF2-40B4-BE49-F238E27FC236}">
                <a16:creationId xmlns:a16="http://schemas.microsoft.com/office/drawing/2014/main" id="{C80A3C9A-CFA2-4FA4-A3BF-0907CE729740}"/>
              </a:ext>
            </a:extLst>
          </p:cNvPr>
          <p:cNvCxnSpPr>
            <a:cxnSpLocks/>
          </p:cNvCxnSpPr>
          <p:nvPr/>
        </p:nvCxnSpPr>
        <p:spPr>
          <a:xfrm flipV="1">
            <a:off x="4081780" y="2222500"/>
            <a:ext cx="0" cy="158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452">
            <a:extLst>
              <a:ext uri="{FF2B5EF4-FFF2-40B4-BE49-F238E27FC236}">
                <a16:creationId xmlns:a16="http://schemas.microsoft.com/office/drawing/2014/main" id="{282974C6-9AC6-4049-AFFD-7F31329A345D}"/>
              </a:ext>
            </a:extLst>
          </p:cNvPr>
          <p:cNvCxnSpPr>
            <a:cxnSpLocks/>
          </p:cNvCxnSpPr>
          <p:nvPr/>
        </p:nvCxnSpPr>
        <p:spPr>
          <a:xfrm flipV="1">
            <a:off x="4110990" y="2292350"/>
            <a:ext cx="226060" cy="96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Connector 452">
            <a:extLst>
              <a:ext uri="{FF2B5EF4-FFF2-40B4-BE49-F238E27FC236}">
                <a16:creationId xmlns:a16="http://schemas.microsoft.com/office/drawing/2014/main" id="{01EF7D9B-0D30-4F8C-A37B-25108CB2468D}"/>
              </a:ext>
            </a:extLst>
          </p:cNvPr>
          <p:cNvCxnSpPr>
            <a:cxnSpLocks/>
          </p:cNvCxnSpPr>
          <p:nvPr/>
        </p:nvCxnSpPr>
        <p:spPr>
          <a:xfrm flipV="1">
            <a:off x="4321810" y="2308860"/>
            <a:ext cx="0" cy="3632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452">
            <a:extLst>
              <a:ext uri="{FF2B5EF4-FFF2-40B4-BE49-F238E27FC236}">
                <a16:creationId xmlns:a16="http://schemas.microsoft.com/office/drawing/2014/main" id="{A10EE1B4-BCCE-4D8B-8A8C-D27AF843A0DA}"/>
              </a:ext>
            </a:extLst>
          </p:cNvPr>
          <p:cNvCxnSpPr>
            <a:cxnSpLocks/>
          </p:cNvCxnSpPr>
          <p:nvPr/>
        </p:nvCxnSpPr>
        <p:spPr>
          <a:xfrm>
            <a:off x="4339590" y="26809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452">
            <a:extLst>
              <a:ext uri="{FF2B5EF4-FFF2-40B4-BE49-F238E27FC236}">
                <a16:creationId xmlns:a16="http://schemas.microsoft.com/office/drawing/2014/main" id="{73BCA1EC-AD8F-403D-9BD6-C4E031FDD3DF}"/>
              </a:ext>
            </a:extLst>
          </p:cNvPr>
          <p:cNvCxnSpPr>
            <a:cxnSpLocks/>
          </p:cNvCxnSpPr>
          <p:nvPr/>
        </p:nvCxnSpPr>
        <p:spPr>
          <a:xfrm flipV="1">
            <a:off x="5260340" y="2679700"/>
            <a:ext cx="46736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452">
            <a:extLst>
              <a:ext uri="{FF2B5EF4-FFF2-40B4-BE49-F238E27FC236}">
                <a16:creationId xmlns:a16="http://schemas.microsoft.com/office/drawing/2014/main" id="{77BD9C0E-A1F7-4FA5-817B-42FBA372F6B2}"/>
              </a:ext>
            </a:extLst>
          </p:cNvPr>
          <p:cNvCxnSpPr>
            <a:cxnSpLocks/>
          </p:cNvCxnSpPr>
          <p:nvPr/>
        </p:nvCxnSpPr>
        <p:spPr>
          <a:xfrm>
            <a:off x="5488940" y="260350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452">
            <a:extLst>
              <a:ext uri="{FF2B5EF4-FFF2-40B4-BE49-F238E27FC236}">
                <a16:creationId xmlns:a16="http://schemas.microsoft.com/office/drawing/2014/main" id="{4BF1C664-3EF9-4E63-B206-FD20ACD5AA79}"/>
              </a:ext>
            </a:extLst>
          </p:cNvPr>
          <p:cNvCxnSpPr>
            <a:cxnSpLocks/>
          </p:cNvCxnSpPr>
          <p:nvPr/>
        </p:nvCxnSpPr>
        <p:spPr>
          <a:xfrm>
            <a:off x="5704840" y="23050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452">
            <a:extLst>
              <a:ext uri="{FF2B5EF4-FFF2-40B4-BE49-F238E27FC236}">
                <a16:creationId xmlns:a16="http://schemas.microsoft.com/office/drawing/2014/main" id="{061A0463-4B66-4320-8461-F1B40B4A8B3B}"/>
              </a:ext>
            </a:extLst>
          </p:cNvPr>
          <p:cNvCxnSpPr>
            <a:cxnSpLocks/>
          </p:cNvCxnSpPr>
          <p:nvPr/>
        </p:nvCxnSpPr>
        <p:spPr>
          <a:xfrm flipV="1">
            <a:off x="5722620" y="211455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452">
            <a:extLst>
              <a:ext uri="{FF2B5EF4-FFF2-40B4-BE49-F238E27FC236}">
                <a16:creationId xmlns:a16="http://schemas.microsoft.com/office/drawing/2014/main" id="{41F7E57D-2B73-4B20-A707-DA8C1D78BF4E}"/>
              </a:ext>
            </a:extLst>
          </p:cNvPr>
          <p:cNvCxnSpPr>
            <a:cxnSpLocks/>
          </p:cNvCxnSpPr>
          <p:nvPr/>
        </p:nvCxnSpPr>
        <p:spPr>
          <a:xfrm flipV="1">
            <a:off x="6189980" y="223520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452">
            <a:extLst>
              <a:ext uri="{FF2B5EF4-FFF2-40B4-BE49-F238E27FC236}">
                <a16:creationId xmlns:a16="http://schemas.microsoft.com/office/drawing/2014/main" id="{3D8E2BB0-A766-4B48-832A-861A00E00AF4}"/>
              </a:ext>
            </a:extLst>
          </p:cNvPr>
          <p:cNvCxnSpPr>
            <a:cxnSpLocks/>
          </p:cNvCxnSpPr>
          <p:nvPr/>
        </p:nvCxnSpPr>
        <p:spPr>
          <a:xfrm flipV="1">
            <a:off x="6907530" y="287655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452">
            <a:extLst>
              <a:ext uri="{FF2B5EF4-FFF2-40B4-BE49-F238E27FC236}">
                <a16:creationId xmlns:a16="http://schemas.microsoft.com/office/drawing/2014/main" id="{387A9A67-6144-4903-9951-B2B3EDC5AC2D}"/>
              </a:ext>
            </a:extLst>
          </p:cNvPr>
          <p:cNvCxnSpPr>
            <a:cxnSpLocks/>
          </p:cNvCxnSpPr>
          <p:nvPr/>
        </p:nvCxnSpPr>
        <p:spPr>
          <a:xfrm>
            <a:off x="6898640" y="27749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452">
            <a:extLst>
              <a:ext uri="{FF2B5EF4-FFF2-40B4-BE49-F238E27FC236}">
                <a16:creationId xmlns:a16="http://schemas.microsoft.com/office/drawing/2014/main" id="{B1F8694E-AF09-44CD-8EB2-246929902B9B}"/>
              </a:ext>
            </a:extLst>
          </p:cNvPr>
          <p:cNvCxnSpPr>
            <a:cxnSpLocks/>
          </p:cNvCxnSpPr>
          <p:nvPr/>
        </p:nvCxnSpPr>
        <p:spPr>
          <a:xfrm flipV="1">
            <a:off x="6910070" y="2609850"/>
            <a:ext cx="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452">
            <a:extLst>
              <a:ext uri="{FF2B5EF4-FFF2-40B4-BE49-F238E27FC236}">
                <a16:creationId xmlns:a16="http://schemas.microsoft.com/office/drawing/2014/main" id="{D49ED8AE-157A-40E1-BB45-10583B7EACD6}"/>
              </a:ext>
            </a:extLst>
          </p:cNvPr>
          <p:cNvCxnSpPr>
            <a:cxnSpLocks/>
          </p:cNvCxnSpPr>
          <p:nvPr/>
        </p:nvCxnSpPr>
        <p:spPr>
          <a:xfrm>
            <a:off x="6663690" y="233680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452">
            <a:extLst>
              <a:ext uri="{FF2B5EF4-FFF2-40B4-BE49-F238E27FC236}">
                <a16:creationId xmlns:a16="http://schemas.microsoft.com/office/drawing/2014/main" id="{88EEBBE6-E793-4AA4-A7E4-05DDDD9CDF10}"/>
              </a:ext>
            </a:extLst>
          </p:cNvPr>
          <p:cNvCxnSpPr>
            <a:cxnSpLocks/>
          </p:cNvCxnSpPr>
          <p:nvPr/>
        </p:nvCxnSpPr>
        <p:spPr>
          <a:xfrm flipV="1">
            <a:off x="7124700" y="2114550"/>
            <a:ext cx="971550" cy="3873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452">
            <a:extLst>
              <a:ext uri="{FF2B5EF4-FFF2-40B4-BE49-F238E27FC236}">
                <a16:creationId xmlns:a16="http://schemas.microsoft.com/office/drawing/2014/main" id="{7CA2A197-AA01-4F69-B7E4-18F886C21442}"/>
              </a:ext>
            </a:extLst>
          </p:cNvPr>
          <p:cNvCxnSpPr>
            <a:cxnSpLocks/>
          </p:cNvCxnSpPr>
          <p:nvPr/>
        </p:nvCxnSpPr>
        <p:spPr>
          <a:xfrm flipV="1">
            <a:off x="7133590" y="250571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452">
            <a:extLst>
              <a:ext uri="{FF2B5EF4-FFF2-40B4-BE49-F238E27FC236}">
                <a16:creationId xmlns:a16="http://schemas.microsoft.com/office/drawing/2014/main" id="{B99EE976-33AA-479D-8D5F-90095AC65960}"/>
              </a:ext>
            </a:extLst>
          </p:cNvPr>
          <p:cNvCxnSpPr>
            <a:cxnSpLocks/>
          </p:cNvCxnSpPr>
          <p:nvPr/>
        </p:nvCxnSpPr>
        <p:spPr>
          <a:xfrm flipV="1">
            <a:off x="9025890" y="315976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Straight Connector 452">
            <a:extLst>
              <a:ext uri="{FF2B5EF4-FFF2-40B4-BE49-F238E27FC236}">
                <a16:creationId xmlns:a16="http://schemas.microsoft.com/office/drawing/2014/main" id="{0C4A2D19-152B-4439-9527-7388CBE4E51F}"/>
              </a:ext>
            </a:extLst>
          </p:cNvPr>
          <p:cNvCxnSpPr>
            <a:cxnSpLocks/>
          </p:cNvCxnSpPr>
          <p:nvPr/>
        </p:nvCxnSpPr>
        <p:spPr>
          <a:xfrm flipV="1">
            <a:off x="8829040" y="3048000"/>
            <a:ext cx="207010" cy="787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Straight Connector 452">
            <a:extLst>
              <a:ext uri="{FF2B5EF4-FFF2-40B4-BE49-F238E27FC236}">
                <a16:creationId xmlns:a16="http://schemas.microsoft.com/office/drawing/2014/main" id="{343422AE-6C2E-4292-A65D-39062DF670EE}"/>
              </a:ext>
            </a:extLst>
          </p:cNvPr>
          <p:cNvCxnSpPr>
            <a:cxnSpLocks/>
          </p:cNvCxnSpPr>
          <p:nvPr/>
        </p:nvCxnSpPr>
        <p:spPr>
          <a:xfrm flipH="1" flipV="1">
            <a:off x="9486900" y="3048000"/>
            <a:ext cx="2540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Connector 452">
            <a:extLst>
              <a:ext uri="{FF2B5EF4-FFF2-40B4-BE49-F238E27FC236}">
                <a16:creationId xmlns:a16="http://schemas.microsoft.com/office/drawing/2014/main" id="{99C37C21-4B56-4988-90FD-CC79C129B3D5}"/>
              </a:ext>
            </a:extLst>
          </p:cNvPr>
          <p:cNvCxnSpPr>
            <a:cxnSpLocks/>
          </p:cNvCxnSpPr>
          <p:nvPr/>
        </p:nvCxnSpPr>
        <p:spPr>
          <a:xfrm flipH="1">
            <a:off x="9737090" y="302641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452">
            <a:extLst>
              <a:ext uri="{FF2B5EF4-FFF2-40B4-BE49-F238E27FC236}">
                <a16:creationId xmlns:a16="http://schemas.microsoft.com/office/drawing/2014/main" id="{9D788AAE-DFD7-4D4F-A1BB-0DA77A5F3F03}"/>
              </a:ext>
            </a:extLst>
          </p:cNvPr>
          <p:cNvCxnSpPr>
            <a:cxnSpLocks/>
          </p:cNvCxnSpPr>
          <p:nvPr/>
        </p:nvCxnSpPr>
        <p:spPr>
          <a:xfrm flipH="1" flipV="1">
            <a:off x="9956800" y="3035300"/>
            <a:ext cx="488950" cy="2095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452">
            <a:extLst>
              <a:ext uri="{FF2B5EF4-FFF2-40B4-BE49-F238E27FC236}">
                <a16:creationId xmlns:a16="http://schemas.microsoft.com/office/drawing/2014/main" id="{D6813623-5E48-49BD-B673-31EED60FB510}"/>
              </a:ext>
            </a:extLst>
          </p:cNvPr>
          <p:cNvCxnSpPr>
            <a:cxnSpLocks/>
          </p:cNvCxnSpPr>
          <p:nvPr/>
        </p:nvCxnSpPr>
        <p:spPr>
          <a:xfrm flipH="1" flipV="1">
            <a:off x="10909300" y="4697730"/>
            <a:ext cx="488950" cy="1981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452">
            <a:extLst>
              <a:ext uri="{FF2B5EF4-FFF2-40B4-BE49-F238E27FC236}">
                <a16:creationId xmlns:a16="http://schemas.microsoft.com/office/drawing/2014/main" id="{9DDCDF78-BF44-4DA1-B096-C486D186CE95}"/>
              </a:ext>
            </a:extLst>
          </p:cNvPr>
          <p:cNvCxnSpPr>
            <a:cxnSpLocks/>
          </p:cNvCxnSpPr>
          <p:nvPr/>
        </p:nvCxnSpPr>
        <p:spPr>
          <a:xfrm flipH="1">
            <a:off x="11620500" y="467868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Straight Connector 452">
            <a:extLst>
              <a:ext uri="{FF2B5EF4-FFF2-40B4-BE49-F238E27FC236}">
                <a16:creationId xmlns:a16="http://schemas.microsoft.com/office/drawing/2014/main" id="{622F2074-4314-43F3-BE04-808206B45B92}"/>
              </a:ext>
            </a:extLst>
          </p:cNvPr>
          <p:cNvCxnSpPr>
            <a:cxnSpLocks/>
          </p:cNvCxnSpPr>
          <p:nvPr/>
        </p:nvCxnSpPr>
        <p:spPr>
          <a:xfrm>
            <a:off x="11383012" y="48920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452">
            <a:extLst>
              <a:ext uri="{FF2B5EF4-FFF2-40B4-BE49-F238E27FC236}">
                <a16:creationId xmlns:a16="http://schemas.microsoft.com/office/drawing/2014/main" id="{AB7DE05A-A28A-4C22-A012-559FF6AEE59D}"/>
              </a:ext>
            </a:extLst>
          </p:cNvPr>
          <p:cNvCxnSpPr>
            <a:cxnSpLocks/>
          </p:cNvCxnSpPr>
          <p:nvPr/>
        </p:nvCxnSpPr>
        <p:spPr>
          <a:xfrm flipH="1">
            <a:off x="10914380" y="5054600"/>
            <a:ext cx="471170" cy="1930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452">
            <a:extLst>
              <a:ext uri="{FF2B5EF4-FFF2-40B4-BE49-F238E27FC236}">
                <a16:creationId xmlns:a16="http://schemas.microsoft.com/office/drawing/2014/main" id="{8330A7C2-793A-4157-BFCE-9BA5E7DE6020}"/>
              </a:ext>
            </a:extLst>
          </p:cNvPr>
          <p:cNvCxnSpPr>
            <a:cxnSpLocks/>
          </p:cNvCxnSpPr>
          <p:nvPr/>
        </p:nvCxnSpPr>
        <p:spPr>
          <a:xfrm>
            <a:off x="10925812" y="5228590"/>
            <a:ext cx="0" cy="9309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452">
            <a:extLst>
              <a:ext uri="{FF2B5EF4-FFF2-40B4-BE49-F238E27FC236}">
                <a16:creationId xmlns:a16="http://schemas.microsoft.com/office/drawing/2014/main" id="{183DA634-1164-417F-9A6D-85D76A5128DA}"/>
              </a:ext>
            </a:extLst>
          </p:cNvPr>
          <p:cNvCxnSpPr>
            <a:cxnSpLocks/>
          </p:cNvCxnSpPr>
          <p:nvPr/>
        </p:nvCxnSpPr>
        <p:spPr>
          <a:xfrm flipH="1">
            <a:off x="10920730" y="60579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452">
            <a:extLst>
              <a:ext uri="{FF2B5EF4-FFF2-40B4-BE49-F238E27FC236}">
                <a16:creationId xmlns:a16="http://schemas.microsoft.com/office/drawing/2014/main" id="{07F5EFD1-2B0C-4725-A75F-D6AB9E19AB81}"/>
              </a:ext>
            </a:extLst>
          </p:cNvPr>
          <p:cNvCxnSpPr>
            <a:cxnSpLocks/>
          </p:cNvCxnSpPr>
          <p:nvPr/>
        </p:nvCxnSpPr>
        <p:spPr>
          <a:xfrm>
            <a:off x="11154412" y="5330190"/>
            <a:ext cx="0" cy="7340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452">
            <a:extLst>
              <a:ext uri="{FF2B5EF4-FFF2-40B4-BE49-F238E27FC236}">
                <a16:creationId xmlns:a16="http://schemas.microsoft.com/office/drawing/2014/main" id="{CAE82356-C3DE-4057-A10D-590832C0A86A}"/>
              </a:ext>
            </a:extLst>
          </p:cNvPr>
          <p:cNvCxnSpPr>
            <a:cxnSpLocks/>
          </p:cNvCxnSpPr>
          <p:nvPr/>
        </p:nvCxnSpPr>
        <p:spPr>
          <a:xfrm flipH="1">
            <a:off x="11162030" y="5149850"/>
            <a:ext cx="471170" cy="1930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Straight Connector 452">
            <a:extLst>
              <a:ext uri="{FF2B5EF4-FFF2-40B4-BE49-F238E27FC236}">
                <a16:creationId xmlns:a16="http://schemas.microsoft.com/office/drawing/2014/main" id="{DD5A768E-7A17-4CF8-8FEE-50E5D7434313}"/>
              </a:ext>
            </a:extLst>
          </p:cNvPr>
          <p:cNvCxnSpPr>
            <a:cxnSpLocks/>
          </p:cNvCxnSpPr>
          <p:nvPr/>
        </p:nvCxnSpPr>
        <p:spPr>
          <a:xfrm>
            <a:off x="11598912" y="49999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Straight Connector 452">
            <a:extLst>
              <a:ext uri="{FF2B5EF4-FFF2-40B4-BE49-F238E27FC236}">
                <a16:creationId xmlns:a16="http://schemas.microsoft.com/office/drawing/2014/main" id="{6A5F43C2-F341-40D6-A505-07B11BD9DD45}"/>
              </a:ext>
            </a:extLst>
          </p:cNvPr>
          <p:cNvCxnSpPr>
            <a:cxnSpLocks/>
          </p:cNvCxnSpPr>
          <p:nvPr/>
        </p:nvCxnSpPr>
        <p:spPr>
          <a:xfrm flipH="1">
            <a:off x="11582400" y="4870450"/>
            <a:ext cx="273050" cy="1574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452">
            <a:extLst>
              <a:ext uri="{FF2B5EF4-FFF2-40B4-BE49-F238E27FC236}">
                <a16:creationId xmlns:a16="http://schemas.microsoft.com/office/drawing/2014/main" id="{DF0D5208-1601-4AB9-9F50-CC3AA28E5F80}"/>
              </a:ext>
            </a:extLst>
          </p:cNvPr>
          <p:cNvCxnSpPr>
            <a:cxnSpLocks/>
          </p:cNvCxnSpPr>
          <p:nvPr/>
        </p:nvCxnSpPr>
        <p:spPr>
          <a:xfrm flipH="1" flipV="1">
            <a:off x="11873230" y="48780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Straight Connector 452">
            <a:extLst>
              <a:ext uri="{FF2B5EF4-FFF2-40B4-BE49-F238E27FC236}">
                <a16:creationId xmlns:a16="http://schemas.microsoft.com/office/drawing/2014/main" id="{E0BEFA17-E52F-4EEB-A7EB-338BEE37BED0}"/>
              </a:ext>
            </a:extLst>
          </p:cNvPr>
          <p:cNvCxnSpPr>
            <a:cxnSpLocks/>
          </p:cNvCxnSpPr>
          <p:nvPr/>
        </p:nvCxnSpPr>
        <p:spPr>
          <a:xfrm>
            <a:off x="12106912" y="49682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Straight Connector 452">
            <a:extLst>
              <a:ext uri="{FF2B5EF4-FFF2-40B4-BE49-F238E27FC236}">
                <a16:creationId xmlns:a16="http://schemas.microsoft.com/office/drawing/2014/main" id="{5B7D7509-5799-4110-B641-9314DFDB1D66}"/>
              </a:ext>
            </a:extLst>
          </p:cNvPr>
          <p:cNvCxnSpPr>
            <a:cxnSpLocks/>
          </p:cNvCxnSpPr>
          <p:nvPr/>
        </p:nvCxnSpPr>
        <p:spPr>
          <a:xfrm flipH="1" flipV="1">
            <a:off x="11873230" y="50495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Connector 452">
            <a:extLst>
              <a:ext uri="{FF2B5EF4-FFF2-40B4-BE49-F238E27FC236}">
                <a16:creationId xmlns:a16="http://schemas.microsoft.com/office/drawing/2014/main" id="{C28DE5CA-E509-473B-A0AB-9042FBFFD9C1}"/>
              </a:ext>
            </a:extLst>
          </p:cNvPr>
          <p:cNvCxnSpPr>
            <a:cxnSpLocks/>
          </p:cNvCxnSpPr>
          <p:nvPr/>
        </p:nvCxnSpPr>
        <p:spPr>
          <a:xfrm>
            <a:off x="11859262" y="505079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Straight Connector 452">
            <a:extLst>
              <a:ext uri="{FF2B5EF4-FFF2-40B4-BE49-F238E27FC236}">
                <a16:creationId xmlns:a16="http://schemas.microsoft.com/office/drawing/2014/main" id="{15C7D2D8-CEB3-4312-B9F5-59F6010E1AC1}"/>
              </a:ext>
            </a:extLst>
          </p:cNvPr>
          <p:cNvCxnSpPr>
            <a:cxnSpLocks/>
          </p:cNvCxnSpPr>
          <p:nvPr/>
        </p:nvCxnSpPr>
        <p:spPr>
          <a:xfrm flipH="1" flipV="1">
            <a:off x="11879580" y="54241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452">
            <a:extLst>
              <a:ext uri="{FF2B5EF4-FFF2-40B4-BE49-F238E27FC236}">
                <a16:creationId xmlns:a16="http://schemas.microsoft.com/office/drawing/2014/main" id="{CE252A6E-100E-492C-A3A3-E7BFA8B58146}"/>
              </a:ext>
            </a:extLst>
          </p:cNvPr>
          <p:cNvCxnSpPr>
            <a:cxnSpLocks/>
          </p:cNvCxnSpPr>
          <p:nvPr/>
        </p:nvCxnSpPr>
        <p:spPr>
          <a:xfrm>
            <a:off x="12119612" y="5527040"/>
            <a:ext cx="0" cy="3657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452">
            <a:extLst>
              <a:ext uri="{FF2B5EF4-FFF2-40B4-BE49-F238E27FC236}">
                <a16:creationId xmlns:a16="http://schemas.microsoft.com/office/drawing/2014/main" id="{A22A24FF-CDC8-40EE-BF8F-247B6DD98781}"/>
              </a:ext>
            </a:extLst>
          </p:cNvPr>
          <p:cNvCxnSpPr>
            <a:cxnSpLocks/>
          </p:cNvCxnSpPr>
          <p:nvPr/>
        </p:nvCxnSpPr>
        <p:spPr>
          <a:xfrm flipH="1" flipV="1">
            <a:off x="11854180" y="57861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Straight Connector 452">
            <a:extLst>
              <a:ext uri="{FF2B5EF4-FFF2-40B4-BE49-F238E27FC236}">
                <a16:creationId xmlns:a16="http://schemas.microsoft.com/office/drawing/2014/main" id="{79ECC5C7-6B35-47E3-BC7A-32EE34C3D9DA}"/>
              </a:ext>
            </a:extLst>
          </p:cNvPr>
          <p:cNvCxnSpPr>
            <a:cxnSpLocks/>
          </p:cNvCxnSpPr>
          <p:nvPr/>
        </p:nvCxnSpPr>
        <p:spPr>
          <a:xfrm>
            <a:off x="11878312" y="56222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Straight Connector 452">
            <a:extLst>
              <a:ext uri="{FF2B5EF4-FFF2-40B4-BE49-F238E27FC236}">
                <a16:creationId xmlns:a16="http://schemas.microsoft.com/office/drawing/2014/main" id="{59ACEB86-2364-4F3B-ADDC-15D97464BE5E}"/>
              </a:ext>
            </a:extLst>
          </p:cNvPr>
          <p:cNvCxnSpPr>
            <a:cxnSpLocks/>
          </p:cNvCxnSpPr>
          <p:nvPr/>
        </p:nvCxnSpPr>
        <p:spPr>
          <a:xfrm flipH="1">
            <a:off x="11645900" y="5594350"/>
            <a:ext cx="2413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1" name="Straight Connector 452">
            <a:extLst>
              <a:ext uri="{FF2B5EF4-FFF2-40B4-BE49-F238E27FC236}">
                <a16:creationId xmlns:a16="http://schemas.microsoft.com/office/drawing/2014/main" id="{F66866D5-CA58-4943-B26C-31857BA7542B}"/>
              </a:ext>
            </a:extLst>
          </p:cNvPr>
          <p:cNvCxnSpPr>
            <a:cxnSpLocks/>
          </p:cNvCxnSpPr>
          <p:nvPr/>
        </p:nvCxnSpPr>
        <p:spPr>
          <a:xfrm flipH="1" flipV="1">
            <a:off x="11390630" y="55956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452">
            <a:extLst>
              <a:ext uri="{FF2B5EF4-FFF2-40B4-BE49-F238E27FC236}">
                <a16:creationId xmlns:a16="http://schemas.microsoft.com/office/drawing/2014/main" id="{5EFFE477-6F29-40A1-B58D-03C5C8983000}"/>
              </a:ext>
            </a:extLst>
          </p:cNvPr>
          <p:cNvCxnSpPr>
            <a:cxnSpLocks/>
          </p:cNvCxnSpPr>
          <p:nvPr/>
        </p:nvCxnSpPr>
        <p:spPr>
          <a:xfrm>
            <a:off x="11395712" y="5622290"/>
            <a:ext cx="0" cy="3657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452">
            <a:extLst>
              <a:ext uri="{FF2B5EF4-FFF2-40B4-BE49-F238E27FC236}">
                <a16:creationId xmlns:a16="http://schemas.microsoft.com/office/drawing/2014/main" id="{6C5B38FE-DBBB-4890-87F9-CB4CE4E600FC}"/>
              </a:ext>
            </a:extLst>
          </p:cNvPr>
          <p:cNvCxnSpPr>
            <a:cxnSpLocks/>
          </p:cNvCxnSpPr>
          <p:nvPr/>
        </p:nvCxnSpPr>
        <p:spPr>
          <a:xfrm flipH="1" flipV="1">
            <a:off x="11607800" y="5886450"/>
            <a:ext cx="266700" cy="106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452">
            <a:extLst>
              <a:ext uri="{FF2B5EF4-FFF2-40B4-BE49-F238E27FC236}">
                <a16:creationId xmlns:a16="http://schemas.microsoft.com/office/drawing/2014/main" id="{A28FF7E2-9E4C-4BDC-A25E-B76B2A4F1F72}"/>
              </a:ext>
            </a:extLst>
          </p:cNvPr>
          <p:cNvCxnSpPr>
            <a:cxnSpLocks/>
          </p:cNvCxnSpPr>
          <p:nvPr/>
        </p:nvCxnSpPr>
        <p:spPr>
          <a:xfrm>
            <a:off x="6425440" y="7397750"/>
            <a:ext cx="0" cy="1664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Straight Connector 452">
            <a:extLst>
              <a:ext uri="{FF2B5EF4-FFF2-40B4-BE49-F238E27FC236}">
                <a16:creationId xmlns:a16="http://schemas.microsoft.com/office/drawing/2014/main" id="{6AC0DD2F-0006-4F61-8DA0-EDBAA4089CD8}"/>
              </a:ext>
            </a:extLst>
          </p:cNvPr>
          <p:cNvCxnSpPr>
            <a:cxnSpLocks/>
          </p:cNvCxnSpPr>
          <p:nvPr/>
        </p:nvCxnSpPr>
        <p:spPr>
          <a:xfrm flipH="1" flipV="1">
            <a:off x="6438900" y="7531100"/>
            <a:ext cx="254000" cy="1270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452">
            <a:extLst>
              <a:ext uri="{FF2B5EF4-FFF2-40B4-BE49-F238E27FC236}">
                <a16:creationId xmlns:a16="http://schemas.microsoft.com/office/drawing/2014/main" id="{9A658BE2-3ED2-49FF-BFCE-25457725996E}"/>
              </a:ext>
            </a:extLst>
          </p:cNvPr>
          <p:cNvCxnSpPr>
            <a:cxnSpLocks/>
          </p:cNvCxnSpPr>
          <p:nvPr/>
        </p:nvCxnSpPr>
        <p:spPr>
          <a:xfrm flipH="1">
            <a:off x="6677660" y="7548753"/>
            <a:ext cx="256922" cy="120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452">
            <a:extLst>
              <a:ext uri="{FF2B5EF4-FFF2-40B4-BE49-F238E27FC236}">
                <a16:creationId xmlns:a16="http://schemas.microsoft.com/office/drawing/2014/main" id="{771A5B99-A8D8-46C6-B746-FC325CCA07FC}"/>
              </a:ext>
            </a:extLst>
          </p:cNvPr>
          <p:cNvCxnSpPr>
            <a:cxnSpLocks/>
          </p:cNvCxnSpPr>
          <p:nvPr/>
        </p:nvCxnSpPr>
        <p:spPr>
          <a:xfrm flipH="1" flipV="1">
            <a:off x="6692900" y="7454900"/>
            <a:ext cx="254000" cy="1270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0" name="Straight Connector 452">
            <a:extLst>
              <a:ext uri="{FF2B5EF4-FFF2-40B4-BE49-F238E27FC236}">
                <a16:creationId xmlns:a16="http://schemas.microsoft.com/office/drawing/2014/main" id="{A26F8843-8F59-492F-93BF-BCB419AF2BF4}"/>
              </a:ext>
            </a:extLst>
          </p:cNvPr>
          <p:cNvCxnSpPr>
            <a:cxnSpLocks/>
          </p:cNvCxnSpPr>
          <p:nvPr/>
        </p:nvCxnSpPr>
        <p:spPr>
          <a:xfrm flipH="1">
            <a:off x="7873238" y="6527800"/>
            <a:ext cx="248412" cy="1036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452">
            <a:extLst>
              <a:ext uri="{FF2B5EF4-FFF2-40B4-BE49-F238E27FC236}">
                <a16:creationId xmlns:a16="http://schemas.microsoft.com/office/drawing/2014/main" id="{F6E6270E-6462-459E-94E4-29DEA0417614}"/>
              </a:ext>
            </a:extLst>
          </p:cNvPr>
          <p:cNvCxnSpPr>
            <a:cxnSpLocks/>
          </p:cNvCxnSpPr>
          <p:nvPr/>
        </p:nvCxnSpPr>
        <p:spPr>
          <a:xfrm flipV="1">
            <a:off x="8095234" y="6334507"/>
            <a:ext cx="0" cy="1932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Connector 452">
            <a:extLst>
              <a:ext uri="{FF2B5EF4-FFF2-40B4-BE49-F238E27FC236}">
                <a16:creationId xmlns:a16="http://schemas.microsoft.com/office/drawing/2014/main" id="{85AA3338-6E46-4DCA-8AC1-76C00D1CC051}"/>
              </a:ext>
            </a:extLst>
          </p:cNvPr>
          <p:cNvCxnSpPr>
            <a:cxnSpLocks/>
          </p:cNvCxnSpPr>
          <p:nvPr/>
        </p:nvCxnSpPr>
        <p:spPr>
          <a:xfrm flipH="1">
            <a:off x="7842952" y="634174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452">
            <a:extLst>
              <a:ext uri="{FF2B5EF4-FFF2-40B4-BE49-F238E27FC236}">
                <a16:creationId xmlns:a16="http://schemas.microsoft.com/office/drawing/2014/main" id="{2DE6AEF6-8A94-439B-9B6C-DC48F4C94EAD}"/>
              </a:ext>
            </a:extLst>
          </p:cNvPr>
          <p:cNvCxnSpPr>
            <a:cxnSpLocks/>
          </p:cNvCxnSpPr>
          <p:nvPr/>
        </p:nvCxnSpPr>
        <p:spPr>
          <a:xfrm flipH="1">
            <a:off x="11385550" y="5861050"/>
            <a:ext cx="2413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Straight Connector 452">
            <a:extLst>
              <a:ext uri="{FF2B5EF4-FFF2-40B4-BE49-F238E27FC236}">
                <a16:creationId xmlns:a16="http://schemas.microsoft.com/office/drawing/2014/main" id="{FADF8C93-BBCD-4A8A-B680-862D2EA19BE0}"/>
              </a:ext>
            </a:extLst>
          </p:cNvPr>
          <p:cNvCxnSpPr>
            <a:cxnSpLocks/>
          </p:cNvCxnSpPr>
          <p:nvPr/>
        </p:nvCxnSpPr>
        <p:spPr>
          <a:xfrm>
            <a:off x="7608826" y="6518656"/>
            <a:ext cx="252474" cy="980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452">
            <a:extLst>
              <a:ext uri="{FF2B5EF4-FFF2-40B4-BE49-F238E27FC236}">
                <a16:creationId xmlns:a16="http://schemas.microsoft.com/office/drawing/2014/main" id="{9E35D7A1-75BA-4B91-A21F-3152907D8AD8}"/>
              </a:ext>
            </a:extLst>
          </p:cNvPr>
          <p:cNvCxnSpPr>
            <a:cxnSpLocks/>
          </p:cNvCxnSpPr>
          <p:nvPr/>
        </p:nvCxnSpPr>
        <p:spPr>
          <a:xfrm flipV="1">
            <a:off x="1966914" y="7615238"/>
            <a:ext cx="0" cy="40164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452">
            <a:extLst>
              <a:ext uri="{FF2B5EF4-FFF2-40B4-BE49-F238E27FC236}">
                <a16:creationId xmlns:a16="http://schemas.microsoft.com/office/drawing/2014/main" id="{F23E9A34-59A2-4FE9-98A7-F894BDFE2A74}"/>
              </a:ext>
            </a:extLst>
          </p:cNvPr>
          <p:cNvCxnSpPr>
            <a:cxnSpLocks/>
          </p:cNvCxnSpPr>
          <p:nvPr/>
        </p:nvCxnSpPr>
        <p:spPr>
          <a:xfrm flipH="1" flipV="1">
            <a:off x="1495426" y="7458075"/>
            <a:ext cx="485775" cy="17462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84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9.0.10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20700" y="1012190"/>
            <a:ext cx="8736330" cy="8836660"/>
            <a:chOff x="520700" y="1012189"/>
            <a:chExt cx="8736330" cy="883666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7550149"/>
              <a:ext cx="708026" cy="276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3764" y="7405688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738187" cy="304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483" y="751808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26757" cy="3057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6309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08989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83629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9979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9450" y="94741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>
              <a:off x="2915920" y="890904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49022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648699"/>
              <a:ext cx="0" cy="1447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0250" y="80111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2250" y="7778749"/>
              <a:ext cx="41275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" y="7556499"/>
              <a:ext cx="471170" cy="170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400" y="7086599"/>
              <a:ext cx="713424" cy="281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6902449"/>
              <a:ext cx="707074" cy="257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349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50" y="6253480"/>
              <a:ext cx="273050" cy="102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3047999"/>
              <a:ext cx="23368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483870" cy="158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050" y="92722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9DE5342B-B964-479C-B4E9-87EAE848F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750" y="83515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08C64700-CEC2-436F-A06B-2A9B4619EF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50" y="84645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8FA87A83-A776-419A-BA88-7E04C3D65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8724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DEA5441E-2950-4C02-AFF2-0B5069B7A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30" y="87122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73012F78-6688-474A-944A-58E3D3D27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380" y="8705849"/>
              <a:ext cx="0" cy="412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18BA48D8-928E-4C48-8AE0-DF2BB0264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89928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9B48DAF3-F522-4D06-A803-11BD4DABF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000" y="9075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DD291E8A-993E-474E-B2C8-2920BA2A4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9080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AE2C2BC-7795-401E-92CD-5545A6089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250" y="93548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1A829D5D-1DC7-4F33-8781-A2FB9C97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3230" y="93471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0850" y="971550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1262541-7999-4716-966D-5A95361BA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8180" y="9461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8CC5BF06-BEBC-4781-A440-53C6C901D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700" y="89357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E588D59C-9EE8-458A-A11D-5E29DF72F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4400" y="8369299"/>
              <a:ext cx="74295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005E676E-80E7-402F-B6BF-2F35757C1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380" y="81914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4A187263-5646-40C3-AE3F-6B7E1F6C8A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8096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5B148817-65D4-4BBD-9331-81C7EDA1D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130" y="8089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5A5C9B01-541D-48C6-BDA6-46D3A22F4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400" y="81787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C07AB925-BA07-4BE3-B877-380EAF3D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9830" y="81851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9340DBB2-4E29-42B4-AC16-52B9E5CA6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450" y="83604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CE9D7953-E664-4EF3-B44F-9A7B50959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750" y="7788911"/>
              <a:ext cx="712470" cy="294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CD76898-37EF-4288-852C-B3F8ABD80C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130" y="79120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B4B1D9BE-8DA0-4D91-A156-9C6DCEADE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700" y="78168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3C2194E8-074D-43CB-BE5C-E4616F4C8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00" y="77190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033A6520-790B-4AF1-9043-D29CF156A3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350" y="7715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D9348E9C-0C99-4BA0-844B-33162DEEF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300" y="77063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A11E711D-356D-44EE-AA2D-0D9D8CC37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00" y="74460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3A3B9BCB-1BF1-444D-A60E-D381F3B12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300" y="7448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B21B44DC-4335-4129-BD90-2DCDD79C8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73405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8E4E5B2-A5FF-407C-84FA-B209AAC4FE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72389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2E255CBA-C88D-4218-87C2-BAECB8C10F2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0" y="70865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3D981BB4-A7E7-4708-BCD2-1927F9A0A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50" y="67856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3EAFB5E3-ED0A-4B1C-941E-D36B57051539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63626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567A4ADD-7163-4B0D-BD5A-656709F626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432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1" cy="3394075"/>
            <a:chOff x="5009843" y="7275513"/>
            <a:chExt cx="2613331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449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49" y="7956550"/>
              <a:ext cx="488950" cy="1778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9699" y="6267450"/>
              <a:ext cx="1638301" cy="628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730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8105" y="9016684"/>
              <a:ext cx="266694" cy="1082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51A9816F-040C-45B8-BD58-F6BF32ABF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5199" y="3801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98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C7F80FD8-08A2-4428-8D45-7CE29DEB9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705" y="9003984"/>
              <a:ext cx="476244" cy="1717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3899" y="9183689"/>
              <a:ext cx="271464" cy="8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699" y="92075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28BD9151-74BC-4118-9B9F-E24A51A2D68A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38" y="9220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>
              <a:off x="9975849" y="87503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5508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2456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47625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58599" y="836295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1882438" y="8375650"/>
              <a:ext cx="0" cy="3730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5200380" y="703522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20315982">
            <a:off x="8036308" y="6970683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910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130676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9.0.19_boss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cxnSp>
        <p:nvCxnSpPr>
          <p:cNvPr id="103" name="Straight Connector 452">
            <a:extLst>
              <a:ext uri="{FF2B5EF4-FFF2-40B4-BE49-F238E27FC236}">
                <a16:creationId xmlns:a16="http://schemas.microsoft.com/office/drawing/2014/main" id="{24DBB544-590A-41C7-8F8D-90FFF02FAA25}"/>
              </a:ext>
            </a:extLst>
          </p:cNvPr>
          <p:cNvCxnSpPr>
            <a:cxnSpLocks/>
          </p:cNvCxnSpPr>
          <p:nvPr/>
        </p:nvCxnSpPr>
        <p:spPr>
          <a:xfrm flipV="1">
            <a:off x="5957887" y="8820150"/>
            <a:ext cx="476251" cy="2000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8772D031-AEE7-4700-BCE6-33737AAEFB9B}"/>
              </a:ext>
            </a:extLst>
          </p:cNvPr>
          <p:cNvCxnSpPr>
            <a:cxnSpLocks/>
          </p:cNvCxnSpPr>
          <p:nvPr/>
        </p:nvCxnSpPr>
        <p:spPr>
          <a:xfrm>
            <a:off x="5969000" y="8977313"/>
            <a:ext cx="0" cy="57626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452">
            <a:extLst>
              <a:ext uri="{FF2B5EF4-FFF2-40B4-BE49-F238E27FC236}">
                <a16:creationId xmlns:a16="http://schemas.microsoft.com/office/drawing/2014/main" id="{01D2B3EB-0DA0-46AA-B32E-04DE6C7D4A05}"/>
              </a:ext>
            </a:extLst>
          </p:cNvPr>
          <p:cNvCxnSpPr>
            <a:cxnSpLocks/>
          </p:cNvCxnSpPr>
          <p:nvPr/>
        </p:nvCxnSpPr>
        <p:spPr>
          <a:xfrm>
            <a:off x="5969000" y="7550150"/>
            <a:ext cx="708026" cy="27622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452">
            <a:extLst>
              <a:ext uri="{FF2B5EF4-FFF2-40B4-BE49-F238E27FC236}">
                <a16:creationId xmlns:a16="http://schemas.microsoft.com/office/drawing/2014/main" id="{5FF30EE3-0893-455B-B079-80F4045B3AF8}"/>
              </a:ext>
            </a:extLst>
          </p:cNvPr>
          <p:cNvCxnSpPr>
            <a:cxnSpLocks/>
          </p:cNvCxnSpPr>
          <p:nvPr/>
        </p:nvCxnSpPr>
        <p:spPr>
          <a:xfrm flipV="1">
            <a:off x="5973764" y="7405689"/>
            <a:ext cx="0" cy="1476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72AB7BE7-8961-4800-B88B-40ABB7F7EAC6}"/>
              </a:ext>
            </a:extLst>
          </p:cNvPr>
          <p:cNvCxnSpPr>
            <a:cxnSpLocks/>
          </p:cNvCxnSpPr>
          <p:nvPr/>
        </p:nvCxnSpPr>
        <p:spPr>
          <a:xfrm>
            <a:off x="5243513" y="7086601"/>
            <a:ext cx="738187" cy="3047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84B366F3-4C53-4224-ACDB-0CA6B8150216}"/>
              </a:ext>
            </a:extLst>
          </p:cNvPr>
          <p:cNvCxnSpPr>
            <a:cxnSpLocks/>
          </p:cNvCxnSpPr>
          <p:nvPr/>
        </p:nvCxnSpPr>
        <p:spPr>
          <a:xfrm flipV="1">
            <a:off x="4343400" y="7081840"/>
            <a:ext cx="901701" cy="361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452">
            <a:extLst>
              <a:ext uri="{FF2B5EF4-FFF2-40B4-BE49-F238E27FC236}">
                <a16:creationId xmlns:a16="http://schemas.microsoft.com/office/drawing/2014/main" id="{AD624617-9C17-4493-BF42-652FBCBBFC4C}"/>
              </a:ext>
            </a:extLst>
          </p:cNvPr>
          <p:cNvCxnSpPr>
            <a:cxnSpLocks/>
          </p:cNvCxnSpPr>
          <p:nvPr/>
        </p:nvCxnSpPr>
        <p:spPr>
          <a:xfrm>
            <a:off x="3624263" y="7543800"/>
            <a:ext cx="215901" cy="10477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452">
            <a:extLst>
              <a:ext uri="{FF2B5EF4-FFF2-40B4-BE49-F238E27FC236}">
                <a16:creationId xmlns:a16="http://schemas.microsoft.com/office/drawing/2014/main" id="{7BE35212-BFE7-4229-B59A-8350ACEE9955}"/>
              </a:ext>
            </a:extLst>
          </p:cNvPr>
          <p:cNvCxnSpPr>
            <a:cxnSpLocks/>
          </p:cNvCxnSpPr>
          <p:nvPr/>
        </p:nvCxnSpPr>
        <p:spPr>
          <a:xfrm flipV="1">
            <a:off x="3134360" y="7518087"/>
            <a:ext cx="484823" cy="20605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5F530880-A239-4E88-BC6C-40FA9936D552}"/>
              </a:ext>
            </a:extLst>
          </p:cNvPr>
          <p:cNvCxnSpPr>
            <a:cxnSpLocks/>
          </p:cNvCxnSpPr>
          <p:nvPr/>
        </p:nvCxnSpPr>
        <p:spPr>
          <a:xfrm flipH="1" flipV="1">
            <a:off x="2405064" y="7443788"/>
            <a:ext cx="744536" cy="2854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452">
            <a:extLst>
              <a:ext uri="{FF2B5EF4-FFF2-40B4-BE49-F238E27FC236}">
                <a16:creationId xmlns:a16="http://schemas.microsoft.com/office/drawing/2014/main" id="{06A05AB7-824F-4CF8-8280-4EEF1B9A6C11}"/>
              </a:ext>
            </a:extLst>
          </p:cNvPr>
          <p:cNvCxnSpPr>
            <a:cxnSpLocks/>
          </p:cNvCxnSpPr>
          <p:nvPr/>
        </p:nvCxnSpPr>
        <p:spPr>
          <a:xfrm flipV="1">
            <a:off x="1952627" y="7650163"/>
            <a:ext cx="0" cy="16309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EF46A9B7-7842-4C2F-85C1-DBC8FC90FA7B}"/>
              </a:ext>
            </a:extLst>
          </p:cNvPr>
          <p:cNvCxnSpPr>
            <a:cxnSpLocks/>
          </p:cNvCxnSpPr>
          <p:nvPr/>
        </p:nvCxnSpPr>
        <p:spPr>
          <a:xfrm flipH="1">
            <a:off x="1955800" y="7434263"/>
            <a:ext cx="504825" cy="2111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452">
            <a:extLst>
              <a:ext uri="{FF2B5EF4-FFF2-40B4-BE49-F238E27FC236}">
                <a16:creationId xmlns:a16="http://schemas.microsoft.com/office/drawing/2014/main" id="{A8073738-F0A1-47EE-A936-87DD2E4B146B}"/>
              </a:ext>
            </a:extLst>
          </p:cNvPr>
          <p:cNvCxnSpPr>
            <a:cxnSpLocks/>
          </p:cNvCxnSpPr>
          <p:nvPr/>
        </p:nvCxnSpPr>
        <p:spPr>
          <a:xfrm flipV="1">
            <a:off x="2435227" y="5786438"/>
            <a:ext cx="0" cy="16954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52">
            <a:extLst>
              <a:ext uri="{FF2B5EF4-FFF2-40B4-BE49-F238E27FC236}">
                <a16:creationId xmlns:a16="http://schemas.microsoft.com/office/drawing/2014/main" id="{9E0AE4A8-1F70-44CB-97C1-6A89038DB65A}"/>
              </a:ext>
            </a:extLst>
          </p:cNvPr>
          <p:cNvCxnSpPr>
            <a:cxnSpLocks/>
          </p:cNvCxnSpPr>
          <p:nvPr/>
        </p:nvCxnSpPr>
        <p:spPr>
          <a:xfrm flipH="1" flipV="1">
            <a:off x="1500189" y="7443788"/>
            <a:ext cx="442911" cy="2016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452">
            <a:extLst>
              <a:ext uri="{FF2B5EF4-FFF2-40B4-BE49-F238E27FC236}">
                <a16:creationId xmlns:a16="http://schemas.microsoft.com/office/drawing/2014/main" id="{30500830-484A-4013-BBE8-050BBC487A46}"/>
              </a:ext>
            </a:extLst>
          </p:cNvPr>
          <p:cNvCxnSpPr>
            <a:cxnSpLocks/>
          </p:cNvCxnSpPr>
          <p:nvPr/>
        </p:nvCxnSpPr>
        <p:spPr>
          <a:xfrm flipV="1">
            <a:off x="2671764" y="9029700"/>
            <a:ext cx="0" cy="3683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452">
            <a:extLst>
              <a:ext uri="{FF2B5EF4-FFF2-40B4-BE49-F238E27FC236}">
                <a16:creationId xmlns:a16="http://schemas.microsoft.com/office/drawing/2014/main" id="{19E426AB-26A8-475D-B1E7-D20670A29E37}"/>
              </a:ext>
            </a:extLst>
          </p:cNvPr>
          <p:cNvCxnSpPr>
            <a:cxnSpLocks/>
          </p:cNvCxnSpPr>
          <p:nvPr/>
        </p:nvCxnSpPr>
        <p:spPr>
          <a:xfrm flipV="1">
            <a:off x="2212340" y="8274050"/>
            <a:ext cx="0" cy="5397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452">
            <a:extLst>
              <a:ext uri="{FF2B5EF4-FFF2-40B4-BE49-F238E27FC236}">
                <a16:creationId xmlns:a16="http://schemas.microsoft.com/office/drawing/2014/main" id="{89591612-FFDF-4EB2-BDBB-A59F77FD4214}"/>
              </a:ext>
            </a:extLst>
          </p:cNvPr>
          <p:cNvCxnSpPr>
            <a:cxnSpLocks/>
          </p:cNvCxnSpPr>
          <p:nvPr/>
        </p:nvCxnSpPr>
        <p:spPr>
          <a:xfrm flipH="1" flipV="1">
            <a:off x="1974850" y="8195311"/>
            <a:ext cx="215900" cy="7238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452">
            <a:extLst>
              <a:ext uri="{FF2B5EF4-FFF2-40B4-BE49-F238E27FC236}">
                <a16:creationId xmlns:a16="http://schemas.microsoft.com/office/drawing/2014/main" id="{62A533A8-D41B-4A43-888F-A7F6EAC4BCDB}"/>
              </a:ext>
            </a:extLst>
          </p:cNvPr>
          <p:cNvCxnSpPr>
            <a:cxnSpLocks/>
          </p:cNvCxnSpPr>
          <p:nvPr/>
        </p:nvCxnSpPr>
        <p:spPr>
          <a:xfrm flipH="1" flipV="1">
            <a:off x="1257300" y="7708900"/>
            <a:ext cx="647700" cy="2667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DDAF09E9-22C8-45E0-A9E7-7D9522CA36A9}"/>
              </a:ext>
            </a:extLst>
          </p:cNvPr>
          <p:cNvCxnSpPr>
            <a:cxnSpLocks/>
          </p:cNvCxnSpPr>
          <p:nvPr/>
        </p:nvCxnSpPr>
        <p:spPr>
          <a:xfrm flipV="1">
            <a:off x="1252220" y="7366000"/>
            <a:ext cx="0" cy="363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452">
            <a:extLst>
              <a:ext uri="{FF2B5EF4-FFF2-40B4-BE49-F238E27FC236}">
                <a16:creationId xmlns:a16="http://schemas.microsoft.com/office/drawing/2014/main" id="{CD8E3EDC-B6E2-461A-85CE-25C00194920C}"/>
              </a:ext>
            </a:extLst>
          </p:cNvPr>
          <p:cNvCxnSpPr>
            <a:cxnSpLocks/>
          </p:cNvCxnSpPr>
          <p:nvPr/>
        </p:nvCxnSpPr>
        <p:spPr>
          <a:xfrm flipH="1" flipV="1">
            <a:off x="1238250" y="6978650"/>
            <a:ext cx="465774" cy="1816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AD5D2218-AE42-4B61-BC0B-79BF9C428E42}"/>
              </a:ext>
            </a:extLst>
          </p:cNvPr>
          <p:cNvCxnSpPr>
            <a:cxnSpLocks/>
          </p:cNvCxnSpPr>
          <p:nvPr/>
        </p:nvCxnSpPr>
        <p:spPr>
          <a:xfrm flipV="1">
            <a:off x="1247140" y="6451600"/>
            <a:ext cx="0" cy="527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E5B9D496-8E64-4272-8E4A-D5EC1115EAA8}"/>
              </a:ext>
            </a:extLst>
          </p:cNvPr>
          <p:cNvCxnSpPr>
            <a:cxnSpLocks/>
          </p:cNvCxnSpPr>
          <p:nvPr/>
        </p:nvCxnSpPr>
        <p:spPr>
          <a:xfrm flipV="1">
            <a:off x="1225550" y="6330950"/>
            <a:ext cx="266700" cy="1143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452">
            <a:extLst>
              <a:ext uri="{FF2B5EF4-FFF2-40B4-BE49-F238E27FC236}">
                <a16:creationId xmlns:a16="http://schemas.microsoft.com/office/drawing/2014/main" id="{D32EC63B-EA09-44F0-9D78-9BE65F38E2FC}"/>
              </a:ext>
            </a:extLst>
          </p:cNvPr>
          <p:cNvCxnSpPr>
            <a:cxnSpLocks/>
          </p:cNvCxnSpPr>
          <p:nvPr/>
        </p:nvCxnSpPr>
        <p:spPr>
          <a:xfrm>
            <a:off x="1016000" y="5803900"/>
            <a:ext cx="46355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452">
            <a:extLst>
              <a:ext uri="{FF2B5EF4-FFF2-40B4-BE49-F238E27FC236}">
                <a16:creationId xmlns:a16="http://schemas.microsoft.com/office/drawing/2014/main" id="{F9B191A9-A301-4626-B650-69D0B7FA69C8}"/>
              </a:ext>
            </a:extLst>
          </p:cNvPr>
          <p:cNvCxnSpPr>
            <a:cxnSpLocks/>
          </p:cNvCxnSpPr>
          <p:nvPr/>
        </p:nvCxnSpPr>
        <p:spPr>
          <a:xfrm flipV="1">
            <a:off x="1488440" y="6159500"/>
            <a:ext cx="0" cy="181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E72E6C3C-187D-40CF-981F-3749E8733C38}"/>
              </a:ext>
            </a:extLst>
          </p:cNvPr>
          <p:cNvCxnSpPr>
            <a:cxnSpLocks/>
          </p:cNvCxnSpPr>
          <p:nvPr/>
        </p:nvCxnSpPr>
        <p:spPr>
          <a:xfrm flipV="1">
            <a:off x="1485900" y="6000750"/>
            <a:ext cx="457200" cy="1587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68073E84-F85D-4991-A199-D7D2BB9F2135}"/>
              </a:ext>
            </a:extLst>
          </p:cNvPr>
          <p:cNvCxnSpPr>
            <a:cxnSpLocks/>
          </p:cNvCxnSpPr>
          <p:nvPr/>
        </p:nvCxnSpPr>
        <p:spPr>
          <a:xfrm flipH="1" flipV="1">
            <a:off x="2203450" y="5530850"/>
            <a:ext cx="956310" cy="351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452">
            <a:extLst>
              <a:ext uri="{FF2B5EF4-FFF2-40B4-BE49-F238E27FC236}">
                <a16:creationId xmlns:a16="http://schemas.microsoft.com/office/drawing/2014/main" id="{AF7808AB-0610-4CD5-80D4-002171EDC8CE}"/>
              </a:ext>
            </a:extLst>
          </p:cNvPr>
          <p:cNvCxnSpPr>
            <a:cxnSpLocks/>
          </p:cNvCxnSpPr>
          <p:nvPr/>
        </p:nvCxnSpPr>
        <p:spPr>
          <a:xfrm flipV="1">
            <a:off x="3139440" y="5847080"/>
            <a:ext cx="0" cy="243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2E9B0E48-2431-4D1F-8E5E-D9B589F83142}"/>
              </a:ext>
            </a:extLst>
          </p:cNvPr>
          <p:cNvCxnSpPr>
            <a:cxnSpLocks/>
          </p:cNvCxnSpPr>
          <p:nvPr/>
        </p:nvCxnSpPr>
        <p:spPr>
          <a:xfrm flipV="1">
            <a:off x="3383280" y="5816600"/>
            <a:ext cx="0" cy="177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64AD1F89-F009-48E5-AF17-9DCDE190D9B2}"/>
              </a:ext>
            </a:extLst>
          </p:cNvPr>
          <p:cNvCxnSpPr>
            <a:cxnSpLocks/>
          </p:cNvCxnSpPr>
          <p:nvPr/>
        </p:nvCxnSpPr>
        <p:spPr>
          <a:xfrm flipH="1" flipV="1">
            <a:off x="2651760" y="5496560"/>
            <a:ext cx="756920" cy="325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452">
            <a:extLst>
              <a:ext uri="{FF2B5EF4-FFF2-40B4-BE49-F238E27FC236}">
                <a16:creationId xmlns:a16="http://schemas.microsoft.com/office/drawing/2014/main" id="{064E15D6-E156-4611-87AC-F6A0DE2D7E8C}"/>
              </a:ext>
            </a:extLst>
          </p:cNvPr>
          <p:cNvCxnSpPr>
            <a:cxnSpLocks/>
          </p:cNvCxnSpPr>
          <p:nvPr/>
        </p:nvCxnSpPr>
        <p:spPr>
          <a:xfrm flipV="1">
            <a:off x="2682240" y="4983480"/>
            <a:ext cx="0" cy="5334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215B7F8C-D64B-437F-9456-94A26F5E2A10}"/>
              </a:ext>
            </a:extLst>
          </p:cNvPr>
          <p:cNvCxnSpPr>
            <a:cxnSpLocks/>
          </p:cNvCxnSpPr>
          <p:nvPr/>
        </p:nvCxnSpPr>
        <p:spPr>
          <a:xfrm flipV="1">
            <a:off x="2687003" y="48717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452">
            <a:extLst>
              <a:ext uri="{FF2B5EF4-FFF2-40B4-BE49-F238E27FC236}">
                <a16:creationId xmlns:a16="http://schemas.microsoft.com/office/drawing/2014/main" id="{3384E08E-6DD4-47D8-9373-7E62CEC75221}"/>
              </a:ext>
            </a:extLst>
          </p:cNvPr>
          <p:cNvCxnSpPr>
            <a:cxnSpLocks/>
          </p:cNvCxnSpPr>
          <p:nvPr/>
        </p:nvCxnSpPr>
        <p:spPr>
          <a:xfrm>
            <a:off x="2682240" y="47904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02921248-C2DD-4A33-BCE2-135A2E3A9C95}"/>
              </a:ext>
            </a:extLst>
          </p:cNvPr>
          <p:cNvCxnSpPr>
            <a:cxnSpLocks/>
          </p:cNvCxnSpPr>
          <p:nvPr/>
        </p:nvCxnSpPr>
        <p:spPr>
          <a:xfrm flipV="1">
            <a:off x="1250950" y="4648200"/>
            <a:ext cx="0" cy="6985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94B1A79F-B591-45D5-9F81-09128DF4CF8B}"/>
              </a:ext>
            </a:extLst>
          </p:cNvPr>
          <p:cNvCxnSpPr>
            <a:cxnSpLocks/>
          </p:cNvCxnSpPr>
          <p:nvPr/>
        </p:nvCxnSpPr>
        <p:spPr>
          <a:xfrm>
            <a:off x="1005840" y="453136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A837A669-E43F-49EA-B335-1B69CFB79B3E}"/>
              </a:ext>
            </a:extLst>
          </p:cNvPr>
          <p:cNvCxnSpPr>
            <a:cxnSpLocks/>
          </p:cNvCxnSpPr>
          <p:nvPr/>
        </p:nvCxnSpPr>
        <p:spPr>
          <a:xfrm>
            <a:off x="782320" y="422656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452">
            <a:extLst>
              <a:ext uri="{FF2B5EF4-FFF2-40B4-BE49-F238E27FC236}">
                <a16:creationId xmlns:a16="http://schemas.microsoft.com/office/drawing/2014/main" id="{0E7C3662-BB42-41DE-BF89-3922EA40841F}"/>
              </a:ext>
            </a:extLst>
          </p:cNvPr>
          <p:cNvCxnSpPr>
            <a:cxnSpLocks/>
          </p:cNvCxnSpPr>
          <p:nvPr/>
        </p:nvCxnSpPr>
        <p:spPr>
          <a:xfrm flipV="1">
            <a:off x="762000" y="3865880"/>
            <a:ext cx="0" cy="360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9A3431C6-53E7-46F4-A070-B09B01772F31}"/>
              </a:ext>
            </a:extLst>
          </p:cNvPr>
          <p:cNvCxnSpPr>
            <a:cxnSpLocks/>
          </p:cNvCxnSpPr>
          <p:nvPr/>
        </p:nvCxnSpPr>
        <p:spPr>
          <a:xfrm>
            <a:off x="1477010" y="468630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452">
            <a:extLst>
              <a:ext uri="{FF2B5EF4-FFF2-40B4-BE49-F238E27FC236}">
                <a16:creationId xmlns:a16="http://schemas.microsoft.com/office/drawing/2014/main" id="{AACED90E-A1AA-466B-8BA4-3B4F67D038CB}"/>
              </a:ext>
            </a:extLst>
          </p:cNvPr>
          <p:cNvCxnSpPr>
            <a:cxnSpLocks/>
          </p:cNvCxnSpPr>
          <p:nvPr/>
        </p:nvCxnSpPr>
        <p:spPr>
          <a:xfrm>
            <a:off x="1493520" y="468503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855E1B2C-16CC-4E01-9F6F-9B0F9D198EC4}"/>
              </a:ext>
            </a:extLst>
          </p:cNvPr>
          <p:cNvCxnSpPr>
            <a:cxnSpLocks/>
          </p:cNvCxnSpPr>
          <p:nvPr/>
        </p:nvCxnSpPr>
        <p:spPr>
          <a:xfrm flipV="1">
            <a:off x="1940560" y="4889500"/>
            <a:ext cx="0" cy="1854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452">
            <a:extLst>
              <a:ext uri="{FF2B5EF4-FFF2-40B4-BE49-F238E27FC236}">
                <a16:creationId xmlns:a16="http://schemas.microsoft.com/office/drawing/2014/main" id="{98BAE2B5-7A99-499A-A3AC-F8E38FF2169E}"/>
              </a:ext>
            </a:extLst>
          </p:cNvPr>
          <p:cNvCxnSpPr>
            <a:cxnSpLocks/>
          </p:cNvCxnSpPr>
          <p:nvPr/>
        </p:nvCxnSpPr>
        <p:spPr>
          <a:xfrm>
            <a:off x="1971040" y="50749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D0BC21FE-8CDB-4336-AF37-9265547939F1}"/>
              </a:ext>
            </a:extLst>
          </p:cNvPr>
          <p:cNvCxnSpPr>
            <a:cxnSpLocks/>
          </p:cNvCxnSpPr>
          <p:nvPr/>
        </p:nvCxnSpPr>
        <p:spPr>
          <a:xfrm flipV="1">
            <a:off x="2204720" y="4965700"/>
            <a:ext cx="0" cy="215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2DA55187-EC2E-42DB-B2F6-5D0E63FC6522}"/>
              </a:ext>
            </a:extLst>
          </p:cNvPr>
          <p:cNvCxnSpPr>
            <a:cxnSpLocks/>
          </p:cNvCxnSpPr>
          <p:nvPr/>
        </p:nvCxnSpPr>
        <p:spPr>
          <a:xfrm flipV="1">
            <a:off x="1924050" y="4500880"/>
            <a:ext cx="981710" cy="4013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452">
            <a:extLst>
              <a:ext uri="{FF2B5EF4-FFF2-40B4-BE49-F238E27FC236}">
                <a16:creationId xmlns:a16="http://schemas.microsoft.com/office/drawing/2014/main" id="{C7B4DE3F-0495-44D5-928C-87CFBEDD1373}"/>
              </a:ext>
            </a:extLst>
          </p:cNvPr>
          <p:cNvCxnSpPr>
            <a:cxnSpLocks/>
          </p:cNvCxnSpPr>
          <p:nvPr/>
        </p:nvCxnSpPr>
        <p:spPr>
          <a:xfrm flipV="1">
            <a:off x="2915920" y="430784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38679261-8250-42F7-83A8-DFBB16D0092D}"/>
              </a:ext>
            </a:extLst>
          </p:cNvPr>
          <p:cNvCxnSpPr>
            <a:cxnSpLocks/>
          </p:cNvCxnSpPr>
          <p:nvPr/>
        </p:nvCxnSpPr>
        <p:spPr>
          <a:xfrm flipV="1">
            <a:off x="2407920" y="4318000"/>
            <a:ext cx="492760" cy="198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452">
            <a:extLst>
              <a:ext uri="{FF2B5EF4-FFF2-40B4-BE49-F238E27FC236}">
                <a16:creationId xmlns:a16="http://schemas.microsoft.com/office/drawing/2014/main" id="{D9E96186-C7B9-4509-ADFD-A49BEB1235F5}"/>
              </a:ext>
            </a:extLst>
          </p:cNvPr>
          <p:cNvCxnSpPr>
            <a:cxnSpLocks/>
          </p:cNvCxnSpPr>
          <p:nvPr/>
        </p:nvCxnSpPr>
        <p:spPr>
          <a:xfrm>
            <a:off x="2199640" y="44246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3BBFA163-E0FB-4116-BED4-75F8843800BE}"/>
              </a:ext>
            </a:extLst>
          </p:cNvPr>
          <p:cNvCxnSpPr>
            <a:cxnSpLocks/>
          </p:cNvCxnSpPr>
          <p:nvPr/>
        </p:nvCxnSpPr>
        <p:spPr>
          <a:xfrm flipV="1">
            <a:off x="2209800" y="420624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C00CEEA4-C5A6-448B-8B20-8D97B5601C75}"/>
              </a:ext>
            </a:extLst>
          </p:cNvPr>
          <p:cNvCxnSpPr>
            <a:cxnSpLocks/>
          </p:cNvCxnSpPr>
          <p:nvPr/>
        </p:nvCxnSpPr>
        <p:spPr>
          <a:xfrm>
            <a:off x="2209800" y="42468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452">
            <a:extLst>
              <a:ext uri="{FF2B5EF4-FFF2-40B4-BE49-F238E27FC236}">
                <a16:creationId xmlns:a16="http://schemas.microsoft.com/office/drawing/2014/main" id="{23985478-0458-48DE-A748-8F861AB2B292}"/>
              </a:ext>
            </a:extLst>
          </p:cNvPr>
          <p:cNvCxnSpPr>
            <a:cxnSpLocks/>
          </p:cNvCxnSpPr>
          <p:nvPr/>
        </p:nvCxnSpPr>
        <p:spPr>
          <a:xfrm flipV="1">
            <a:off x="2407920" y="4150360"/>
            <a:ext cx="492760" cy="1981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452">
            <a:extLst>
              <a:ext uri="{FF2B5EF4-FFF2-40B4-BE49-F238E27FC236}">
                <a16:creationId xmlns:a16="http://schemas.microsoft.com/office/drawing/2014/main" id="{CE054429-D661-4C81-B6FB-E0AEF8BA2F26}"/>
              </a:ext>
            </a:extLst>
          </p:cNvPr>
          <p:cNvCxnSpPr>
            <a:cxnSpLocks/>
          </p:cNvCxnSpPr>
          <p:nvPr/>
        </p:nvCxnSpPr>
        <p:spPr>
          <a:xfrm>
            <a:off x="2687320" y="40538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ECB0654A-6176-46F2-ADB2-B10AC495105F}"/>
              </a:ext>
            </a:extLst>
          </p:cNvPr>
          <p:cNvCxnSpPr>
            <a:cxnSpLocks/>
          </p:cNvCxnSpPr>
          <p:nvPr/>
        </p:nvCxnSpPr>
        <p:spPr>
          <a:xfrm flipV="1">
            <a:off x="2433003" y="40436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452">
            <a:extLst>
              <a:ext uri="{FF2B5EF4-FFF2-40B4-BE49-F238E27FC236}">
                <a16:creationId xmlns:a16="http://schemas.microsoft.com/office/drawing/2014/main" id="{6CEE003D-F17D-4B67-95E7-3E947EDEDAC5}"/>
              </a:ext>
            </a:extLst>
          </p:cNvPr>
          <p:cNvCxnSpPr>
            <a:cxnSpLocks/>
          </p:cNvCxnSpPr>
          <p:nvPr/>
        </p:nvCxnSpPr>
        <p:spPr>
          <a:xfrm flipV="1">
            <a:off x="2443480" y="395732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C98E96A8-D1A9-4A7A-9920-3AAE7ABEE5B0}"/>
              </a:ext>
            </a:extLst>
          </p:cNvPr>
          <p:cNvCxnSpPr>
            <a:cxnSpLocks/>
          </p:cNvCxnSpPr>
          <p:nvPr/>
        </p:nvCxnSpPr>
        <p:spPr>
          <a:xfrm flipV="1">
            <a:off x="2427923" y="38760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58600ED5-EFD7-474F-9676-33469A2CB673}"/>
              </a:ext>
            </a:extLst>
          </p:cNvPr>
          <p:cNvCxnSpPr>
            <a:cxnSpLocks/>
          </p:cNvCxnSpPr>
          <p:nvPr/>
        </p:nvCxnSpPr>
        <p:spPr>
          <a:xfrm flipV="1">
            <a:off x="1021080" y="3213100"/>
            <a:ext cx="0" cy="3365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452">
            <a:extLst>
              <a:ext uri="{FF2B5EF4-FFF2-40B4-BE49-F238E27FC236}">
                <a16:creationId xmlns:a16="http://schemas.microsoft.com/office/drawing/2014/main" id="{0B1B098E-894A-421C-BE08-000EFA7101E7}"/>
              </a:ext>
            </a:extLst>
          </p:cNvPr>
          <p:cNvCxnSpPr>
            <a:cxnSpLocks/>
          </p:cNvCxnSpPr>
          <p:nvPr/>
        </p:nvCxnSpPr>
        <p:spPr>
          <a:xfrm>
            <a:off x="797560" y="2230120"/>
            <a:ext cx="250190" cy="1130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CC12DE78-E5E5-4511-B52F-60B7C8E66CEA}"/>
              </a:ext>
            </a:extLst>
          </p:cNvPr>
          <p:cNvCxnSpPr>
            <a:cxnSpLocks/>
          </p:cNvCxnSpPr>
          <p:nvPr/>
        </p:nvCxnSpPr>
        <p:spPr>
          <a:xfrm flipV="1">
            <a:off x="797243" y="2120900"/>
            <a:ext cx="237807" cy="101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C8538461-47A4-4331-AC16-A6C1027E160F}"/>
              </a:ext>
            </a:extLst>
          </p:cNvPr>
          <p:cNvCxnSpPr>
            <a:cxnSpLocks/>
          </p:cNvCxnSpPr>
          <p:nvPr/>
        </p:nvCxnSpPr>
        <p:spPr>
          <a:xfrm flipV="1">
            <a:off x="1503680" y="1930400"/>
            <a:ext cx="0" cy="342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8D9BF685-5A02-4ED1-BAFD-919BA3764AD6}"/>
              </a:ext>
            </a:extLst>
          </p:cNvPr>
          <p:cNvCxnSpPr>
            <a:cxnSpLocks/>
          </p:cNvCxnSpPr>
          <p:nvPr/>
        </p:nvCxnSpPr>
        <p:spPr>
          <a:xfrm flipV="1">
            <a:off x="1492250" y="22250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C4DB97F8-9EEC-4FAE-8533-CA91C8B18B73}"/>
              </a:ext>
            </a:extLst>
          </p:cNvPr>
          <p:cNvCxnSpPr>
            <a:cxnSpLocks/>
          </p:cNvCxnSpPr>
          <p:nvPr/>
        </p:nvCxnSpPr>
        <p:spPr>
          <a:xfrm flipV="1">
            <a:off x="1722120" y="219456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37C9DE92-56A0-4745-836D-96187198D871}"/>
              </a:ext>
            </a:extLst>
          </p:cNvPr>
          <p:cNvCxnSpPr>
            <a:cxnSpLocks/>
          </p:cNvCxnSpPr>
          <p:nvPr/>
        </p:nvCxnSpPr>
        <p:spPr>
          <a:xfrm flipV="1">
            <a:off x="1708150" y="2484120"/>
            <a:ext cx="252730" cy="939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452">
            <a:extLst>
              <a:ext uri="{FF2B5EF4-FFF2-40B4-BE49-F238E27FC236}">
                <a16:creationId xmlns:a16="http://schemas.microsoft.com/office/drawing/2014/main" id="{C54D1612-FF4D-4C7D-9893-4BBAB3D9035B}"/>
              </a:ext>
            </a:extLst>
          </p:cNvPr>
          <p:cNvCxnSpPr>
            <a:cxnSpLocks/>
          </p:cNvCxnSpPr>
          <p:nvPr/>
        </p:nvCxnSpPr>
        <p:spPr>
          <a:xfrm flipV="1">
            <a:off x="1955800" y="2484120"/>
            <a:ext cx="0" cy="228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452">
            <a:extLst>
              <a:ext uri="{FF2B5EF4-FFF2-40B4-BE49-F238E27FC236}">
                <a16:creationId xmlns:a16="http://schemas.microsoft.com/office/drawing/2014/main" id="{357719A0-752E-4850-9375-BA438E93061D}"/>
              </a:ext>
            </a:extLst>
          </p:cNvPr>
          <p:cNvCxnSpPr>
            <a:cxnSpLocks/>
          </p:cNvCxnSpPr>
          <p:nvPr/>
        </p:nvCxnSpPr>
        <p:spPr>
          <a:xfrm>
            <a:off x="1976120" y="26873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452">
            <a:extLst>
              <a:ext uri="{FF2B5EF4-FFF2-40B4-BE49-F238E27FC236}">
                <a16:creationId xmlns:a16="http://schemas.microsoft.com/office/drawing/2014/main" id="{8AE462DD-A4D3-4277-8C35-BE509A5F3EAF}"/>
              </a:ext>
            </a:extLst>
          </p:cNvPr>
          <p:cNvCxnSpPr>
            <a:cxnSpLocks/>
          </p:cNvCxnSpPr>
          <p:nvPr/>
        </p:nvCxnSpPr>
        <p:spPr>
          <a:xfrm flipV="1">
            <a:off x="1945323" y="27635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452">
            <a:extLst>
              <a:ext uri="{FF2B5EF4-FFF2-40B4-BE49-F238E27FC236}">
                <a16:creationId xmlns:a16="http://schemas.microsoft.com/office/drawing/2014/main" id="{DF22F750-90AB-46DB-9533-0863CC583CBD}"/>
              </a:ext>
            </a:extLst>
          </p:cNvPr>
          <p:cNvCxnSpPr>
            <a:cxnSpLocks/>
          </p:cNvCxnSpPr>
          <p:nvPr/>
        </p:nvCxnSpPr>
        <p:spPr>
          <a:xfrm>
            <a:off x="1976120" y="288036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452">
            <a:extLst>
              <a:ext uri="{FF2B5EF4-FFF2-40B4-BE49-F238E27FC236}">
                <a16:creationId xmlns:a16="http://schemas.microsoft.com/office/drawing/2014/main" id="{9B0739CD-E30E-45D2-8E81-C8AE495F532B}"/>
              </a:ext>
            </a:extLst>
          </p:cNvPr>
          <p:cNvCxnSpPr>
            <a:cxnSpLocks/>
          </p:cNvCxnSpPr>
          <p:nvPr/>
        </p:nvCxnSpPr>
        <p:spPr>
          <a:xfrm flipV="1">
            <a:off x="2216150" y="2933700"/>
            <a:ext cx="0" cy="400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452">
            <a:extLst>
              <a:ext uri="{FF2B5EF4-FFF2-40B4-BE49-F238E27FC236}">
                <a16:creationId xmlns:a16="http://schemas.microsoft.com/office/drawing/2014/main" id="{319EB8AF-855F-4BD6-BEAD-6F2EE4046EA7}"/>
              </a:ext>
            </a:extLst>
          </p:cNvPr>
          <p:cNvCxnSpPr>
            <a:cxnSpLocks/>
          </p:cNvCxnSpPr>
          <p:nvPr/>
        </p:nvCxnSpPr>
        <p:spPr>
          <a:xfrm flipV="1">
            <a:off x="2422843" y="29616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452">
            <a:extLst>
              <a:ext uri="{FF2B5EF4-FFF2-40B4-BE49-F238E27FC236}">
                <a16:creationId xmlns:a16="http://schemas.microsoft.com/office/drawing/2014/main" id="{00237231-BB36-42F6-AF62-0970F3A6514D}"/>
              </a:ext>
            </a:extLst>
          </p:cNvPr>
          <p:cNvCxnSpPr>
            <a:cxnSpLocks/>
          </p:cNvCxnSpPr>
          <p:nvPr/>
        </p:nvCxnSpPr>
        <p:spPr>
          <a:xfrm>
            <a:off x="2687320" y="29565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452">
            <a:extLst>
              <a:ext uri="{FF2B5EF4-FFF2-40B4-BE49-F238E27FC236}">
                <a16:creationId xmlns:a16="http://schemas.microsoft.com/office/drawing/2014/main" id="{4E6EA4DC-3078-4FDA-83FF-EA57A95336C9}"/>
              </a:ext>
            </a:extLst>
          </p:cNvPr>
          <p:cNvCxnSpPr>
            <a:cxnSpLocks/>
          </p:cNvCxnSpPr>
          <p:nvPr/>
        </p:nvCxnSpPr>
        <p:spPr>
          <a:xfrm flipV="1">
            <a:off x="3154680" y="295656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452">
            <a:extLst>
              <a:ext uri="{FF2B5EF4-FFF2-40B4-BE49-F238E27FC236}">
                <a16:creationId xmlns:a16="http://schemas.microsoft.com/office/drawing/2014/main" id="{545BA17B-8F08-4EC1-A5CE-0E716E1ACF1E}"/>
              </a:ext>
            </a:extLst>
          </p:cNvPr>
          <p:cNvCxnSpPr>
            <a:cxnSpLocks/>
          </p:cNvCxnSpPr>
          <p:nvPr/>
        </p:nvCxnSpPr>
        <p:spPr>
          <a:xfrm>
            <a:off x="3149600" y="2951480"/>
            <a:ext cx="717550" cy="2870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452">
            <a:extLst>
              <a:ext uri="{FF2B5EF4-FFF2-40B4-BE49-F238E27FC236}">
                <a16:creationId xmlns:a16="http://schemas.microsoft.com/office/drawing/2014/main" id="{D5CB089A-CD2E-4B5D-82E8-B6723E803811}"/>
              </a:ext>
            </a:extLst>
          </p:cNvPr>
          <p:cNvCxnSpPr>
            <a:cxnSpLocks/>
          </p:cNvCxnSpPr>
          <p:nvPr/>
        </p:nvCxnSpPr>
        <p:spPr>
          <a:xfrm flipV="1">
            <a:off x="3867150" y="3054350"/>
            <a:ext cx="45720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452">
            <a:extLst>
              <a:ext uri="{FF2B5EF4-FFF2-40B4-BE49-F238E27FC236}">
                <a16:creationId xmlns:a16="http://schemas.microsoft.com/office/drawing/2014/main" id="{5A1C5171-8747-4B92-A159-587E31F6AEBC}"/>
              </a:ext>
            </a:extLst>
          </p:cNvPr>
          <p:cNvCxnSpPr>
            <a:cxnSpLocks/>
          </p:cNvCxnSpPr>
          <p:nvPr/>
        </p:nvCxnSpPr>
        <p:spPr>
          <a:xfrm flipV="1">
            <a:off x="3585210" y="2768600"/>
            <a:ext cx="491490" cy="2082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452">
            <a:extLst>
              <a:ext uri="{FF2B5EF4-FFF2-40B4-BE49-F238E27FC236}">
                <a16:creationId xmlns:a16="http://schemas.microsoft.com/office/drawing/2014/main" id="{A73DF055-6A78-49EA-996F-7D0FB7F6C405}"/>
              </a:ext>
            </a:extLst>
          </p:cNvPr>
          <p:cNvCxnSpPr>
            <a:cxnSpLocks/>
          </p:cNvCxnSpPr>
          <p:nvPr/>
        </p:nvCxnSpPr>
        <p:spPr>
          <a:xfrm flipV="1">
            <a:off x="5247640" y="4151630"/>
            <a:ext cx="0" cy="3632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452">
            <a:extLst>
              <a:ext uri="{FF2B5EF4-FFF2-40B4-BE49-F238E27FC236}">
                <a16:creationId xmlns:a16="http://schemas.microsoft.com/office/drawing/2014/main" id="{43343C22-32CA-48A9-AB9F-9DA0F8A4BA43}"/>
              </a:ext>
            </a:extLst>
          </p:cNvPr>
          <p:cNvCxnSpPr>
            <a:cxnSpLocks/>
          </p:cNvCxnSpPr>
          <p:nvPr/>
        </p:nvCxnSpPr>
        <p:spPr>
          <a:xfrm>
            <a:off x="5237480" y="4502150"/>
            <a:ext cx="279400" cy="1193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452">
            <a:extLst>
              <a:ext uri="{FF2B5EF4-FFF2-40B4-BE49-F238E27FC236}">
                <a16:creationId xmlns:a16="http://schemas.microsoft.com/office/drawing/2014/main" id="{E053B9E4-F897-4E16-89C5-8C3DDD3C701C}"/>
              </a:ext>
            </a:extLst>
          </p:cNvPr>
          <p:cNvCxnSpPr>
            <a:cxnSpLocks/>
          </p:cNvCxnSpPr>
          <p:nvPr/>
        </p:nvCxnSpPr>
        <p:spPr>
          <a:xfrm flipV="1">
            <a:off x="5503863" y="450977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452">
            <a:extLst>
              <a:ext uri="{FF2B5EF4-FFF2-40B4-BE49-F238E27FC236}">
                <a16:creationId xmlns:a16="http://schemas.microsoft.com/office/drawing/2014/main" id="{BF72AF67-312E-47ED-ACDE-CA32B2E46668}"/>
              </a:ext>
            </a:extLst>
          </p:cNvPr>
          <p:cNvCxnSpPr>
            <a:cxnSpLocks/>
          </p:cNvCxnSpPr>
          <p:nvPr/>
        </p:nvCxnSpPr>
        <p:spPr>
          <a:xfrm>
            <a:off x="5740400" y="4513580"/>
            <a:ext cx="473710" cy="1765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452">
            <a:extLst>
              <a:ext uri="{FF2B5EF4-FFF2-40B4-BE49-F238E27FC236}">
                <a16:creationId xmlns:a16="http://schemas.microsoft.com/office/drawing/2014/main" id="{6C7209FA-37EB-4AA3-9492-0CB2EFFDEBE2}"/>
              </a:ext>
            </a:extLst>
          </p:cNvPr>
          <p:cNvCxnSpPr>
            <a:cxnSpLocks/>
          </p:cNvCxnSpPr>
          <p:nvPr/>
        </p:nvCxnSpPr>
        <p:spPr>
          <a:xfrm flipV="1">
            <a:off x="6211570" y="451485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452">
            <a:extLst>
              <a:ext uri="{FF2B5EF4-FFF2-40B4-BE49-F238E27FC236}">
                <a16:creationId xmlns:a16="http://schemas.microsoft.com/office/drawing/2014/main" id="{7ED2681A-2905-4FE2-928E-A9D9ED9AF3E7}"/>
              </a:ext>
            </a:extLst>
          </p:cNvPr>
          <p:cNvCxnSpPr>
            <a:cxnSpLocks/>
          </p:cNvCxnSpPr>
          <p:nvPr/>
        </p:nvCxnSpPr>
        <p:spPr>
          <a:xfrm>
            <a:off x="5736590" y="4323080"/>
            <a:ext cx="473710" cy="1765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452">
            <a:extLst>
              <a:ext uri="{FF2B5EF4-FFF2-40B4-BE49-F238E27FC236}">
                <a16:creationId xmlns:a16="http://schemas.microsoft.com/office/drawing/2014/main" id="{8F13DF9E-11C6-490D-AC4F-86FF3444B494}"/>
              </a:ext>
            </a:extLst>
          </p:cNvPr>
          <p:cNvCxnSpPr>
            <a:cxnSpLocks/>
          </p:cNvCxnSpPr>
          <p:nvPr/>
        </p:nvCxnSpPr>
        <p:spPr>
          <a:xfrm flipV="1">
            <a:off x="5484813" y="431927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452">
            <a:extLst>
              <a:ext uri="{FF2B5EF4-FFF2-40B4-BE49-F238E27FC236}">
                <a16:creationId xmlns:a16="http://schemas.microsoft.com/office/drawing/2014/main" id="{B1141844-470A-43F7-80D4-55811137DBE8}"/>
              </a:ext>
            </a:extLst>
          </p:cNvPr>
          <p:cNvCxnSpPr>
            <a:cxnSpLocks/>
          </p:cNvCxnSpPr>
          <p:nvPr/>
        </p:nvCxnSpPr>
        <p:spPr>
          <a:xfrm flipV="1">
            <a:off x="5506720" y="424053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452">
            <a:extLst>
              <a:ext uri="{FF2B5EF4-FFF2-40B4-BE49-F238E27FC236}">
                <a16:creationId xmlns:a16="http://schemas.microsoft.com/office/drawing/2014/main" id="{E83CC939-BB33-4EA2-BFAF-72E828638DD7}"/>
              </a:ext>
            </a:extLst>
          </p:cNvPr>
          <p:cNvCxnSpPr>
            <a:cxnSpLocks/>
          </p:cNvCxnSpPr>
          <p:nvPr/>
        </p:nvCxnSpPr>
        <p:spPr>
          <a:xfrm flipV="1">
            <a:off x="5515293" y="414401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452">
            <a:extLst>
              <a:ext uri="{FF2B5EF4-FFF2-40B4-BE49-F238E27FC236}">
                <a16:creationId xmlns:a16="http://schemas.microsoft.com/office/drawing/2014/main" id="{0ABA96BE-A063-495D-A88E-30D2187329E1}"/>
              </a:ext>
            </a:extLst>
          </p:cNvPr>
          <p:cNvCxnSpPr>
            <a:cxnSpLocks/>
          </p:cNvCxnSpPr>
          <p:nvPr/>
        </p:nvCxnSpPr>
        <p:spPr>
          <a:xfrm flipV="1">
            <a:off x="5754370" y="396240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452">
            <a:extLst>
              <a:ext uri="{FF2B5EF4-FFF2-40B4-BE49-F238E27FC236}">
                <a16:creationId xmlns:a16="http://schemas.microsoft.com/office/drawing/2014/main" id="{15DD42F0-E0C6-482F-8C8B-5C6C6DF664D9}"/>
              </a:ext>
            </a:extLst>
          </p:cNvPr>
          <p:cNvCxnSpPr>
            <a:cxnSpLocks/>
          </p:cNvCxnSpPr>
          <p:nvPr/>
        </p:nvCxnSpPr>
        <p:spPr>
          <a:xfrm flipV="1">
            <a:off x="5507673" y="39458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452">
            <a:extLst>
              <a:ext uri="{FF2B5EF4-FFF2-40B4-BE49-F238E27FC236}">
                <a16:creationId xmlns:a16="http://schemas.microsoft.com/office/drawing/2014/main" id="{83E08154-129E-4F55-97D8-4298C22E6CC9}"/>
              </a:ext>
            </a:extLst>
          </p:cNvPr>
          <p:cNvCxnSpPr>
            <a:cxnSpLocks/>
          </p:cNvCxnSpPr>
          <p:nvPr/>
        </p:nvCxnSpPr>
        <p:spPr>
          <a:xfrm flipV="1">
            <a:off x="5991543" y="358013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452">
            <a:extLst>
              <a:ext uri="{FF2B5EF4-FFF2-40B4-BE49-F238E27FC236}">
                <a16:creationId xmlns:a16="http://schemas.microsoft.com/office/drawing/2014/main" id="{AAC8771A-3753-4202-9C18-294DE74178CD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3419475"/>
            <a:ext cx="486092" cy="17081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452">
            <a:extLst>
              <a:ext uri="{FF2B5EF4-FFF2-40B4-BE49-F238E27FC236}">
                <a16:creationId xmlns:a16="http://schemas.microsoft.com/office/drawing/2014/main" id="{1DDBC892-9DDD-4EC5-B1F8-F30EEA679DB7}"/>
              </a:ext>
            </a:extLst>
          </p:cNvPr>
          <p:cNvCxnSpPr>
            <a:cxnSpLocks/>
          </p:cNvCxnSpPr>
          <p:nvPr/>
        </p:nvCxnSpPr>
        <p:spPr>
          <a:xfrm flipV="1">
            <a:off x="6173471" y="2584768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452">
            <a:extLst>
              <a:ext uri="{FF2B5EF4-FFF2-40B4-BE49-F238E27FC236}">
                <a16:creationId xmlns:a16="http://schemas.microsoft.com/office/drawing/2014/main" id="{C157020C-9257-416D-BF5A-5051B2B1C63B}"/>
              </a:ext>
            </a:extLst>
          </p:cNvPr>
          <p:cNvCxnSpPr>
            <a:cxnSpLocks/>
          </p:cNvCxnSpPr>
          <p:nvPr/>
        </p:nvCxnSpPr>
        <p:spPr>
          <a:xfrm flipV="1">
            <a:off x="6667817" y="2691765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452">
            <a:extLst>
              <a:ext uri="{FF2B5EF4-FFF2-40B4-BE49-F238E27FC236}">
                <a16:creationId xmlns:a16="http://schemas.microsoft.com/office/drawing/2014/main" id="{899F6E4D-B9CB-4A6D-88C5-8B6B75CEBBF0}"/>
              </a:ext>
            </a:extLst>
          </p:cNvPr>
          <p:cNvCxnSpPr>
            <a:cxnSpLocks/>
          </p:cNvCxnSpPr>
          <p:nvPr/>
        </p:nvCxnSpPr>
        <p:spPr>
          <a:xfrm flipV="1">
            <a:off x="3849370" y="2156460"/>
            <a:ext cx="0" cy="3009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F38CDD4F-FEBD-4DD2-8C69-1E220C042C8D}"/>
              </a:ext>
            </a:extLst>
          </p:cNvPr>
          <p:cNvCxnSpPr>
            <a:cxnSpLocks/>
          </p:cNvCxnSpPr>
          <p:nvPr/>
        </p:nvCxnSpPr>
        <p:spPr>
          <a:xfrm flipV="1">
            <a:off x="3850323" y="1962150"/>
            <a:ext cx="467677" cy="17494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9CCDD6C8-E771-4CB7-96CC-468CDB031DD9}"/>
              </a:ext>
            </a:extLst>
          </p:cNvPr>
          <p:cNvCxnSpPr>
            <a:cxnSpLocks/>
          </p:cNvCxnSpPr>
          <p:nvPr/>
        </p:nvCxnSpPr>
        <p:spPr>
          <a:xfrm flipV="1">
            <a:off x="4085590" y="2120900"/>
            <a:ext cx="226060" cy="96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452">
            <a:extLst>
              <a:ext uri="{FF2B5EF4-FFF2-40B4-BE49-F238E27FC236}">
                <a16:creationId xmlns:a16="http://schemas.microsoft.com/office/drawing/2014/main" id="{5DD9889A-1797-4D58-A6FF-4A6194AB356B}"/>
              </a:ext>
            </a:extLst>
          </p:cNvPr>
          <p:cNvCxnSpPr>
            <a:cxnSpLocks/>
          </p:cNvCxnSpPr>
          <p:nvPr/>
        </p:nvCxnSpPr>
        <p:spPr>
          <a:xfrm flipV="1">
            <a:off x="4310380" y="1962150"/>
            <a:ext cx="0" cy="158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452">
            <a:extLst>
              <a:ext uri="{FF2B5EF4-FFF2-40B4-BE49-F238E27FC236}">
                <a16:creationId xmlns:a16="http://schemas.microsoft.com/office/drawing/2014/main" id="{072274F8-2D63-4C4B-A725-F015AEB38C1D}"/>
              </a:ext>
            </a:extLst>
          </p:cNvPr>
          <p:cNvCxnSpPr>
            <a:cxnSpLocks/>
          </p:cNvCxnSpPr>
          <p:nvPr/>
        </p:nvCxnSpPr>
        <p:spPr>
          <a:xfrm flipV="1">
            <a:off x="4537710" y="2025650"/>
            <a:ext cx="0" cy="741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88F4CABD-D2EC-4516-82D1-44C92A6CE49D}"/>
              </a:ext>
            </a:extLst>
          </p:cNvPr>
          <p:cNvCxnSpPr>
            <a:cxnSpLocks/>
          </p:cNvCxnSpPr>
          <p:nvPr/>
        </p:nvCxnSpPr>
        <p:spPr>
          <a:xfrm>
            <a:off x="4803140" y="286766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016FD76C-4C6A-46FD-B128-91430CEBEAA4}"/>
              </a:ext>
            </a:extLst>
          </p:cNvPr>
          <p:cNvCxnSpPr>
            <a:cxnSpLocks/>
          </p:cNvCxnSpPr>
          <p:nvPr/>
        </p:nvCxnSpPr>
        <p:spPr>
          <a:xfrm flipV="1">
            <a:off x="4790440" y="1965960"/>
            <a:ext cx="0" cy="8978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63B797E9-AA08-49F0-BAE0-6512EA7AEF76}"/>
              </a:ext>
            </a:extLst>
          </p:cNvPr>
          <p:cNvCxnSpPr>
            <a:cxnSpLocks/>
          </p:cNvCxnSpPr>
          <p:nvPr/>
        </p:nvCxnSpPr>
        <p:spPr>
          <a:xfrm flipV="1">
            <a:off x="4560253" y="193294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D6C317FE-7C4D-4DE1-BA51-BCD5871FD4F3}"/>
              </a:ext>
            </a:extLst>
          </p:cNvPr>
          <p:cNvCxnSpPr>
            <a:cxnSpLocks/>
          </p:cNvCxnSpPr>
          <p:nvPr/>
        </p:nvCxnSpPr>
        <p:spPr>
          <a:xfrm flipV="1">
            <a:off x="5011420" y="1670050"/>
            <a:ext cx="0" cy="1238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CBEFE1FB-97C4-4258-90A3-5C855909B8F7}"/>
              </a:ext>
            </a:extLst>
          </p:cNvPr>
          <p:cNvCxnSpPr>
            <a:cxnSpLocks/>
          </p:cNvCxnSpPr>
          <p:nvPr/>
        </p:nvCxnSpPr>
        <p:spPr>
          <a:xfrm flipV="1">
            <a:off x="5487670" y="240030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452">
            <a:extLst>
              <a:ext uri="{FF2B5EF4-FFF2-40B4-BE49-F238E27FC236}">
                <a16:creationId xmlns:a16="http://schemas.microsoft.com/office/drawing/2014/main" id="{38293FD2-A32C-464C-BCC5-94B5A906545B}"/>
              </a:ext>
            </a:extLst>
          </p:cNvPr>
          <p:cNvCxnSpPr>
            <a:cxnSpLocks/>
          </p:cNvCxnSpPr>
          <p:nvPr/>
        </p:nvCxnSpPr>
        <p:spPr>
          <a:xfrm>
            <a:off x="5514340" y="24193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452">
            <a:extLst>
              <a:ext uri="{FF2B5EF4-FFF2-40B4-BE49-F238E27FC236}">
                <a16:creationId xmlns:a16="http://schemas.microsoft.com/office/drawing/2014/main" id="{CEFCA105-5F8E-43C5-82FC-5E3F55C3797F}"/>
              </a:ext>
            </a:extLst>
          </p:cNvPr>
          <p:cNvCxnSpPr>
            <a:cxnSpLocks/>
          </p:cNvCxnSpPr>
          <p:nvPr/>
        </p:nvCxnSpPr>
        <p:spPr>
          <a:xfrm flipV="1">
            <a:off x="5739130" y="239395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452">
            <a:extLst>
              <a:ext uri="{FF2B5EF4-FFF2-40B4-BE49-F238E27FC236}">
                <a16:creationId xmlns:a16="http://schemas.microsoft.com/office/drawing/2014/main" id="{E571CA55-9495-41F3-B479-AAC32980BA44}"/>
              </a:ext>
            </a:extLst>
          </p:cNvPr>
          <p:cNvCxnSpPr>
            <a:cxnSpLocks/>
          </p:cNvCxnSpPr>
          <p:nvPr/>
        </p:nvCxnSpPr>
        <p:spPr>
          <a:xfrm flipV="1">
            <a:off x="5495290" y="212979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55D5A84F-2497-4365-B38F-B0DAC3D86FDD}"/>
              </a:ext>
            </a:extLst>
          </p:cNvPr>
          <p:cNvCxnSpPr>
            <a:cxnSpLocks/>
          </p:cNvCxnSpPr>
          <p:nvPr/>
        </p:nvCxnSpPr>
        <p:spPr>
          <a:xfrm flipV="1">
            <a:off x="5495290" y="1295400"/>
            <a:ext cx="0" cy="942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Straight Connector 452">
            <a:extLst>
              <a:ext uri="{FF2B5EF4-FFF2-40B4-BE49-F238E27FC236}">
                <a16:creationId xmlns:a16="http://schemas.microsoft.com/office/drawing/2014/main" id="{5ABFFC7B-0C18-4ED9-9C6D-CB975FEB7D1C}"/>
              </a:ext>
            </a:extLst>
          </p:cNvPr>
          <p:cNvCxnSpPr>
            <a:cxnSpLocks/>
          </p:cNvCxnSpPr>
          <p:nvPr/>
        </p:nvCxnSpPr>
        <p:spPr>
          <a:xfrm flipV="1">
            <a:off x="5251450" y="1600200"/>
            <a:ext cx="0" cy="1263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A626591D-CF31-4045-8809-154FBFDCD904}"/>
              </a:ext>
            </a:extLst>
          </p:cNvPr>
          <p:cNvCxnSpPr>
            <a:cxnSpLocks/>
          </p:cNvCxnSpPr>
          <p:nvPr/>
        </p:nvCxnSpPr>
        <p:spPr>
          <a:xfrm flipV="1">
            <a:off x="5034280" y="1574800"/>
            <a:ext cx="229870" cy="939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452">
            <a:extLst>
              <a:ext uri="{FF2B5EF4-FFF2-40B4-BE49-F238E27FC236}">
                <a16:creationId xmlns:a16="http://schemas.microsoft.com/office/drawing/2014/main" id="{22CE49F5-447F-4249-A3A7-69CE7246BE8B}"/>
              </a:ext>
            </a:extLst>
          </p:cNvPr>
          <p:cNvCxnSpPr>
            <a:cxnSpLocks/>
          </p:cNvCxnSpPr>
          <p:nvPr/>
        </p:nvCxnSpPr>
        <p:spPr>
          <a:xfrm flipV="1">
            <a:off x="5518150" y="120777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452">
            <a:extLst>
              <a:ext uri="{FF2B5EF4-FFF2-40B4-BE49-F238E27FC236}">
                <a16:creationId xmlns:a16="http://schemas.microsoft.com/office/drawing/2014/main" id="{5104EA03-0894-47D1-AF64-2FEBAB9E95B0}"/>
              </a:ext>
            </a:extLst>
          </p:cNvPr>
          <p:cNvCxnSpPr>
            <a:cxnSpLocks/>
          </p:cNvCxnSpPr>
          <p:nvPr/>
        </p:nvCxnSpPr>
        <p:spPr>
          <a:xfrm flipV="1">
            <a:off x="5735320" y="1203960"/>
            <a:ext cx="0" cy="762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452">
            <a:extLst>
              <a:ext uri="{FF2B5EF4-FFF2-40B4-BE49-F238E27FC236}">
                <a16:creationId xmlns:a16="http://schemas.microsoft.com/office/drawing/2014/main" id="{2D123998-CAB2-4E77-82CA-F53449EB5EBC}"/>
              </a:ext>
            </a:extLst>
          </p:cNvPr>
          <p:cNvCxnSpPr>
            <a:cxnSpLocks/>
          </p:cNvCxnSpPr>
          <p:nvPr/>
        </p:nvCxnSpPr>
        <p:spPr>
          <a:xfrm>
            <a:off x="5754370" y="1954530"/>
            <a:ext cx="45974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452">
            <a:extLst>
              <a:ext uri="{FF2B5EF4-FFF2-40B4-BE49-F238E27FC236}">
                <a16:creationId xmlns:a16="http://schemas.microsoft.com/office/drawing/2014/main" id="{3A566AC1-894E-4F4C-AF2C-B0FB84E0B55E}"/>
              </a:ext>
            </a:extLst>
          </p:cNvPr>
          <p:cNvCxnSpPr>
            <a:cxnSpLocks/>
          </p:cNvCxnSpPr>
          <p:nvPr/>
        </p:nvCxnSpPr>
        <p:spPr>
          <a:xfrm flipV="1">
            <a:off x="6211570" y="213360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452">
            <a:extLst>
              <a:ext uri="{FF2B5EF4-FFF2-40B4-BE49-F238E27FC236}">
                <a16:creationId xmlns:a16="http://schemas.microsoft.com/office/drawing/2014/main" id="{ABC1F4F2-3946-431B-9C2C-48B5A40ABB51}"/>
              </a:ext>
            </a:extLst>
          </p:cNvPr>
          <p:cNvCxnSpPr>
            <a:cxnSpLocks/>
          </p:cNvCxnSpPr>
          <p:nvPr/>
        </p:nvCxnSpPr>
        <p:spPr>
          <a:xfrm flipV="1">
            <a:off x="6428740" y="2030730"/>
            <a:ext cx="0" cy="2171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BEE97B62-DF32-4866-AC3B-82C71A65A9A1}"/>
              </a:ext>
            </a:extLst>
          </p:cNvPr>
          <p:cNvCxnSpPr>
            <a:cxnSpLocks/>
          </p:cNvCxnSpPr>
          <p:nvPr/>
        </p:nvCxnSpPr>
        <p:spPr>
          <a:xfrm>
            <a:off x="5967730" y="1851660"/>
            <a:ext cx="45974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452">
            <a:extLst>
              <a:ext uri="{FF2B5EF4-FFF2-40B4-BE49-F238E27FC236}">
                <a16:creationId xmlns:a16="http://schemas.microsoft.com/office/drawing/2014/main" id="{ADAB4954-ECFE-47A9-877E-A4FBDA18E3D8}"/>
              </a:ext>
            </a:extLst>
          </p:cNvPr>
          <p:cNvCxnSpPr>
            <a:cxnSpLocks/>
          </p:cNvCxnSpPr>
          <p:nvPr/>
        </p:nvCxnSpPr>
        <p:spPr>
          <a:xfrm flipV="1">
            <a:off x="5963920" y="1116330"/>
            <a:ext cx="0" cy="7518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7721000A-9204-4B54-8309-A3C3C1532429}"/>
              </a:ext>
            </a:extLst>
          </p:cNvPr>
          <p:cNvCxnSpPr>
            <a:cxnSpLocks/>
          </p:cNvCxnSpPr>
          <p:nvPr/>
        </p:nvCxnSpPr>
        <p:spPr>
          <a:xfrm flipV="1">
            <a:off x="5967730" y="1013460"/>
            <a:ext cx="24257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10720BA0-0E75-4000-9D0D-028AEED4D1D0}"/>
              </a:ext>
            </a:extLst>
          </p:cNvPr>
          <p:cNvCxnSpPr>
            <a:cxnSpLocks/>
          </p:cNvCxnSpPr>
          <p:nvPr/>
        </p:nvCxnSpPr>
        <p:spPr>
          <a:xfrm flipV="1">
            <a:off x="6215380" y="1032510"/>
            <a:ext cx="0" cy="7353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4AF69CE6-686D-4632-8518-87CF783B715D}"/>
              </a:ext>
            </a:extLst>
          </p:cNvPr>
          <p:cNvCxnSpPr>
            <a:cxnSpLocks/>
          </p:cNvCxnSpPr>
          <p:nvPr/>
        </p:nvCxnSpPr>
        <p:spPr>
          <a:xfrm>
            <a:off x="6219190" y="17792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6FAA65D0-5637-4854-B406-F81FCECA8F20}"/>
              </a:ext>
            </a:extLst>
          </p:cNvPr>
          <p:cNvCxnSpPr>
            <a:cxnSpLocks/>
          </p:cNvCxnSpPr>
          <p:nvPr/>
        </p:nvCxnSpPr>
        <p:spPr>
          <a:xfrm flipV="1">
            <a:off x="6433503" y="175514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452">
            <a:extLst>
              <a:ext uri="{FF2B5EF4-FFF2-40B4-BE49-F238E27FC236}">
                <a16:creationId xmlns:a16="http://schemas.microsoft.com/office/drawing/2014/main" id="{CD510799-5A82-4204-822C-2C4354B9A88F}"/>
              </a:ext>
            </a:extLst>
          </p:cNvPr>
          <p:cNvCxnSpPr>
            <a:cxnSpLocks/>
          </p:cNvCxnSpPr>
          <p:nvPr/>
        </p:nvCxnSpPr>
        <p:spPr>
          <a:xfrm flipV="1">
            <a:off x="6676390" y="157353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452">
            <a:extLst>
              <a:ext uri="{FF2B5EF4-FFF2-40B4-BE49-F238E27FC236}">
                <a16:creationId xmlns:a16="http://schemas.microsoft.com/office/drawing/2014/main" id="{644E6B3C-B130-4FC2-A3A7-386F62FEC85E}"/>
              </a:ext>
            </a:extLst>
          </p:cNvPr>
          <p:cNvCxnSpPr>
            <a:cxnSpLocks/>
          </p:cNvCxnSpPr>
          <p:nvPr/>
        </p:nvCxnSpPr>
        <p:spPr>
          <a:xfrm flipV="1">
            <a:off x="6418263" y="157988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452">
            <a:extLst>
              <a:ext uri="{FF2B5EF4-FFF2-40B4-BE49-F238E27FC236}">
                <a16:creationId xmlns:a16="http://schemas.microsoft.com/office/drawing/2014/main" id="{31E3AEB2-3658-45DA-BE11-7197EA24EAE1}"/>
              </a:ext>
            </a:extLst>
          </p:cNvPr>
          <p:cNvCxnSpPr>
            <a:cxnSpLocks/>
          </p:cNvCxnSpPr>
          <p:nvPr/>
        </p:nvCxnSpPr>
        <p:spPr>
          <a:xfrm flipV="1">
            <a:off x="6428740" y="1131570"/>
            <a:ext cx="0" cy="5575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452">
            <a:extLst>
              <a:ext uri="{FF2B5EF4-FFF2-40B4-BE49-F238E27FC236}">
                <a16:creationId xmlns:a16="http://schemas.microsoft.com/office/drawing/2014/main" id="{CE6F0AED-529F-41F8-BEB8-09594EEE82CC}"/>
              </a:ext>
            </a:extLst>
          </p:cNvPr>
          <p:cNvCxnSpPr>
            <a:cxnSpLocks/>
          </p:cNvCxnSpPr>
          <p:nvPr/>
        </p:nvCxnSpPr>
        <p:spPr>
          <a:xfrm flipV="1">
            <a:off x="6437313" y="101219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452">
            <a:extLst>
              <a:ext uri="{FF2B5EF4-FFF2-40B4-BE49-F238E27FC236}">
                <a16:creationId xmlns:a16="http://schemas.microsoft.com/office/drawing/2014/main" id="{5F23FBC0-3B04-4584-B13C-6DEEAB56BABC}"/>
              </a:ext>
            </a:extLst>
          </p:cNvPr>
          <p:cNvCxnSpPr>
            <a:cxnSpLocks/>
          </p:cNvCxnSpPr>
          <p:nvPr/>
        </p:nvCxnSpPr>
        <p:spPr>
          <a:xfrm flipV="1">
            <a:off x="6672580" y="1017270"/>
            <a:ext cx="0" cy="381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452">
            <a:extLst>
              <a:ext uri="{FF2B5EF4-FFF2-40B4-BE49-F238E27FC236}">
                <a16:creationId xmlns:a16="http://schemas.microsoft.com/office/drawing/2014/main" id="{6B0AA3C7-DE36-456E-AD6A-6F045D27D8CC}"/>
              </a:ext>
            </a:extLst>
          </p:cNvPr>
          <p:cNvCxnSpPr>
            <a:cxnSpLocks/>
          </p:cNvCxnSpPr>
          <p:nvPr/>
        </p:nvCxnSpPr>
        <p:spPr>
          <a:xfrm flipV="1">
            <a:off x="6681153" y="129413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Straight Connector 452">
            <a:extLst>
              <a:ext uri="{FF2B5EF4-FFF2-40B4-BE49-F238E27FC236}">
                <a16:creationId xmlns:a16="http://schemas.microsoft.com/office/drawing/2014/main" id="{B459BC21-4365-4250-96B5-B738E996050B}"/>
              </a:ext>
            </a:extLst>
          </p:cNvPr>
          <p:cNvCxnSpPr>
            <a:cxnSpLocks/>
          </p:cNvCxnSpPr>
          <p:nvPr/>
        </p:nvCxnSpPr>
        <p:spPr>
          <a:xfrm flipV="1">
            <a:off x="6920230" y="113157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Connector 452">
            <a:extLst>
              <a:ext uri="{FF2B5EF4-FFF2-40B4-BE49-F238E27FC236}">
                <a16:creationId xmlns:a16="http://schemas.microsoft.com/office/drawing/2014/main" id="{831390AB-8868-4828-B2AE-40AFF9DAC470}"/>
              </a:ext>
            </a:extLst>
          </p:cNvPr>
          <p:cNvCxnSpPr>
            <a:cxnSpLocks/>
          </p:cNvCxnSpPr>
          <p:nvPr/>
        </p:nvCxnSpPr>
        <p:spPr>
          <a:xfrm>
            <a:off x="6920230" y="1127760"/>
            <a:ext cx="46736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452">
            <a:extLst>
              <a:ext uri="{FF2B5EF4-FFF2-40B4-BE49-F238E27FC236}">
                <a16:creationId xmlns:a16="http://schemas.microsoft.com/office/drawing/2014/main" id="{41353946-DE33-4475-8F64-56747C0A9AA4}"/>
              </a:ext>
            </a:extLst>
          </p:cNvPr>
          <p:cNvCxnSpPr>
            <a:cxnSpLocks/>
          </p:cNvCxnSpPr>
          <p:nvPr/>
        </p:nvCxnSpPr>
        <p:spPr>
          <a:xfrm flipV="1">
            <a:off x="6892290" y="1297940"/>
            <a:ext cx="50038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Straight Connector 452">
            <a:extLst>
              <a:ext uri="{FF2B5EF4-FFF2-40B4-BE49-F238E27FC236}">
                <a16:creationId xmlns:a16="http://schemas.microsoft.com/office/drawing/2014/main" id="{9F83C596-53EF-4ECC-9AB4-362734493876}"/>
              </a:ext>
            </a:extLst>
          </p:cNvPr>
          <p:cNvCxnSpPr>
            <a:cxnSpLocks/>
          </p:cNvCxnSpPr>
          <p:nvPr/>
        </p:nvCxnSpPr>
        <p:spPr>
          <a:xfrm flipV="1">
            <a:off x="6908800" y="150495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452">
            <a:extLst>
              <a:ext uri="{FF2B5EF4-FFF2-40B4-BE49-F238E27FC236}">
                <a16:creationId xmlns:a16="http://schemas.microsoft.com/office/drawing/2014/main" id="{6283A4C9-817D-4252-B026-6869050A4008}"/>
              </a:ext>
            </a:extLst>
          </p:cNvPr>
          <p:cNvCxnSpPr>
            <a:cxnSpLocks/>
          </p:cNvCxnSpPr>
          <p:nvPr/>
        </p:nvCxnSpPr>
        <p:spPr>
          <a:xfrm flipV="1">
            <a:off x="6892290" y="1473200"/>
            <a:ext cx="50038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452">
            <a:extLst>
              <a:ext uri="{FF2B5EF4-FFF2-40B4-BE49-F238E27FC236}">
                <a16:creationId xmlns:a16="http://schemas.microsoft.com/office/drawing/2014/main" id="{D84175B3-213A-4909-B443-3CE13CC0DAB0}"/>
              </a:ext>
            </a:extLst>
          </p:cNvPr>
          <p:cNvCxnSpPr>
            <a:cxnSpLocks/>
          </p:cNvCxnSpPr>
          <p:nvPr/>
        </p:nvCxnSpPr>
        <p:spPr>
          <a:xfrm>
            <a:off x="7385050" y="148209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452">
            <a:extLst>
              <a:ext uri="{FF2B5EF4-FFF2-40B4-BE49-F238E27FC236}">
                <a16:creationId xmlns:a16="http://schemas.microsoft.com/office/drawing/2014/main" id="{5596D7D5-E9B0-4FD6-894A-4D4FE8CA9238}"/>
              </a:ext>
            </a:extLst>
          </p:cNvPr>
          <p:cNvCxnSpPr>
            <a:cxnSpLocks/>
          </p:cNvCxnSpPr>
          <p:nvPr/>
        </p:nvCxnSpPr>
        <p:spPr>
          <a:xfrm flipV="1">
            <a:off x="6656070" y="1564640"/>
            <a:ext cx="915670" cy="3937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452">
            <a:extLst>
              <a:ext uri="{FF2B5EF4-FFF2-40B4-BE49-F238E27FC236}">
                <a16:creationId xmlns:a16="http://schemas.microsoft.com/office/drawing/2014/main" id="{932AADA3-89F5-40EA-9981-4652FE4038CC}"/>
              </a:ext>
            </a:extLst>
          </p:cNvPr>
          <p:cNvCxnSpPr>
            <a:cxnSpLocks/>
          </p:cNvCxnSpPr>
          <p:nvPr/>
        </p:nvCxnSpPr>
        <p:spPr>
          <a:xfrm flipV="1">
            <a:off x="6661150" y="1988820"/>
            <a:ext cx="0" cy="1524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452">
            <a:extLst>
              <a:ext uri="{FF2B5EF4-FFF2-40B4-BE49-F238E27FC236}">
                <a16:creationId xmlns:a16="http://schemas.microsoft.com/office/drawing/2014/main" id="{7E216F06-4E53-4FD6-8D6B-1A5C1B0BAC0D}"/>
              </a:ext>
            </a:extLst>
          </p:cNvPr>
          <p:cNvCxnSpPr>
            <a:cxnSpLocks/>
          </p:cNvCxnSpPr>
          <p:nvPr/>
        </p:nvCxnSpPr>
        <p:spPr>
          <a:xfrm flipV="1">
            <a:off x="6637020" y="1653540"/>
            <a:ext cx="1223010" cy="499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452">
            <a:extLst>
              <a:ext uri="{FF2B5EF4-FFF2-40B4-BE49-F238E27FC236}">
                <a16:creationId xmlns:a16="http://schemas.microsoft.com/office/drawing/2014/main" id="{87D53169-87CC-4BAA-A9BD-5E1804FB93B5}"/>
              </a:ext>
            </a:extLst>
          </p:cNvPr>
          <p:cNvCxnSpPr>
            <a:cxnSpLocks/>
          </p:cNvCxnSpPr>
          <p:nvPr/>
        </p:nvCxnSpPr>
        <p:spPr>
          <a:xfrm flipV="1">
            <a:off x="7857490" y="164973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452">
            <a:extLst>
              <a:ext uri="{FF2B5EF4-FFF2-40B4-BE49-F238E27FC236}">
                <a16:creationId xmlns:a16="http://schemas.microsoft.com/office/drawing/2014/main" id="{7FEC6BED-9880-42FE-BB37-C13793526C40}"/>
              </a:ext>
            </a:extLst>
          </p:cNvPr>
          <p:cNvCxnSpPr>
            <a:cxnSpLocks/>
          </p:cNvCxnSpPr>
          <p:nvPr/>
        </p:nvCxnSpPr>
        <p:spPr>
          <a:xfrm flipV="1">
            <a:off x="6629400" y="1836420"/>
            <a:ext cx="1223010" cy="499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452">
            <a:extLst>
              <a:ext uri="{FF2B5EF4-FFF2-40B4-BE49-F238E27FC236}">
                <a16:creationId xmlns:a16="http://schemas.microsoft.com/office/drawing/2014/main" id="{2A2D0430-6814-4714-AF29-AAFAC514C834}"/>
              </a:ext>
            </a:extLst>
          </p:cNvPr>
          <p:cNvCxnSpPr>
            <a:cxnSpLocks/>
          </p:cNvCxnSpPr>
          <p:nvPr/>
        </p:nvCxnSpPr>
        <p:spPr>
          <a:xfrm flipV="1">
            <a:off x="6896100" y="1946910"/>
            <a:ext cx="1192530" cy="478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452">
            <a:extLst>
              <a:ext uri="{FF2B5EF4-FFF2-40B4-BE49-F238E27FC236}">
                <a16:creationId xmlns:a16="http://schemas.microsoft.com/office/drawing/2014/main" id="{ED0A98A1-21CD-486C-BC52-95D8645488CD}"/>
              </a:ext>
            </a:extLst>
          </p:cNvPr>
          <p:cNvCxnSpPr>
            <a:cxnSpLocks/>
          </p:cNvCxnSpPr>
          <p:nvPr/>
        </p:nvCxnSpPr>
        <p:spPr>
          <a:xfrm flipV="1">
            <a:off x="8086090" y="193929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452">
            <a:extLst>
              <a:ext uri="{FF2B5EF4-FFF2-40B4-BE49-F238E27FC236}">
                <a16:creationId xmlns:a16="http://schemas.microsoft.com/office/drawing/2014/main" id="{83B50ED7-0EBF-49C7-A826-81849033D80B}"/>
              </a:ext>
            </a:extLst>
          </p:cNvPr>
          <p:cNvCxnSpPr>
            <a:cxnSpLocks/>
          </p:cNvCxnSpPr>
          <p:nvPr/>
        </p:nvCxnSpPr>
        <p:spPr>
          <a:xfrm flipV="1">
            <a:off x="6897370" y="2952750"/>
            <a:ext cx="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452">
            <a:extLst>
              <a:ext uri="{FF2B5EF4-FFF2-40B4-BE49-F238E27FC236}">
                <a16:creationId xmlns:a16="http://schemas.microsoft.com/office/drawing/2014/main" id="{431728A5-92F3-4D6B-B384-60C9775E1E67}"/>
              </a:ext>
            </a:extLst>
          </p:cNvPr>
          <p:cNvCxnSpPr>
            <a:cxnSpLocks/>
          </p:cNvCxnSpPr>
          <p:nvPr/>
        </p:nvCxnSpPr>
        <p:spPr>
          <a:xfrm flipV="1">
            <a:off x="7118350" y="2213610"/>
            <a:ext cx="1210310" cy="487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452">
            <a:extLst>
              <a:ext uri="{FF2B5EF4-FFF2-40B4-BE49-F238E27FC236}">
                <a16:creationId xmlns:a16="http://schemas.microsoft.com/office/drawing/2014/main" id="{E61F1D14-56F4-46E0-B56F-CAD7C26F1122}"/>
              </a:ext>
            </a:extLst>
          </p:cNvPr>
          <p:cNvCxnSpPr>
            <a:cxnSpLocks/>
          </p:cNvCxnSpPr>
          <p:nvPr/>
        </p:nvCxnSpPr>
        <p:spPr>
          <a:xfrm flipV="1">
            <a:off x="8329930" y="205359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452">
            <a:extLst>
              <a:ext uri="{FF2B5EF4-FFF2-40B4-BE49-F238E27FC236}">
                <a16:creationId xmlns:a16="http://schemas.microsoft.com/office/drawing/2014/main" id="{B2D39FB2-164C-407A-B582-CE58B1920B44}"/>
              </a:ext>
            </a:extLst>
          </p:cNvPr>
          <p:cNvCxnSpPr>
            <a:cxnSpLocks/>
          </p:cNvCxnSpPr>
          <p:nvPr/>
        </p:nvCxnSpPr>
        <p:spPr>
          <a:xfrm flipV="1">
            <a:off x="8322310" y="196215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Connector 452">
            <a:extLst>
              <a:ext uri="{FF2B5EF4-FFF2-40B4-BE49-F238E27FC236}">
                <a16:creationId xmlns:a16="http://schemas.microsoft.com/office/drawing/2014/main" id="{1E466D90-C80D-48DC-BF86-43B930D9D691}"/>
              </a:ext>
            </a:extLst>
          </p:cNvPr>
          <p:cNvCxnSpPr>
            <a:cxnSpLocks/>
          </p:cNvCxnSpPr>
          <p:nvPr/>
        </p:nvCxnSpPr>
        <p:spPr>
          <a:xfrm>
            <a:off x="8562340" y="1958340"/>
            <a:ext cx="47879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Connector 452">
            <a:extLst>
              <a:ext uri="{FF2B5EF4-FFF2-40B4-BE49-F238E27FC236}">
                <a16:creationId xmlns:a16="http://schemas.microsoft.com/office/drawing/2014/main" id="{9856AA4D-AA8D-427F-AD28-9AA3847657C0}"/>
              </a:ext>
            </a:extLst>
          </p:cNvPr>
          <p:cNvCxnSpPr>
            <a:cxnSpLocks/>
          </p:cNvCxnSpPr>
          <p:nvPr/>
        </p:nvCxnSpPr>
        <p:spPr>
          <a:xfrm flipV="1">
            <a:off x="9030970" y="2129790"/>
            <a:ext cx="0" cy="358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452">
            <a:extLst>
              <a:ext uri="{FF2B5EF4-FFF2-40B4-BE49-F238E27FC236}">
                <a16:creationId xmlns:a16="http://schemas.microsoft.com/office/drawing/2014/main" id="{AA91EB18-C302-44F6-B118-D7C87553C3E1}"/>
              </a:ext>
            </a:extLst>
          </p:cNvPr>
          <p:cNvCxnSpPr>
            <a:cxnSpLocks/>
          </p:cNvCxnSpPr>
          <p:nvPr/>
        </p:nvCxnSpPr>
        <p:spPr>
          <a:xfrm>
            <a:off x="9038590" y="248412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Connector 452">
            <a:extLst>
              <a:ext uri="{FF2B5EF4-FFF2-40B4-BE49-F238E27FC236}">
                <a16:creationId xmlns:a16="http://schemas.microsoft.com/office/drawing/2014/main" id="{49BE13E4-0B3C-4FE9-8922-F92DAC922201}"/>
              </a:ext>
            </a:extLst>
          </p:cNvPr>
          <p:cNvCxnSpPr>
            <a:cxnSpLocks/>
          </p:cNvCxnSpPr>
          <p:nvPr/>
        </p:nvCxnSpPr>
        <p:spPr>
          <a:xfrm flipV="1">
            <a:off x="9248140" y="257556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452">
            <a:extLst>
              <a:ext uri="{FF2B5EF4-FFF2-40B4-BE49-F238E27FC236}">
                <a16:creationId xmlns:a16="http://schemas.microsoft.com/office/drawing/2014/main" id="{2E566247-588E-4E25-A502-185F9C1566B3}"/>
              </a:ext>
            </a:extLst>
          </p:cNvPr>
          <p:cNvCxnSpPr>
            <a:cxnSpLocks/>
          </p:cNvCxnSpPr>
          <p:nvPr/>
        </p:nvCxnSpPr>
        <p:spPr>
          <a:xfrm>
            <a:off x="9027160" y="265938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452">
            <a:extLst>
              <a:ext uri="{FF2B5EF4-FFF2-40B4-BE49-F238E27FC236}">
                <a16:creationId xmlns:a16="http://schemas.microsoft.com/office/drawing/2014/main" id="{F96605D7-B698-47DD-B205-8922062D5A4E}"/>
              </a:ext>
            </a:extLst>
          </p:cNvPr>
          <p:cNvCxnSpPr>
            <a:cxnSpLocks/>
          </p:cNvCxnSpPr>
          <p:nvPr/>
        </p:nvCxnSpPr>
        <p:spPr>
          <a:xfrm flipV="1">
            <a:off x="9038590" y="268224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452">
            <a:extLst>
              <a:ext uri="{FF2B5EF4-FFF2-40B4-BE49-F238E27FC236}">
                <a16:creationId xmlns:a16="http://schemas.microsoft.com/office/drawing/2014/main" id="{B040C80B-223A-4F17-9963-8BE1C995BE48}"/>
              </a:ext>
            </a:extLst>
          </p:cNvPr>
          <p:cNvCxnSpPr>
            <a:cxnSpLocks/>
          </p:cNvCxnSpPr>
          <p:nvPr/>
        </p:nvCxnSpPr>
        <p:spPr>
          <a:xfrm flipV="1">
            <a:off x="8790940" y="286131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452">
            <a:extLst>
              <a:ext uri="{FF2B5EF4-FFF2-40B4-BE49-F238E27FC236}">
                <a16:creationId xmlns:a16="http://schemas.microsoft.com/office/drawing/2014/main" id="{2EE1600E-DF79-44B5-9596-86F310E2A2C4}"/>
              </a:ext>
            </a:extLst>
          </p:cNvPr>
          <p:cNvCxnSpPr>
            <a:cxnSpLocks/>
          </p:cNvCxnSpPr>
          <p:nvPr/>
        </p:nvCxnSpPr>
        <p:spPr>
          <a:xfrm>
            <a:off x="8601710" y="288036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452">
            <a:extLst>
              <a:ext uri="{FF2B5EF4-FFF2-40B4-BE49-F238E27FC236}">
                <a16:creationId xmlns:a16="http://schemas.microsoft.com/office/drawing/2014/main" id="{B23D3FDC-2DD9-40C4-9128-B976BA0D070C}"/>
              </a:ext>
            </a:extLst>
          </p:cNvPr>
          <p:cNvCxnSpPr>
            <a:cxnSpLocks/>
          </p:cNvCxnSpPr>
          <p:nvPr/>
        </p:nvCxnSpPr>
        <p:spPr>
          <a:xfrm flipV="1">
            <a:off x="8592820" y="278892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452">
            <a:extLst>
              <a:ext uri="{FF2B5EF4-FFF2-40B4-BE49-F238E27FC236}">
                <a16:creationId xmlns:a16="http://schemas.microsoft.com/office/drawing/2014/main" id="{A373E5B5-4E1D-402D-885C-E926B5D97643}"/>
              </a:ext>
            </a:extLst>
          </p:cNvPr>
          <p:cNvCxnSpPr>
            <a:cxnSpLocks/>
          </p:cNvCxnSpPr>
          <p:nvPr/>
        </p:nvCxnSpPr>
        <p:spPr>
          <a:xfrm flipV="1">
            <a:off x="8806180" y="2247900"/>
            <a:ext cx="0" cy="5232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Connector 452">
            <a:extLst>
              <a:ext uri="{FF2B5EF4-FFF2-40B4-BE49-F238E27FC236}">
                <a16:creationId xmlns:a16="http://schemas.microsoft.com/office/drawing/2014/main" id="{C5FC79BA-B0EF-4E8A-9A6C-535F7C2E8AAB}"/>
              </a:ext>
            </a:extLst>
          </p:cNvPr>
          <p:cNvCxnSpPr>
            <a:cxnSpLocks/>
          </p:cNvCxnSpPr>
          <p:nvPr/>
        </p:nvCxnSpPr>
        <p:spPr>
          <a:xfrm>
            <a:off x="8539480" y="2129790"/>
            <a:ext cx="27305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Connector 452">
            <a:extLst>
              <a:ext uri="{FF2B5EF4-FFF2-40B4-BE49-F238E27FC236}">
                <a16:creationId xmlns:a16="http://schemas.microsoft.com/office/drawing/2014/main" id="{DB53B679-659A-4B7D-B690-7A016EAB4161}"/>
              </a:ext>
            </a:extLst>
          </p:cNvPr>
          <p:cNvCxnSpPr>
            <a:cxnSpLocks/>
          </p:cNvCxnSpPr>
          <p:nvPr/>
        </p:nvCxnSpPr>
        <p:spPr>
          <a:xfrm flipV="1">
            <a:off x="8558530" y="214122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452">
            <a:extLst>
              <a:ext uri="{FF2B5EF4-FFF2-40B4-BE49-F238E27FC236}">
                <a16:creationId xmlns:a16="http://schemas.microsoft.com/office/drawing/2014/main" id="{4BF3BF97-80F6-443E-929E-B6F257AFF574}"/>
              </a:ext>
            </a:extLst>
          </p:cNvPr>
          <p:cNvCxnSpPr>
            <a:cxnSpLocks/>
          </p:cNvCxnSpPr>
          <p:nvPr/>
        </p:nvCxnSpPr>
        <p:spPr>
          <a:xfrm flipV="1">
            <a:off x="7600950" y="2320290"/>
            <a:ext cx="960120" cy="350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452">
            <a:extLst>
              <a:ext uri="{FF2B5EF4-FFF2-40B4-BE49-F238E27FC236}">
                <a16:creationId xmlns:a16="http://schemas.microsoft.com/office/drawing/2014/main" id="{864FA159-243F-453B-ADF1-8124C639A38A}"/>
              </a:ext>
            </a:extLst>
          </p:cNvPr>
          <p:cNvCxnSpPr>
            <a:cxnSpLocks/>
          </p:cNvCxnSpPr>
          <p:nvPr/>
        </p:nvCxnSpPr>
        <p:spPr>
          <a:xfrm>
            <a:off x="7609840" y="268224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452">
            <a:extLst>
              <a:ext uri="{FF2B5EF4-FFF2-40B4-BE49-F238E27FC236}">
                <a16:creationId xmlns:a16="http://schemas.microsoft.com/office/drawing/2014/main" id="{D1802D0F-B586-42BB-88F2-8B7E5E8AF5FE}"/>
              </a:ext>
            </a:extLst>
          </p:cNvPr>
          <p:cNvCxnSpPr>
            <a:cxnSpLocks/>
          </p:cNvCxnSpPr>
          <p:nvPr/>
        </p:nvCxnSpPr>
        <p:spPr>
          <a:xfrm flipV="1">
            <a:off x="7830820" y="2510790"/>
            <a:ext cx="726440" cy="2705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452">
            <a:extLst>
              <a:ext uri="{FF2B5EF4-FFF2-40B4-BE49-F238E27FC236}">
                <a16:creationId xmlns:a16="http://schemas.microsoft.com/office/drawing/2014/main" id="{32176E2A-4FE1-4412-AC9F-1D7317DA1C91}"/>
              </a:ext>
            </a:extLst>
          </p:cNvPr>
          <p:cNvCxnSpPr>
            <a:cxnSpLocks/>
          </p:cNvCxnSpPr>
          <p:nvPr/>
        </p:nvCxnSpPr>
        <p:spPr>
          <a:xfrm flipV="1">
            <a:off x="8562340" y="251841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Connector 452">
            <a:extLst>
              <a:ext uri="{FF2B5EF4-FFF2-40B4-BE49-F238E27FC236}">
                <a16:creationId xmlns:a16="http://schemas.microsoft.com/office/drawing/2014/main" id="{0CDB7657-2DE2-4E14-85F8-DDD37DDE3774}"/>
              </a:ext>
            </a:extLst>
          </p:cNvPr>
          <p:cNvCxnSpPr>
            <a:cxnSpLocks/>
          </p:cNvCxnSpPr>
          <p:nvPr/>
        </p:nvCxnSpPr>
        <p:spPr>
          <a:xfrm flipV="1">
            <a:off x="8084820" y="2682240"/>
            <a:ext cx="457200" cy="1828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Connector 452">
            <a:extLst>
              <a:ext uri="{FF2B5EF4-FFF2-40B4-BE49-F238E27FC236}">
                <a16:creationId xmlns:a16="http://schemas.microsoft.com/office/drawing/2014/main" id="{ECC9D6E2-0F5C-4E96-A22A-73B84EF40554}"/>
              </a:ext>
            </a:extLst>
          </p:cNvPr>
          <p:cNvCxnSpPr>
            <a:cxnSpLocks/>
          </p:cNvCxnSpPr>
          <p:nvPr/>
        </p:nvCxnSpPr>
        <p:spPr>
          <a:xfrm>
            <a:off x="8093710" y="2880360"/>
            <a:ext cx="726440" cy="256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452">
            <a:extLst>
              <a:ext uri="{FF2B5EF4-FFF2-40B4-BE49-F238E27FC236}">
                <a16:creationId xmlns:a16="http://schemas.microsoft.com/office/drawing/2014/main" id="{294D8093-3BF1-4B8E-AACB-8758EF2F809B}"/>
              </a:ext>
            </a:extLst>
          </p:cNvPr>
          <p:cNvCxnSpPr>
            <a:cxnSpLocks/>
          </p:cNvCxnSpPr>
          <p:nvPr/>
        </p:nvCxnSpPr>
        <p:spPr>
          <a:xfrm>
            <a:off x="6419850" y="8693150"/>
            <a:ext cx="0" cy="11112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969B4A5F-AE32-4221-88DC-EE042489A545}"/>
              </a:ext>
            </a:extLst>
          </p:cNvPr>
          <p:cNvCxnSpPr>
            <a:cxnSpLocks/>
          </p:cNvCxnSpPr>
          <p:nvPr/>
        </p:nvCxnSpPr>
        <p:spPr>
          <a:xfrm flipH="1" flipV="1">
            <a:off x="2419350" y="9099551"/>
            <a:ext cx="228600" cy="107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452">
            <a:extLst>
              <a:ext uri="{FF2B5EF4-FFF2-40B4-BE49-F238E27FC236}">
                <a16:creationId xmlns:a16="http://schemas.microsoft.com/office/drawing/2014/main" id="{13C78496-CF52-4652-87B3-96EBA1D5E159}"/>
              </a:ext>
            </a:extLst>
          </p:cNvPr>
          <p:cNvCxnSpPr>
            <a:cxnSpLocks/>
          </p:cNvCxnSpPr>
          <p:nvPr/>
        </p:nvCxnSpPr>
        <p:spPr>
          <a:xfrm flipV="1">
            <a:off x="1262380" y="8890000"/>
            <a:ext cx="1270" cy="311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452">
            <a:extLst>
              <a:ext uri="{FF2B5EF4-FFF2-40B4-BE49-F238E27FC236}">
                <a16:creationId xmlns:a16="http://schemas.microsoft.com/office/drawing/2014/main" id="{2FD7A409-54E6-4992-A8BF-10B946C59C74}"/>
              </a:ext>
            </a:extLst>
          </p:cNvPr>
          <p:cNvCxnSpPr>
            <a:cxnSpLocks/>
          </p:cNvCxnSpPr>
          <p:nvPr/>
        </p:nvCxnSpPr>
        <p:spPr>
          <a:xfrm flipH="1" flipV="1">
            <a:off x="1249680" y="9192262"/>
            <a:ext cx="737870" cy="30733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646D4E6D-DD58-4CD1-BC57-D437F0DC2400}"/>
              </a:ext>
            </a:extLst>
          </p:cNvPr>
          <p:cNvCxnSpPr>
            <a:cxnSpLocks/>
          </p:cNvCxnSpPr>
          <p:nvPr/>
        </p:nvCxnSpPr>
        <p:spPr>
          <a:xfrm flipV="1">
            <a:off x="2221230" y="9194800"/>
            <a:ext cx="0" cy="171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452">
            <a:extLst>
              <a:ext uri="{FF2B5EF4-FFF2-40B4-BE49-F238E27FC236}">
                <a16:creationId xmlns:a16="http://schemas.microsoft.com/office/drawing/2014/main" id="{7B36DCCD-2B7E-42BA-B419-9D5146057122}"/>
              </a:ext>
            </a:extLst>
          </p:cNvPr>
          <p:cNvCxnSpPr>
            <a:cxnSpLocks/>
          </p:cNvCxnSpPr>
          <p:nvPr/>
        </p:nvCxnSpPr>
        <p:spPr>
          <a:xfrm flipV="1">
            <a:off x="2203450" y="9088120"/>
            <a:ext cx="213360" cy="106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2906051C-A3D2-4817-A02C-E1893CFA3D57}"/>
              </a:ext>
            </a:extLst>
          </p:cNvPr>
          <p:cNvCxnSpPr>
            <a:cxnSpLocks/>
          </p:cNvCxnSpPr>
          <p:nvPr/>
        </p:nvCxnSpPr>
        <p:spPr>
          <a:xfrm flipH="1" flipV="1">
            <a:off x="2197100" y="8832851"/>
            <a:ext cx="488950" cy="19049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452">
            <a:extLst>
              <a:ext uri="{FF2B5EF4-FFF2-40B4-BE49-F238E27FC236}">
                <a16:creationId xmlns:a16="http://schemas.microsoft.com/office/drawing/2014/main" id="{DE2625DE-419E-4781-8670-03EA89623DA3}"/>
              </a:ext>
            </a:extLst>
          </p:cNvPr>
          <p:cNvCxnSpPr>
            <a:cxnSpLocks/>
          </p:cNvCxnSpPr>
          <p:nvPr/>
        </p:nvCxnSpPr>
        <p:spPr>
          <a:xfrm flipH="1">
            <a:off x="1231900" y="7162800"/>
            <a:ext cx="463550" cy="2159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C6529101-3A4D-4D3E-84AB-D908818DA0EA}"/>
              </a:ext>
            </a:extLst>
          </p:cNvPr>
          <p:cNvCxnSpPr>
            <a:cxnSpLocks/>
          </p:cNvCxnSpPr>
          <p:nvPr/>
        </p:nvCxnSpPr>
        <p:spPr>
          <a:xfrm flipV="1">
            <a:off x="1011873" y="57073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452">
            <a:extLst>
              <a:ext uri="{FF2B5EF4-FFF2-40B4-BE49-F238E27FC236}">
                <a16:creationId xmlns:a16="http://schemas.microsoft.com/office/drawing/2014/main" id="{CE744097-60AA-4377-8556-DD0D56A8C9F2}"/>
              </a:ext>
            </a:extLst>
          </p:cNvPr>
          <p:cNvCxnSpPr>
            <a:cxnSpLocks/>
          </p:cNvCxnSpPr>
          <p:nvPr/>
        </p:nvCxnSpPr>
        <p:spPr>
          <a:xfrm>
            <a:off x="1253490" y="535559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823B5CD1-CB6B-40F5-A6DC-3FC274216824}"/>
              </a:ext>
            </a:extLst>
          </p:cNvPr>
          <p:cNvCxnSpPr>
            <a:cxnSpLocks/>
          </p:cNvCxnSpPr>
          <p:nvPr/>
        </p:nvCxnSpPr>
        <p:spPr>
          <a:xfrm flipV="1">
            <a:off x="1202373" y="54279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AF42E229-C61A-45FC-A228-C870CCDFC05A}"/>
              </a:ext>
            </a:extLst>
          </p:cNvPr>
          <p:cNvCxnSpPr>
            <a:cxnSpLocks/>
          </p:cNvCxnSpPr>
          <p:nvPr/>
        </p:nvCxnSpPr>
        <p:spPr>
          <a:xfrm flipV="1">
            <a:off x="1216660" y="5502910"/>
            <a:ext cx="0" cy="233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452">
            <a:extLst>
              <a:ext uri="{FF2B5EF4-FFF2-40B4-BE49-F238E27FC236}">
                <a16:creationId xmlns:a16="http://schemas.microsoft.com/office/drawing/2014/main" id="{D49C9FE7-868E-4D97-8A8B-B066BDECD0F3}"/>
              </a:ext>
            </a:extLst>
          </p:cNvPr>
          <p:cNvCxnSpPr>
            <a:cxnSpLocks/>
          </p:cNvCxnSpPr>
          <p:nvPr/>
        </p:nvCxnSpPr>
        <p:spPr>
          <a:xfrm flipV="1">
            <a:off x="775653" y="377571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8AA5CBFE-9FA4-4720-BA58-59F137149D12}"/>
              </a:ext>
            </a:extLst>
          </p:cNvPr>
          <p:cNvCxnSpPr>
            <a:cxnSpLocks/>
          </p:cNvCxnSpPr>
          <p:nvPr/>
        </p:nvCxnSpPr>
        <p:spPr>
          <a:xfrm flipV="1">
            <a:off x="775970" y="2667000"/>
            <a:ext cx="252730" cy="1003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Connector 452">
            <a:extLst>
              <a:ext uri="{FF2B5EF4-FFF2-40B4-BE49-F238E27FC236}">
                <a16:creationId xmlns:a16="http://schemas.microsoft.com/office/drawing/2014/main" id="{807EBF83-64BB-4F6E-A8EB-F8548DB88A3E}"/>
              </a:ext>
            </a:extLst>
          </p:cNvPr>
          <p:cNvCxnSpPr>
            <a:cxnSpLocks/>
          </p:cNvCxnSpPr>
          <p:nvPr/>
        </p:nvCxnSpPr>
        <p:spPr>
          <a:xfrm flipV="1">
            <a:off x="762000" y="259334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452">
            <a:extLst>
              <a:ext uri="{FF2B5EF4-FFF2-40B4-BE49-F238E27FC236}">
                <a16:creationId xmlns:a16="http://schemas.microsoft.com/office/drawing/2014/main" id="{2DE8C425-5268-42A3-993E-995A4A511851}"/>
              </a:ext>
            </a:extLst>
          </p:cNvPr>
          <p:cNvCxnSpPr>
            <a:cxnSpLocks/>
          </p:cNvCxnSpPr>
          <p:nvPr/>
        </p:nvCxnSpPr>
        <p:spPr>
          <a:xfrm>
            <a:off x="534670" y="2506980"/>
            <a:ext cx="265430" cy="1155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452">
            <a:extLst>
              <a:ext uri="{FF2B5EF4-FFF2-40B4-BE49-F238E27FC236}">
                <a16:creationId xmlns:a16="http://schemas.microsoft.com/office/drawing/2014/main" id="{FF97BBA3-F61D-4EF7-AE55-A284EB7EBB82}"/>
              </a:ext>
            </a:extLst>
          </p:cNvPr>
          <p:cNvCxnSpPr>
            <a:cxnSpLocks/>
          </p:cNvCxnSpPr>
          <p:nvPr/>
        </p:nvCxnSpPr>
        <p:spPr>
          <a:xfrm flipV="1">
            <a:off x="547053" y="241046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452">
            <a:extLst>
              <a:ext uri="{FF2B5EF4-FFF2-40B4-BE49-F238E27FC236}">
                <a16:creationId xmlns:a16="http://schemas.microsoft.com/office/drawing/2014/main" id="{67342DEC-AA10-4C80-932A-A2D0AAB571BF}"/>
              </a:ext>
            </a:extLst>
          </p:cNvPr>
          <p:cNvCxnSpPr>
            <a:cxnSpLocks/>
          </p:cNvCxnSpPr>
          <p:nvPr/>
        </p:nvCxnSpPr>
        <p:spPr>
          <a:xfrm flipV="1">
            <a:off x="1977073" y="294132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452">
            <a:extLst>
              <a:ext uri="{FF2B5EF4-FFF2-40B4-BE49-F238E27FC236}">
                <a16:creationId xmlns:a16="http://schemas.microsoft.com/office/drawing/2014/main" id="{915F06EB-3B51-452E-8728-7CB9DA6B7048}"/>
              </a:ext>
            </a:extLst>
          </p:cNvPr>
          <p:cNvCxnSpPr>
            <a:cxnSpLocks/>
          </p:cNvCxnSpPr>
          <p:nvPr/>
        </p:nvCxnSpPr>
        <p:spPr>
          <a:xfrm flipH="1">
            <a:off x="2203450" y="4794250"/>
            <a:ext cx="469900" cy="1714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" name="Straight Connector 452">
            <a:extLst>
              <a:ext uri="{FF2B5EF4-FFF2-40B4-BE49-F238E27FC236}">
                <a16:creationId xmlns:a16="http://schemas.microsoft.com/office/drawing/2014/main" id="{F98BB5CF-D12F-4A1A-A0D7-DE75CE1D3ABF}"/>
              </a:ext>
            </a:extLst>
          </p:cNvPr>
          <p:cNvCxnSpPr>
            <a:cxnSpLocks/>
          </p:cNvCxnSpPr>
          <p:nvPr/>
        </p:nvCxnSpPr>
        <p:spPr>
          <a:xfrm>
            <a:off x="4288790" y="3053080"/>
            <a:ext cx="740410" cy="248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6830AEAC-99E6-4ABF-8D4D-44D1A2571AE0}"/>
              </a:ext>
            </a:extLst>
          </p:cNvPr>
          <p:cNvCxnSpPr>
            <a:cxnSpLocks/>
          </p:cNvCxnSpPr>
          <p:nvPr/>
        </p:nvCxnSpPr>
        <p:spPr>
          <a:xfrm flipV="1">
            <a:off x="4991100" y="2794000"/>
            <a:ext cx="1454150" cy="5207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637A04C0-FBFB-459D-81B9-5E673FA74DAF}"/>
              </a:ext>
            </a:extLst>
          </p:cNvPr>
          <p:cNvCxnSpPr>
            <a:cxnSpLocks/>
          </p:cNvCxnSpPr>
          <p:nvPr/>
        </p:nvCxnSpPr>
        <p:spPr>
          <a:xfrm flipV="1">
            <a:off x="1263650" y="4333240"/>
            <a:ext cx="207010" cy="990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452">
            <a:extLst>
              <a:ext uri="{FF2B5EF4-FFF2-40B4-BE49-F238E27FC236}">
                <a16:creationId xmlns:a16="http://schemas.microsoft.com/office/drawing/2014/main" id="{7D657815-E29B-4F5F-BA35-90D8374BE6D2}"/>
              </a:ext>
            </a:extLst>
          </p:cNvPr>
          <p:cNvCxnSpPr>
            <a:cxnSpLocks/>
          </p:cNvCxnSpPr>
          <p:nvPr/>
        </p:nvCxnSpPr>
        <p:spPr>
          <a:xfrm flipV="1">
            <a:off x="1013460" y="3813810"/>
            <a:ext cx="0" cy="3454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452">
            <a:extLst>
              <a:ext uri="{FF2B5EF4-FFF2-40B4-BE49-F238E27FC236}">
                <a16:creationId xmlns:a16="http://schemas.microsoft.com/office/drawing/2014/main" id="{E5A33E9E-D984-431B-8ABC-CE0565E5A068}"/>
              </a:ext>
            </a:extLst>
          </p:cNvPr>
          <p:cNvCxnSpPr>
            <a:cxnSpLocks/>
          </p:cNvCxnSpPr>
          <p:nvPr/>
        </p:nvCxnSpPr>
        <p:spPr>
          <a:xfrm flipV="1">
            <a:off x="1007110" y="4330700"/>
            <a:ext cx="0" cy="2095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Connector 452">
            <a:extLst>
              <a:ext uri="{FF2B5EF4-FFF2-40B4-BE49-F238E27FC236}">
                <a16:creationId xmlns:a16="http://schemas.microsoft.com/office/drawing/2014/main" id="{752A84C8-C3BD-4C55-85C5-50FF8DE1E260}"/>
              </a:ext>
            </a:extLst>
          </p:cNvPr>
          <p:cNvCxnSpPr>
            <a:cxnSpLocks/>
          </p:cNvCxnSpPr>
          <p:nvPr/>
        </p:nvCxnSpPr>
        <p:spPr>
          <a:xfrm flipV="1">
            <a:off x="1955800" y="5810250"/>
            <a:ext cx="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452">
            <a:extLst>
              <a:ext uri="{FF2B5EF4-FFF2-40B4-BE49-F238E27FC236}">
                <a16:creationId xmlns:a16="http://schemas.microsoft.com/office/drawing/2014/main" id="{C567393E-A3B4-4F02-B4FE-88B4DB79CFF9}"/>
              </a:ext>
            </a:extLst>
          </p:cNvPr>
          <p:cNvCxnSpPr>
            <a:cxnSpLocks/>
          </p:cNvCxnSpPr>
          <p:nvPr/>
        </p:nvCxnSpPr>
        <p:spPr>
          <a:xfrm flipV="1">
            <a:off x="3151823" y="596138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452">
            <a:extLst>
              <a:ext uri="{FF2B5EF4-FFF2-40B4-BE49-F238E27FC236}">
                <a16:creationId xmlns:a16="http://schemas.microsoft.com/office/drawing/2014/main" id="{BAA900D7-66AD-4433-948D-8ACF571C58C8}"/>
              </a:ext>
            </a:extLst>
          </p:cNvPr>
          <p:cNvCxnSpPr>
            <a:cxnSpLocks/>
          </p:cNvCxnSpPr>
          <p:nvPr/>
        </p:nvCxnSpPr>
        <p:spPr>
          <a:xfrm flipH="1">
            <a:off x="1250950" y="8642350"/>
            <a:ext cx="469900" cy="21590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452">
            <a:extLst>
              <a:ext uri="{FF2B5EF4-FFF2-40B4-BE49-F238E27FC236}">
                <a16:creationId xmlns:a16="http://schemas.microsoft.com/office/drawing/2014/main" id="{FCD747ED-8F8B-4AC4-9D37-DC49ECCDD7A9}"/>
              </a:ext>
            </a:extLst>
          </p:cNvPr>
          <p:cNvCxnSpPr>
            <a:cxnSpLocks/>
          </p:cNvCxnSpPr>
          <p:nvPr/>
        </p:nvCxnSpPr>
        <p:spPr>
          <a:xfrm>
            <a:off x="1742440" y="573024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452">
            <a:extLst>
              <a:ext uri="{FF2B5EF4-FFF2-40B4-BE49-F238E27FC236}">
                <a16:creationId xmlns:a16="http://schemas.microsoft.com/office/drawing/2014/main" id="{86FDE0AA-B5BE-4AD9-81E5-B61CA00D2572}"/>
              </a:ext>
            </a:extLst>
          </p:cNvPr>
          <p:cNvCxnSpPr>
            <a:cxnSpLocks/>
          </p:cNvCxnSpPr>
          <p:nvPr/>
        </p:nvCxnSpPr>
        <p:spPr>
          <a:xfrm flipV="1">
            <a:off x="1723390" y="5713730"/>
            <a:ext cx="0" cy="2171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452">
            <a:extLst>
              <a:ext uri="{FF2B5EF4-FFF2-40B4-BE49-F238E27FC236}">
                <a16:creationId xmlns:a16="http://schemas.microsoft.com/office/drawing/2014/main" id="{609FE900-13FB-473F-8EC7-08A234733FBF}"/>
              </a:ext>
            </a:extLst>
          </p:cNvPr>
          <p:cNvCxnSpPr>
            <a:cxnSpLocks/>
          </p:cNvCxnSpPr>
          <p:nvPr/>
        </p:nvCxnSpPr>
        <p:spPr>
          <a:xfrm flipV="1">
            <a:off x="1475423" y="589153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452">
            <a:extLst>
              <a:ext uri="{FF2B5EF4-FFF2-40B4-BE49-F238E27FC236}">
                <a16:creationId xmlns:a16="http://schemas.microsoft.com/office/drawing/2014/main" id="{5715CFB1-2B5E-450B-ACE3-E9C2381DA677}"/>
              </a:ext>
            </a:extLst>
          </p:cNvPr>
          <p:cNvCxnSpPr>
            <a:cxnSpLocks/>
          </p:cNvCxnSpPr>
          <p:nvPr/>
        </p:nvCxnSpPr>
        <p:spPr>
          <a:xfrm>
            <a:off x="1493520" y="450723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452">
            <a:extLst>
              <a:ext uri="{FF2B5EF4-FFF2-40B4-BE49-F238E27FC236}">
                <a16:creationId xmlns:a16="http://schemas.microsoft.com/office/drawing/2014/main" id="{67C7B991-102C-406F-A5A4-73E53C6B7B05}"/>
              </a:ext>
            </a:extLst>
          </p:cNvPr>
          <p:cNvCxnSpPr>
            <a:cxnSpLocks/>
          </p:cNvCxnSpPr>
          <p:nvPr/>
        </p:nvCxnSpPr>
        <p:spPr>
          <a:xfrm flipV="1">
            <a:off x="1493520" y="4330700"/>
            <a:ext cx="0" cy="146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452">
            <a:extLst>
              <a:ext uri="{FF2B5EF4-FFF2-40B4-BE49-F238E27FC236}">
                <a16:creationId xmlns:a16="http://schemas.microsoft.com/office/drawing/2014/main" id="{054F0710-9F63-409D-A384-60BDA2D6C4D5}"/>
              </a:ext>
            </a:extLst>
          </p:cNvPr>
          <p:cNvCxnSpPr>
            <a:cxnSpLocks/>
          </p:cNvCxnSpPr>
          <p:nvPr/>
        </p:nvCxnSpPr>
        <p:spPr>
          <a:xfrm>
            <a:off x="1499870" y="488188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452">
            <a:extLst>
              <a:ext uri="{FF2B5EF4-FFF2-40B4-BE49-F238E27FC236}">
                <a16:creationId xmlns:a16="http://schemas.microsoft.com/office/drawing/2014/main" id="{827FE4EB-7A01-4D8E-9E70-421E86F38409}"/>
              </a:ext>
            </a:extLst>
          </p:cNvPr>
          <p:cNvCxnSpPr>
            <a:cxnSpLocks/>
          </p:cNvCxnSpPr>
          <p:nvPr/>
        </p:nvCxnSpPr>
        <p:spPr>
          <a:xfrm flipV="1">
            <a:off x="1454150" y="49898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452">
            <a:extLst>
              <a:ext uri="{FF2B5EF4-FFF2-40B4-BE49-F238E27FC236}">
                <a16:creationId xmlns:a16="http://schemas.microsoft.com/office/drawing/2014/main" id="{16C6266F-61B0-4E7A-A04D-96270C6EC4BC}"/>
              </a:ext>
            </a:extLst>
          </p:cNvPr>
          <p:cNvCxnSpPr>
            <a:cxnSpLocks/>
          </p:cNvCxnSpPr>
          <p:nvPr/>
        </p:nvCxnSpPr>
        <p:spPr>
          <a:xfrm>
            <a:off x="1445260" y="510540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452">
            <a:extLst>
              <a:ext uri="{FF2B5EF4-FFF2-40B4-BE49-F238E27FC236}">
                <a16:creationId xmlns:a16="http://schemas.microsoft.com/office/drawing/2014/main" id="{13D8D7C6-0B91-4D6A-93BD-B9F6489FBA84}"/>
              </a:ext>
            </a:extLst>
          </p:cNvPr>
          <p:cNvCxnSpPr>
            <a:cxnSpLocks/>
          </p:cNvCxnSpPr>
          <p:nvPr/>
        </p:nvCxnSpPr>
        <p:spPr>
          <a:xfrm flipV="1">
            <a:off x="1447800" y="51676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452">
            <a:extLst>
              <a:ext uri="{FF2B5EF4-FFF2-40B4-BE49-F238E27FC236}">
                <a16:creationId xmlns:a16="http://schemas.microsoft.com/office/drawing/2014/main" id="{F41624CE-2FC5-4CBC-9C6A-4AC8669FD291}"/>
              </a:ext>
            </a:extLst>
          </p:cNvPr>
          <p:cNvCxnSpPr>
            <a:cxnSpLocks/>
          </p:cNvCxnSpPr>
          <p:nvPr/>
        </p:nvCxnSpPr>
        <p:spPr>
          <a:xfrm>
            <a:off x="1678940" y="5157470"/>
            <a:ext cx="51816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452">
            <a:extLst>
              <a:ext uri="{FF2B5EF4-FFF2-40B4-BE49-F238E27FC236}">
                <a16:creationId xmlns:a16="http://schemas.microsoft.com/office/drawing/2014/main" id="{912F4C00-EC76-4FDB-ABEE-CB2054C7A090}"/>
              </a:ext>
            </a:extLst>
          </p:cNvPr>
          <p:cNvCxnSpPr>
            <a:cxnSpLocks/>
          </p:cNvCxnSpPr>
          <p:nvPr/>
        </p:nvCxnSpPr>
        <p:spPr>
          <a:xfrm flipV="1">
            <a:off x="2213610" y="5349240"/>
            <a:ext cx="0" cy="1816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452">
            <a:extLst>
              <a:ext uri="{FF2B5EF4-FFF2-40B4-BE49-F238E27FC236}">
                <a16:creationId xmlns:a16="http://schemas.microsoft.com/office/drawing/2014/main" id="{01AAF733-370D-4259-9EA9-7819EBE05581}"/>
              </a:ext>
            </a:extLst>
          </p:cNvPr>
          <p:cNvCxnSpPr>
            <a:cxnSpLocks/>
          </p:cNvCxnSpPr>
          <p:nvPr/>
        </p:nvCxnSpPr>
        <p:spPr>
          <a:xfrm>
            <a:off x="807720" y="24206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452">
            <a:extLst>
              <a:ext uri="{FF2B5EF4-FFF2-40B4-BE49-F238E27FC236}">
                <a16:creationId xmlns:a16="http://schemas.microsoft.com/office/drawing/2014/main" id="{7D3BD7BD-967F-4C6B-B7C1-834AD3E9B0D2}"/>
              </a:ext>
            </a:extLst>
          </p:cNvPr>
          <p:cNvCxnSpPr>
            <a:cxnSpLocks/>
          </p:cNvCxnSpPr>
          <p:nvPr/>
        </p:nvCxnSpPr>
        <p:spPr>
          <a:xfrm>
            <a:off x="1019810" y="2319020"/>
            <a:ext cx="0" cy="20193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452">
            <a:extLst>
              <a:ext uri="{FF2B5EF4-FFF2-40B4-BE49-F238E27FC236}">
                <a16:creationId xmlns:a16="http://schemas.microsoft.com/office/drawing/2014/main" id="{16F24BAF-73D2-462A-8A26-F8D437E50F75}"/>
              </a:ext>
            </a:extLst>
          </p:cNvPr>
          <p:cNvCxnSpPr>
            <a:cxnSpLocks/>
          </p:cNvCxnSpPr>
          <p:nvPr/>
        </p:nvCxnSpPr>
        <p:spPr>
          <a:xfrm flipV="1">
            <a:off x="1479550" y="24028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F2CDC855-4B0C-4B59-B1E2-C81B56403D95}"/>
              </a:ext>
            </a:extLst>
          </p:cNvPr>
          <p:cNvCxnSpPr>
            <a:cxnSpLocks/>
          </p:cNvCxnSpPr>
          <p:nvPr/>
        </p:nvCxnSpPr>
        <p:spPr>
          <a:xfrm>
            <a:off x="1512570" y="249047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452">
            <a:extLst>
              <a:ext uri="{FF2B5EF4-FFF2-40B4-BE49-F238E27FC236}">
                <a16:creationId xmlns:a16="http://schemas.microsoft.com/office/drawing/2014/main" id="{CD5B4984-0F15-40C9-AA63-57D6FF22C6B5}"/>
              </a:ext>
            </a:extLst>
          </p:cNvPr>
          <p:cNvCxnSpPr>
            <a:cxnSpLocks/>
          </p:cNvCxnSpPr>
          <p:nvPr/>
        </p:nvCxnSpPr>
        <p:spPr>
          <a:xfrm>
            <a:off x="1049020" y="2141220"/>
            <a:ext cx="218440" cy="863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AA56DB20-87EA-48B4-AC93-06E537FB77DD}"/>
              </a:ext>
            </a:extLst>
          </p:cNvPr>
          <p:cNvCxnSpPr>
            <a:cxnSpLocks/>
          </p:cNvCxnSpPr>
          <p:nvPr/>
        </p:nvCxnSpPr>
        <p:spPr>
          <a:xfrm flipV="1">
            <a:off x="1258570" y="208661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452">
            <a:extLst>
              <a:ext uri="{FF2B5EF4-FFF2-40B4-BE49-F238E27FC236}">
                <a16:creationId xmlns:a16="http://schemas.microsoft.com/office/drawing/2014/main" id="{B887E5B9-7D15-4EF0-9C27-37B533321F8C}"/>
              </a:ext>
            </a:extLst>
          </p:cNvPr>
          <p:cNvCxnSpPr>
            <a:cxnSpLocks/>
          </p:cNvCxnSpPr>
          <p:nvPr/>
        </p:nvCxnSpPr>
        <p:spPr>
          <a:xfrm flipV="1">
            <a:off x="1257300" y="1958340"/>
            <a:ext cx="219710" cy="800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452">
            <a:extLst>
              <a:ext uri="{FF2B5EF4-FFF2-40B4-BE49-F238E27FC236}">
                <a16:creationId xmlns:a16="http://schemas.microsoft.com/office/drawing/2014/main" id="{4AD2E9DA-D94E-49D0-9A60-53B35F8E03CD}"/>
              </a:ext>
            </a:extLst>
          </p:cNvPr>
          <p:cNvCxnSpPr>
            <a:cxnSpLocks/>
          </p:cNvCxnSpPr>
          <p:nvPr/>
        </p:nvCxnSpPr>
        <p:spPr>
          <a:xfrm flipV="1">
            <a:off x="1026160" y="3009900"/>
            <a:ext cx="485140" cy="204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452">
            <a:extLst>
              <a:ext uri="{FF2B5EF4-FFF2-40B4-BE49-F238E27FC236}">
                <a16:creationId xmlns:a16="http://schemas.microsoft.com/office/drawing/2014/main" id="{46959510-87BB-44D4-ABCA-40DA0D7E8C67}"/>
              </a:ext>
            </a:extLst>
          </p:cNvPr>
          <p:cNvCxnSpPr>
            <a:cxnSpLocks/>
          </p:cNvCxnSpPr>
          <p:nvPr/>
        </p:nvCxnSpPr>
        <p:spPr>
          <a:xfrm>
            <a:off x="1277620" y="2964180"/>
            <a:ext cx="240030" cy="647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452">
            <a:extLst>
              <a:ext uri="{FF2B5EF4-FFF2-40B4-BE49-F238E27FC236}">
                <a16:creationId xmlns:a16="http://schemas.microsoft.com/office/drawing/2014/main" id="{3CE309F7-58FC-498B-8D41-42D55B665F4C}"/>
              </a:ext>
            </a:extLst>
          </p:cNvPr>
          <p:cNvCxnSpPr>
            <a:cxnSpLocks/>
          </p:cNvCxnSpPr>
          <p:nvPr/>
        </p:nvCxnSpPr>
        <p:spPr>
          <a:xfrm flipV="1">
            <a:off x="1022350" y="29324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452">
            <a:extLst>
              <a:ext uri="{FF2B5EF4-FFF2-40B4-BE49-F238E27FC236}">
                <a16:creationId xmlns:a16="http://schemas.microsoft.com/office/drawing/2014/main" id="{0B22AD0C-BCB7-49F7-BB6C-C0A19E651FDA}"/>
              </a:ext>
            </a:extLst>
          </p:cNvPr>
          <p:cNvCxnSpPr>
            <a:cxnSpLocks/>
          </p:cNvCxnSpPr>
          <p:nvPr/>
        </p:nvCxnSpPr>
        <p:spPr>
          <a:xfrm>
            <a:off x="1019810" y="2851150"/>
            <a:ext cx="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E99EA97E-2C62-4659-9C62-F9B9B5659FE1}"/>
              </a:ext>
            </a:extLst>
          </p:cNvPr>
          <p:cNvCxnSpPr>
            <a:cxnSpLocks/>
          </p:cNvCxnSpPr>
          <p:nvPr/>
        </p:nvCxnSpPr>
        <p:spPr>
          <a:xfrm flipV="1">
            <a:off x="1028700" y="274828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83668CA0-1B04-4233-84D1-795FD73D1513}"/>
              </a:ext>
            </a:extLst>
          </p:cNvPr>
          <p:cNvCxnSpPr>
            <a:cxnSpLocks/>
          </p:cNvCxnSpPr>
          <p:nvPr/>
        </p:nvCxnSpPr>
        <p:spPr>
          <a:xfrm>
            <a:off x="1010920" y="2665730"/>
            <a:ext cx="24638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DCDDD889-0E52-4569-9F74-11700ADFC4B2}"/>
              </a:ext>
            </a:extLst>
          </p:cNvPr>
          <p:cNvCxnSpPr>
            <a:cxnSpLocks/>
          </p:cNvCxnSpPr>
          <p:nvPr/>
        </p:nvCxnSpPr>
        <p:spPr>
          <a:xfrm flipV="1">
            <a:off x="1028700" y="4050030"/>
            <a:ext cx="23241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A8C2A2BE-D248-47B8-91EE-989E2707803F}"/>
              </a:ext>
            </a:extLst>
          </p:cNvPr>
          <p:cNvCxnSpPr>
            <a:cxnSpLocks/>
          </p:cNvCxnSpPr>
          <p:nvPr/>
        </p:nvCxnSpPr>
        <p:spPr>
          <a:xfrm flipV="1">
            <a:off x="1261110" y="4022090"/>
            <a:ext cx="0" cy="4229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452">
            <a:extLst>
              <a:ext uri="{FF2B5EF4-FFF2-40B4-BE49-F238E27FC236}">
                <a16:creationId xmlns:a16="http://schemas.microsoft.com/office/drawing/2014/main" id="{E0E40C51-7E4B-4BA2-9C29-465D566E362F}"/>
              </a:ext>
            </a:extLst>
          </p:cNvPr>
          <p:cNvCxnSpPr>
            <a:cxnSpLocks/>
          </p:cNvCxnSpPr>
          <p:nvPr/>
        </p:nvCxnSpPr>
        <p:spPr>
          <a:xfrm flipV="1">
            <a:off x="1731010" y="4583430"/>
            <a:ext cx="0" cy="1917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452">
            <a:extLst>
              <a:ext uri="{FF2B5EF4-FFF2-40B4-BE49-F238E27FC236}">
                <a16:creationId xmlns:a16="http://schemas.microsoft.com/office/drawing/2014/main" id="{577DB2EA-B623-43B0-B894-653AB75B6E11}"/>
              </a:ext>
            </a:extLst>
          </p:cNvPr>
          <p:cNvCxnSpPr>
            <a:cxnSpLocks/>
          </p:cNvCxnSpPr>
          <p:nvPr/>
        </p:nvCxnSpPr>
        <p:spPr>
          <a:xfrm>
            <a:off x="2222500" y="3689350"/>
            <a:ext cx="435610" cy="1778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452">
            <a:extLst>
              <a:ext uri="{FF2B5EF4-FFF2-40B4-BE49-F238E27FC236}">
                <a16:creationId xmlns:a16="http://schemas.microsoft.com/office/drawing/2014/main" id="{5458E992-8848-4F68-8B1A-8A5EFD151507}"/>
              </a:ext>
            </a:extLst>
          </p:cNvPr>
          <p:cNvCxnSpPr>
            <a:cxnSpLocks/>
          </p:cNvCxnSpPr>
          <p:nvPr/>
        </p:nvCxnSpPr>
        <p:spPr>
          <a:xfrm flipV="1">
            <a:off x="1720850" y="3681730"/>
            <a:ext cx="500380" cy="2044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452">
            <a:extLst>
              <a:ext uri="{FF2B5EF4-FFF2-40B4-BE49-F238E27FC236}">
                <a16:creationId xmlns:a16="http://schemas.microsoft.com/office/drawing/2014/main" id="{68603655-328F-4ECA-AE28-8B7FC956BE0D}"/>
              </a:ext>
            </a:extLst>
          </p:cNvPr>
          <p:cNvCxnSpPr>
            <a:cxnSpLocks/>
          </p:cNvCxnSpPr>
          <p:nvPr/>
        </p:nvCxnSpPr>
        <p:spPr>
          <a:xfrm>
            <a:off x="1009650" y="3600450"/>
            <a:ext cx="734060" cy="2857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452">
            <a:extLst>
              <a:ext uri="{FF2B5EF4-FFF2-40B4-BE49-F238E27FC236}">
                <a16:creationId xmlns:a16="http://schemas.microsoft.com/office/drawing/2014/main" id="{8C8FD28C-72A5-4121-814A-6BE15B39AA02}"/>
              </a:ext>
            </a:extLst>
          </p:cNvPr>
          <p:cNvCxnSpPr>
            <a:cxnSpLocks/>
          </p:cNvCxnSpPr>
          <p:nvPr/>
        </p:nvCxnSpPr>
        <p:spPr>
          <a:xfrm flipV="1">
            <a:off x="1978343" y="33045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EB197AD2-BDE8-4C3A-9360-F69BDDF9ACCE}"/>
              </a:ext>
            </a:extLst>
          </p:cNvPr>
          <p:cNvCxnSpPr>
            <a:cxnSpLocks/>
          </p:cNvCxnSpPr>
          <p:nvPr/>
        </p:nvCxnSpPr>
        <p:spPr>
          <a:xfrm>
            <a:off x="1701800" y="3308350"/>
            <a:ext cx="28575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F1833998-D722-4FC9-A070-B439AD06F00E}"/>
              </a:ext>
            </a:extLst>
          </p:cNvPr>
          <p:cNvCxnSpPr>
            <a:cxnSpLocks/>
          </p:cNvCxnSpPr>
          <p:nvPr/>
        </p:nvCxnSpPr>
        <p:spPr>
          <a:xfrm flipV="1">
            <a:off x="1476693" y="33108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452">
            <a:extLst>
              <a:ext uri="{FF2B5EF4-FFF2-40B4-BE49-F238E27FC236}">
                <a16:creationId xmlns:a16="http://schemas.microsoft.com/office/drawing/2014/main" id="{1086ABB0-52C0-4F1A-AD9A-AA9A9EAD9EA9}"/>
              </a:ext>
            </a:extLst>
          </p:cNvPr>
          <p:cNvCxnSpPr>
            <a:cxnSpLocks/>
          </p:cNvCxnSpPr>
          <p:nvPr/>
        </p:nvCxnSpPr>
        <p:spPr>
          <a:xfrm>
            <a:off x="1258570" y="33248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452">
            <a:extLst>
              <a:ext uri="{FF2B5EF4-FFF2-40B4-BE49-F238E27FC236}">
                <a16:creationId xmlns:a16="http://schemas.microsoft.com/office/drawing/2014/main" id="{D75C29D8-BDF4-4055-8142-11081EEF4A28}"/>
              </a:ext>
            </a:extLst>
          </p:cNvPr>
          <p:cNvCxnSpPr>
            <a:cxnSpLocks/>
          </p:cNvCxnSpPr>
          <p:nvPr/>
        </p:nvCxnSpPr>
        <p:spPr>
          <a:xfrm>
            <a:off x="1245870" y="33312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452">
            <a:extLst>
              <a:ext uri="{FF2B5EF4-FFF2-40B4-BE49-F238E27FC236}">
                <a16:creationId xmlns:a16="http://schemas.microsoft.com/office/drawing/2014/main" id="{0EEE3F18-6FCC-4AC8-98AB-111C913267D3}"/>
              </a:ext>
            </a:extLst>
          </p:cNvPr>
          <p:cNvCxnSpPr>
            <a:cxnSpLocks/>
          </p:cNvCxnSpPr>
          <p:nvPr/>
        </p:nvCxnSpPr>
        <p:spPr>
          <a:xfrm>
            <a:off x="1277620" y="351536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0FD8DB66-695C-4671-A103-7C0CFEFE3054}"/>
              </a:ext>
            </a:extLst>
          </p:cNvPr>
          <p:cNvCxnSpPr>
            <a:cxnSpLocks/>
          </p:cNvCxnSpPr>
          <p:nvPr/>
        </p:nvCxnSpPr>
        <p:spPr>
          <a:xfrm flipV="1">
            <a:off x="1495743" y="349504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452">
            <a:extLst>
              <a:ext uri="{FF2B5EF4-FFF2-40B4-BE49-F238E27FC236}">
                <a16:creationId xmlns:a16="http://schemas.microsoft.com/office/drawing/2014/main" id="{4AEC0111-5A75-47F5-9945-328882DB6548}"/>
              </a:ext>
            </a:extLst>
          </p:cNvPr>
          <p:cNvCxnSpPr>
            <a:cxnSpLocks/>
          </p:cNvCxnSpPr>
          <p:nvPr/>
        </p:nvCxnSpPr>
        <p:spPr>
          <a:xfrm>
            <a:off x="1722120" y="34836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D121CF97-738A-43A0-8FE0-761F0D9C9E5A}"/>
              </a:ext>
            </a:extLst>
          </p:cNvPr>
          <p:cNvCxnSpPr>
            <a:cxnSpLocks/>
          </p:cNvCxnSpPr>
          <p:nvPr/>
        </p:nvCxnSpPr>
        <p:spPr>
          <a:xfrm flipV="1">
            <a:off x="1711643" y="3511550"/>
            <a:ext cx="504507" cy="207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9D51E00C-3D94-4505-9FCC-3D30FB4F9715}"/>
              </a:ext>
            </a:extLst>
          </p:cNvPr>
          <p:cNvCxnSpPr>
            <a:cxnSpLocks/>
          </p:cNvCxnSpPr>
          <p:nvPr/>
        </p:nvCxnSpPr>
        <p:spPr>
          <a:xfrm>
            <a:off x="2197100" y="3511550"/>
            <a:ext cx="28575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452">
            <a:extLst>
              <a:ext uri="{FF2B5EF4-FFF2-40B4-BE49-F238E27FC236}">
                <a16:creationId xmlns:a16="http://schemas.microsoft.com/office/drawing/2014/main" id="{B3E9ACB5-1B82-4853-A353-97AC3C14B38C}"/>
              </a:ext>
            </a:extLst>
          </p:cNvPr>
          <p:cNvCxnSpPr>
            <a:cxnSpLocks/>
          </p:cNvCxnSpPr>
          <p:nvPr/>
        </p:nvCxnSpPr>
        <p:spPr>
          <a:xfrm flipV="1">
            <a:off x="2451100" y="3238500"/>
            <a:ext cx="0" cy="400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3308C2C6-6F87-4E18-BB4D-637074D917AC}"/>
              </a:ext>
            </a:extLst>
          </p:cNvPr>
          <p:cNvCxnSpPr>
            <a:cxnSpLocks/>
          </p:cNvCxnSpPr>
          <p:nvPr/>
        </p:nvCxnSpPr>
        <p:spPr>
          <a:xfrm>
            <a:off x="2406650" y="3225800"/>
            <a:ext cx="247650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5CCDF559-C5D9-4280-8E59-D1190439742F}"/>
              </a:ext>
            </a:extLst>
          </p:cNvPr>
          <p:cNvCxnSpPr>
            <a:cxnSpLocks/>
          </p:cNvCxnSpPr>
          <p:nvPr/>
        </p:nvCxnSpPr>
        <p:spPr>
          <a:xfrm flipV="1">
            <a:off x="2672080" y="3131820"/>
            <a:ext cx="0" cy="193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384A0FAF-6819-4C43-A741-B57F8C3ACAAE}"/>
              </a:ext>
            </a:extLst>
          </p:cNvPr>
          <p:cNvCxnSpPr>
            <a:cxnSpLocks/>
          </p:cNvCxnSpPr>
          <p:nvPr/>
        </p:nvCxnSpPr>
        <p:spPr>
          <a:xfrm>
            <a:off x="2471420" y="3064510"/>
            <a:ext cx="227330" cy="97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B822D18D-F91B-4BAB-9088-37F188B99F34}"/>
              </a:ext>
            </a:extLst>
          </p:cNvPr>
          <p:cNvCxnSpPr>
            <a:cxnSpLocks/>
          </p:cNvCxnSpPr>
          <p:nvPr/>
        </p:nvCxnSpPr>
        <p:spPr>
          <a:xfrm flipV="1">
            <a:off x="2907030" y="3051810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FEE4962F-B5DC-47F4-B30C-76489F1AC211}"/>
              </a:ext>
            </a:extLst>
          </p:cNvPr>
          <p:cNvCxnSpPr>
            <a:cxnSpLocks/>
          </p:cNvCxnSpPr>
          <p:nvPr/>
        </p:nvCxnSpPr>
        <p:spPr>
          <a:xfrm flipV="1">
            <a:off x="2899093" y="3120390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452">
            <a:extLst>
              <a:ext uri="{FF2B5EF4-FFF2-40B4-BE49-F238E27FC236}">
                <a16:creationId xmlns:a16="http://schemas.microsoft.com/office/drawing/2014/main" id="{0B62C3AB-CDE6-4B99-B026-EE95E23F5350}"/>
              </a:ext>
            </a:extLst>
          </p:cNvPr>
          <p:cNvCxnSpPr>
            <a:cxnSpLocks/>
          </p:cNvCxnSpPr>
          <p:nvPr/>
        </p:nvCxnSpPr>
        <p:spPr>
          <a:xfrm flipH="1" flipV="1">
            <a:off x="1720850" y="9188451"/>
            <a:ext cx="228600" cy="10794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452">
            <a:extLst>
              <a:ext uri="{FF2B5EF4-FFF2-40B4-BE49-F238E27FC236}">
                <a16:creationId xmlns:a16="http://schemas.microsoft.com/office/drawing/2014/main" id="{90092A4B-334C-4019-ABD9-4ECFC6947148}"/>
              </a:ext>
            </a:extLst>
          </p:cNvPr>
          <p:cNvCxnSpPr>
            <a:cxnSpLocks/>
          </p:cNvCxnSpPr>
          <p:nvPr/>
        </p:nvCxnSpPr>
        <p:spPr>
          <a:xfrm flipV="1">
            <a:off x="1738314" y="8693150"/>
            <a:ext cx="0" cy="53975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452">
            <a:extLst>
              <a:ext uri="{FF2B5EF4-FFF2-40B4-BE49-F238E27FC236}">
                <a16:creationId xmlns:a16="http://schemas.microsoft.com/office/drawing/2014/main" id="{B76500AB-9A8A-4825-98DD-5E985D3F8545}"/>
              </a:ext>
            </a:extLst>
          </p:cNvPr>
          <p:cNvCxnSpPr>
            <a:cxnSpLocks/>
          </p:cNvCxnSpPr>
          <p:nvPr/>
        </p:nvCxnSpPr>
        <p:spPr>
          <a:xfrm flipV="1">
            <a:off x="1987550" y="9392920"/>
            <a:ext cx="213360" cy="106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2" cy="3394075"/>
            <a:chOff x="5009843" y="7275513"/>
            <a:chExt cx="2613332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4799" y="8407400"/>
              <a:ext cx="968376" cy="38576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699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68F1B989-D603-4142-BA16-14747A12A7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5349" y="811530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2D35025-E932-49D4-8D1E-7CE79D13AF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0299" y="8026400"/>
              <a:ext cx="444500" cy="1968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D06506D9-3443-4322-8D26-9434534AB51D}"/>
                </a:ext>
              </a:extLst>
            </p:cNvPr>
            <p:cNvCxnSpPr>
              <a:cxnSpLocks/>
            </p:cNvCxnSpPr>
            <p:nvPr/>
          </p:nvCxnSpPr>
          <p:spPr>
            <a:xfrm>
              <a:off x="6657661" y="8024813"/>
              <a:ext cx="0" cy="382587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F77E685C-4D38-4F0B-9EDE-A9C4412C425F}"/>
              </a:ext>
            </a:extLst>
          </p:cNvPr>
          <p:cNvCxnSpPr>
            <a:cxnSpLocks/>
          </p:cNvCxnSpPr>
          <p:nvPr/>
        </p:nvCxnSpPr>
        <p:spPr>
          <a:xfrm>
            <a:off x="6419851" y="7929563"/>
            <a:ext cx="0" cy="73183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452">
            <a:extLst>
              <a:ext uri="{FF2B5EF4-FFF2-40B4-BE49-F238E27FC236}">
                <a16:creationId xmlns:a16="http://schemas.microsoft.com/office/drawing/2014/main" id="{30A17DAA-3C87-4B74-B50F-281C073E3FF8}"/>
              </a:ext>
            </a:extLst>
          </p:cNvPr>
          <p:cNvCxnSpPr>
            <a:cxnSpLocks/>
          </p:cNvCxnSpPr>
          <p:nvPr/>
        </p:nvCxnSpPr>
        <p:spPr>
          <a:xfrm flipH="1">
            <a:off x="6443663" y="7634288"/>
            <a:ext cx="700088" cy="304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E0ABF6CC-AB7B-4AE6-A935-827C9B7542BB}"/>
              </a:ext>
            </a:extLst>
          </p:cNvPr>
          <p:cNvCxnSpPr>
            <a:cxnSpLocks/>
          </p:cNvCxnSpPr>
          <p:nvPr/>
        </p:nvCxnSpPr>
        <p:spPr>
          <a:xfrm flipH="1" flipV="1">
            <a:off x="7143752" y="7639052"/>
            <a:ext cx="695323" cy="27146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3B30D2E0-667F-4E96-AF0B-3F6FCC7CB2B9}"/>
              </a:ext>
            </a:extLst>
          </p:cNvPr>
          <p:cNvCxnSpPr>
            <a:cxnSpLocks/>
          </p:cNvCxnSpPr>
          <p:nvPr/>
        </p:nvCxnSpPr>
        <p:spPr>
          <a:xfrm flipH="1">
            <a:off x="7848603" y="7720013"/>
            <a:ext cx="495297" cy="20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DFD4F2EF-1EDF-44C7-A16E-D4BAA1FACC20}"/>
              </a:ext>
            </a:extLst>
          </p:cNvPr>
          <p:cNvCxnSpPr>
            <a:cxnSpLocks/>
          </p:cNvCxnSpPr>
          <p:nvPr/>
        </p:nvCxnSpPr>
        <p:spPr>
          <a:xfrm>
            <a:off x="8334376" y="7186613"/>
            <a:ext cx="1" cy="5334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47F76BB3-F143-436F-89C1-7422A74D0211}"/>
              </a:ext>
            </a:extLst>
          </p:cNvPr>
          <p:cNvCxnSpPr>
            <a:cxnSpLocks/>
          </p:cNvCxnSpPr>
          <p:nvPr/>
        </p:nvCxnSpPr>
        <p:spPr>
          <a:xfrm flipH="1">
            <a:off x="8329617" y="7077075"/>
            <a:ext cx="252409" cy="11906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2011E6C1-D40C-419C-AE9A-AE75BA11A3AA}"/>
              </a:ext>
            </a:extLst>
          </p:cNvPr>
          <p:cNvCxnSpPr>
            <a:cxnSpLocks/>
          </p:cNvCxnSpPr>
          <p:nvPr/>
        </p:nvCxnSpPr>
        <p:spPr>
          <a:xfrm flipH="1">
            <a:off x="9029700" y="6267450"/>
            <a:ext cx="1638301" cy="628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452">
            <a:extLst>
              <a:ext uri="{FF2B5EF4-FFF2-40B4-BE49-F238E27FC236}">
                <a16:creationId xmlns:a16="http://schemas.microsoft.com/office/drawing/2014/main" id="{5CC3436E-C78D-49D7-BC2B-A817487B9832}"/>
              </a:ext>
            </a:extLst>
          </p:cNvPr>
          <p:cNvCxnSpPr>
            <a:cxnSpLocks/>
          </p:cNvCxnSpPr>
          <p:nvPr/>
        </p:nvCxnSpPr>
        <p:spPr>
          <a:xfrm>
            <a:off x="10691818" y="5343525"/>
            <a:ext cx="0" cy="93345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452">
            <a:extLst>
              <a:ext uri="{FF2B5EF4-FFF2-40B4-BE49-F238E27FC236}">
                <a16:creationId xmlns:a16="http://schemas.microsoft.com/office/drawing/2014/main" id="{E2CB1247-69FA-4704-ADF4-5C756D633AAD}"/>
              </a:ext>
            </a:extLst>
          </p:cNvPr>
          <p:cNvCxnSpPr>
            <a:cxnSpLocks/>
          </p:cNvCxnSpPr>
          <p:nvPr/>
        </p:nvCxnSpPr>
        <p:spPr>
          <a:xfrm>
            <a:off x="9971093" y="6500813"/>
            <a:ext cx="0" cy="438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452">
            <a:extLst>
              <a:ext uri="{FF2B5EF4-FFF2-40B4-BE49-F238E27FC236}">
                <a16:creationId xmlns:a16="http://schemas.microsoft.com/office/drawing/2014/main" id="{3F5B2E2B-225D-4696-872C-A578E71C09C6}"/>
              </a:ext>
            </a:extLst>
          </p:cNvPr>
          <p:cNvCxnSpPr>
            <a:cxnSpLocks/>
          </p:cNvCxnSpPr>
          <p:nvPr/>
        </p:nvCxnSpPr>
        <p:spPr>
          <a:xfrm>
            <a:off x="10445750" y="7632700"/>
            <a:ext cx="958850" cy="368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452">
            <a:extLst>
              <a:ext uri="{FF2B5EF4-FFF2-40B4-BE49-F238E27FC236}">
                <a16:creationId xmlns:a16="http://schemas.microsoft.com/office/drawing/2014/main" id="{F030901D-3083-49CE-9B5E-598608866134}"/>
              </a:ext>
            </a:extLst>
          </p:cNvPr>
          <p:cNvCxnSpPr>
            <a:cxnSpLocks/>
          </p:cNvCxnSpPr>
          <p:nvPr/>
        </p:nvCxnSpPr>
        <p:spPr>
          <a:xfrm flipV="1">
            <a:off x="10439401" y="7996237"/>
            <a:ext cx="947737" cy="37147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452">
            <a:extLst>
              <a:ext uri="{FF2B5EF4-FFF2-40B4-BE49-F238E27FC236}">
                <a16:creationId xmlns:a16="http://schemas.microsoft.com/office/drawing/2014/main" id="{74191ED8-FE03-4E18-86E9-1DFB3BB0F5D1}"/>
              </a:ext>
            </a:extLst>
          </p:cNvPr>
          <p:cNvCxnSpPr>
            <a:cxnSpLocks/>
          </p:cNvCxnSpPr>
          <p:nvPr/>
        </p:nvCxnSpPr>
        <p:spPr>
          <a:xfrm>
            <a:off x="10439406" y="8377238"/>
            <a:ext cx="0" cy="3603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21C451B4-FCF5-465A-9CEB-821E173292A4}"/>
              </a:ext>
            </a:extLst>
          </p:cNvPr>
          <p:cNvCxnSpPr>
            <a:cxnSpLocks/>
          </p:cNvCxnSpPr>
          <p:nvPr/>
        </p:nvCxnSpPr>
        <p:spPr>
          <a:xfrm flipV="1">
            <a:off x="10175876" y="87264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95B54286-2E00-4B3F-9355-0D4CD041E214}"/>
              </a:ext>
            </a:extLst>
          </p:cNvPr>
          <p:cNvCxnSpPr>
            <a:cxnSpLocks/>
          </p:cNvCxnSpPr>
          <p:nvPr/>
        </p:nvCxnSpPr>
        <p:spPr>
          <a:xfrm>
            <a:off x="11372850" y="6343649"/>
            <a:ext cx="24765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452">
            <a:extLst>
              <a:ext uri="{FF2B5EF4-FFF2-40B4-BE49-F238E27FC236}">
                <a16:creationId xmlns:a16="http://schemas.microsoft.com/office/drawing/2014/main" id="{66273B6B-863A-47F7-803C-CEEBB08276D8}"/>
              </a:ext>
            </a:extLst>
          </p:cNvPr>
          <p:cNvCxnSpPr>
            <a:cxnSpLocks/>
          </p:cNvCxnSpPr>
          <p:nvPr/>
        </p:nvCxnSpPr>
        <p:spPr>
          <a:xfrm flipH="1">
            <a:off x="11620501" y="6338888"/>
            <a:ext cx="219076" cy="142876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C0AC8F37-E018-4125-82A2-EAFC6D114953}"/>
              </a:ext>
            </a:extLst>
          </p:cNvPr>
          <p:cNvCxnSpPr>
            <a:cxnSpLocks/>
          </p:cNvCxnSpPr>
          <p:nvPr/>
        </p:nvCxnSpPr>
        <p:spPr>
          <a:xfrm>
            <a:off x="11853864" y="6038850"/>
            <a:ext cx="0" cy="30003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52">
            <a:extLst>
              <a:ext uri="{FF2B5EF4-FFF2-40B4-BE49-F238E27FC236}">
                <a16:creationId xmlns:a16="http://schemas.microsoft.com/office/drawing/2014/main" id="{5F1A24D7-7E29-4FE1-956A-8CF34430A28B}"/>
              </a:ext>
            </a:extLst>
          </p:cNvPr>
          <p:cNvCxnSpPr>
            <a:cxnSpLocks/>
          </p:cNvCxnSpPr>
          <p:nvPr/>
        </p:nvCxnSpPr>
        <p:spPr>
          <a:xfrm>
            <a:off x="9982200" y="6927850"/>
            <a:ext cx="48260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B10152C8-7DCA-4EE4-A70F-2F44797459ED}"/>
              </a:ext>
            </a:extLst>
          </p:cNvPr>
          <p:cNvCxnSpPr>
            <a:cxnSpLocks/>
          </p:cNvCxnSpPr>
          <p:nvPr/>
        </p:nvCxnSpPr>
        <p:spPr>
          <a:xfrm>
            <a:off x="11628126" y="7931150"/>
            <a:ext cx="0" cy="546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1F6CA9C0-EC6D-455A-B711-CCDDB0753DA0}"/>
              </a:ext>
            </a:extLst>
          </p:cNvPr>
          <p:cNvCxnSpPr>
            <a:cxnSpLocks/>
          </p:cNvCxnSpPr>
          <p:nvPr/>
        </p:nvCxnSpPr>
        <p:spPr>
          <a:xfrm>
            <a:off x="11410950" y="7651750"/>
            <a:ext cx="471170" cy="1816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452">
            <a:extLst>
              <a:ext uri="{FF2B5EF4-FFF2-40B4-BE49-F238E27FC236}">
                <a16:creationId xmlns:a16="http://schemas.microsoft.com/office/drawing/2014/main" id="{8D3080E2-A056-4926-B0A4-94BBE7D9090B}"/>
              </a:ext>
            </a:extLst>
          </p:cNvPr>
          <p:cNvCxnSpPr>
            <a:cxnSpLocks/>
          </p:cNvCxnSpPr>
          <p:nvPr/>
        </p:nvCxnSpPr>
        <p:spPr>
          <a:xfrm>
            <a:off x="11404606" y="8731250"/>
            <a:ext cx="0" cy="374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9D70330F-A648-4185-8099-35CAD79A3863}"/>
              </a:ext>
            </a:extLst>
          </p:cNvPr>
          <p:cNvCxnSpPr>
            <a:cxnSpLocks/>
          </p:cNvCxnSpPr>
          <p:nvPr/>
        </p:nvCxnSpPr>
        <p:spPr>
          <a:xfrm flipV="1">
            <a:off x="10671176" y="947420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452">
            <a:extLst>
              <a:ext uri="{FF2B5EF4-FFF2-40B4-BE49-F238E27FC236}">
                <a16:creationId xmlns:a16="http://schemas.microsoft.com/office/drawing/2014/main" id="{001E08D9-82DF-44F4-A4F7-DBC111FF8154}"/>
              </a:ext>
            </a:extLst>
          </p:cNvPr>
          <p:cNvCxnSpPr>
            <a:cxnSpLocks/>
          </p:cNvCxnSpPr>
          <p:nvPr/>
        </p:nvCxnSpPr>
        <p:spPr>
          <a:xfrm flipV="1">
            <a:off x="10708640" y="9570720"/>
            <a:ext cx="0" cy="360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452">
            <a:extLst>
              <a:ext uri="{FF2B5EF4-FFF2-40B4-BE49-F238E27FC236}">
                <a16:creationId xmlns:a16="http://schemas.microsoft.com/office/drawing/2014/main" id="{204C235C-9F67-4E9F-B567-0F86F440EB6B}"/>
              </a:ext>
            </a:extLst>
          </p:cNvPr>
          <p:cNvCxnSpPr>
            <a:cxnSpLocks/>
          </p:cNvCxnSpPr>
          <p:nvPr/>
        </p:nvCxnSpPr>
        <p:spPr>
          <a:xfrm flipV="1">
            <a:off x="9512300" y="8559800"/>
            <a:ext cx="463550" cy="184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452">
            <a:extLst>
              <a:ext uri="{FF2B5EF4-FFF2-40B4-BE49-F238E27FC236}">
                <a16:creationId xmlns:a16="http://schemas.microsoft.com/office/drawing/2014/main" id="{0CCE8F25-A633-4753-93B3-8DB7B4B70BB5}"/>
              </a:ext>
            </a:extLst>
          </p:cNvPr>
          <p:cNvCxnSpPr>
            <a:cxnSpLocks/>
          </p:cNvCxnSpPr>
          <p:nvPr/>
        </p:nvCxnSpPr>
        <p:spPr>
          <a:xfrm flipH="1">
            <a:off x="10198106" y="8813800"/>
            <a:ext cx="476244" cy="20288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E44E5B1A-4F10-44C6-B228-E2FA97DF91E8}"/>
              </a:ext>
            </a:extLst>
          </p:cNvPr>
          <p:cNvCxnSpPr>
            <a:cxnSpLocks/>
          </p:cNvCxnSpPr>
          <p:nvPr/>
        </p:nvCxnSpPr>
        <p:spPr>
          <a:xfrm flipV="1">
            <a:off x="10242550" y="5148900"/>
            <a:ext cx="425452" cy="1660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AC36FAA7-1066-4F81-8269-1F4C5CAA3B3D}"/>
              </a:ext>
            </a:extLst>
          </p:cNvPr>
          <p:cNvCxnSpPr>
            <a:cxnSpLocks/>
          </p:cNvCxnSpPr>
          <p:nvPr/>
        </p:nvCxnSpPr>
        <p:spPr>
          <a:xfrm>
            <a:off x="10699750" y="4984750"/>
            <a:ext cx="2222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C380027A-881C-4191-8328-D512F4634DD0}"/>
              </a:ext>
            </a:extLst>
          </p:cNvPr>
          <p:cNvCxnSpPr>
            <a:cxnSpLocks/>
          </p:cNvCxnSpPr>
          <p:nvPr/>
        </p:nvCxnSpPr>
        <p:spPr>
          <a:xfrm flipH="1">
            <a:off x="10213342" y="4610100"/>
            <a:ext cx="454658" cy="188279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452">
            <a:extLst>
              <a:ext uri="{FF2B5EF4-FFF2-40B4-BE49-F238E27FC236}">
                <a16:creationId xmlns:a16="http://schemas.microsoft.com/office/drawing/2014/main" id="{CCEB1AF3-2F54-4F3E-BFF5-75C1922EE5EE}"/>
              </a:ext>
            </a:extLst>
          </p:cNvPr>
          <p:cNvCxnSpPr>
            <a:cxnSpLocks/>
          </p:cNvCxnSpPr>
          <p:nvPr/>
        </p:nvCxnSpPr>
        <p:spPr>
          <a:xfrm>
            <a:off x="8322184" y="5333429"/>
            <a:ext cx="0" cy="36633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B9BB5225-3738-4813-983E-23B8C7E3DB67}"/>
              </a:ext>
            </a:extLst>
          </p:cNvPr>
          <p:cNvCxnSpPr>
            <a:cxnSpLocks/>
          </p:cNvCxnSpPr>
          <p:nvPr/>
        </p:nvCxnSpPr>
        <p:spPr>
          <a:xfrm flipH="1">
            <a:off x="8091873" y="5687187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E49EC386-614B-44E1-B2FA-BE8E63FBE7EB}"/>
              </a:ext>
            </a:extLst>
          </p:cNvPr>
          <p:cNvCxnSpPr>
            <a:cxnSpLocks/>
          </p:cNvCxnSpPr>
          <p:nvPr/>
        </p:nvCxnSpPr>
        <p:spPr>
          <a:xfrm>
            <a:off x="8075678" y="5806440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A57BF7FF-F8A8-4F2D-8499-84D0DD483C10}"/>
              </a:ext>
            </a:extLst>
          </p:cNvPr>
          <p:cNvCxnSpPr>
            <a:cxnSpLocks/>
          </p:cNvCxnSpPr>
          <p:nvPr/>
        </p:nvCxnSpPr>
        <p:spPr>
          <a:xfrm flipH="1">
            <a:off x="7817552" y="597979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452">
            <a:extLst>
              <a:ext uri="{FF2B5EF4-FFF2-40B4-BE49-F238E27FC236}">
                <a16:creationId xmlns:a16="http://schemas.microsoft.com/office/drawing/2014/main" id="{ECD6310F-BB0D-479D-8F7A-FF394373ADB1}"/>
              </a:ext>
            </a:extLst>
          </p:cNvPr>
          <p:cNvCxnSpPr>
            <a:cxnSpLocks/>
          </p:cNvCxnSpPr>
          <p:nvPr/>
        </p:nvCxnSpPr>
        <p:spPr>
          <a:xfrm>
            <a:off x="7850126" y="5705856"/>
            <a:ext cx="0" cy="3594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452">
            <a:extLst>
              <a:ext uri="{FF2B5EF4-FFF2-40B4-BE49-F238E27FC236}">
                <a16:creationId xmlns:a16="http://schemas.microsoft.com/office/drawing/2014/main" id="{640FC1CE-138E-4AE0-801B-0F43A5580C63}"/>
              </a:ext>
            </a:extLst>
          </p:cNvPr>
          <p:cNvCxnSpPr>
            <a:cxnSpLocks/>
          </p:cNvCxnSpPr>
          <p:nvPr/>
        </p:nvCxnSpPr>
        <p:spPr>
          <a:xfrm flipH="1">
            <a:off x="7848032" y="561403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3F3EFC2F-00DF-4883-B908-64BCD80B0707}"/>
              </a:ext>
            </a:extLst>
          </p:cNvPr>
          <p:cNvCxnSpPr>
            <a:cxnSpLocks/>
          </p:cNvCxnSpPr>
          <p:nvPr/>
        </p:nvCxnSpPr>
        <p:spPr>
          <a:xfrm>
            <a:off x="8093967" y="54162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2245411C-DC89-4B0A-9A94-C0D4CE28A5D6}"/>
              </a:ext>
            </a:extLst>
          </p:cNvPr>
          <p:cNvCxnSpPr>
            <a:cxnSpLocks/>
          </p:cNvCxnSpPr>
          <p:nvPr/>
        </p:nvCxnSpPr>
        <p:spPr>
          <a:xfrm flipH="1" flipV="1">
            <a:off x="7851648" y="533400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452">
            <a:extLst>
              <a:ext uri="{FF2B5EF4-FFF2-40B4-BE49-F238E27FC236}">
                <a16:creationId xmlns:a16="http://schemas.microsoft.com/office/drawing/2014/main" id="{BE712DC3-C3A6-4335-AFFC-0993CFA887C6}"/>
              </a:ext>
            </a:extLst>
          </p:cNvPr>
          <p:cNvCxnSpPr>
            <a:cxnSpLocks/>
          </p:cNvCxnSpPr>
          <p:nvPr/>
        </p:nvCxnSpPr>
        <p:spPr>
          <a:xfrm>
            <a:off x="7856222" y="5337048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C0FD3FB3-A6DB-4F78-9B20-1E5EC6CA3237}"/>
              </a:ext>
            </a:extLst>
          </p:cNvPr>
          <p:cNvCxnSpPr>
            <a:cxnSpLocks/>
          </p:cNvCxnSpPr>
          <p:nvPr/>
        </p:nvCxnSpPr>
        <p:spPr>
          <a:xfrm flipH="1" flipV="1">
            <a:off x="7607808" y="542544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08E30AD6-E4DF-4F32-939B-4A2ED5B5CCE1}"/>
              </a:ext>
            </a:extLst>
          </p:cNvPr>
          <p:cNvCxnSpPr>
            <a:cxnSpLocks/>
          </p:cNvCxnSpPr>
          <p:nvPr/>
        </p:nvCxnSpPr>
        <p:spPr>
          <a:xfrm>
            <a:off x="7624574" y="5410200"/>
            <a:ext cx="0" cy="350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E6B96573-D8EC-4B6D-9CD3-6AD8E3746FE3}"/>
              </a:ext>
            </a:extLst>
          </p:cNvPr>
          <p:cNvCxnSpPr>
            <a:cxnSpLocks/>
          </p:cNvCxnSpPr>
          <p:nvPr/>
        </p:nvCxnSpPr>
        <p:spPr>
          <a:xfrm flipH="1">
            <a:off x="7360352" y="578472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452">
            <a:extLst>
              <a:ext uri="{FF2B5EF4-FFF2-40B4-BE49-F238E27FC236}">
                <a16:creationId xmlns:a16="http://schemas.microsoft.com/office/drawing/2014/main" id="{82161771-24BF-411D-9B94-4B7EFD9124CB}"/>
              </a:ext>
            </a:extLst>
          </p:cNvPr>
          <p:cNvCxnSpPr>
            <a:cxnSpLocks/>
          </p:cNvCxnSpPr>
          <p:nvPr/>
        </p:nvCxnSpPr>
        <p:spPr>
          <a:xfrm>
            <a:off x="7386830" y="5550408"/>
            <a:ext cx="0" cy="350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452">
            <a:extLst>
              <a:ext uri="{FF2B5EF4-FFF2-40B4-BE49-F238E27FC236}">
                <a16:creationId xmlns:a16="http://schemas.microsoft.com/office/drawing/2014/main" id="{225118C7-18FE-402D-A79A-68857B404A0E}"/>
              </a:ext>
            </a:extLst>
          </p:cNvPr>
          <p:cNvCxnSpPr>
            <a:cxnSpLocks/>
          </p:cNvCxnSpPr>
          <p:nvPr/>
        </p:nvCxnSpPr>
        <p:spPr>
          <a:xfrm flipH="1">
            <a:off x="7122608" y="552259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452">
            <a:extLst>
              <a:ext uri="{FF2B5EF4-FFF2-40B4-BE49-F238E27FC236}">
                <a16:creationId xmlns:a16="http://schemas.microsoft.com/office/drawing/2014/main" id="{DDDB2B3F-E917-443C-9203-34F240757066}"/>
              </a:ext>
            </a:extLst>
          </p:cNvPr>
          <p:cNvCxnSpPr>
            <a:cxnSpLocks/>
          </p:cNvCxnSpPr>
          <p:nvPr/>
        </p:nvCxnSpPr>
        <p:spPr>
          <a:xfrm>
            <a:off x="7142990" y="596392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452">
            <a:extLst>
              <a:ext uri="{FF2B5EF4-FFF2-40B4-BE49-F238E27FC236}">
                <a16:creationId xmlns:a16="http://schemas.microsoft.com/office/drawing/2014/main" id="{ABC1FFE5-1AEE-425B-BCD2-3237F79100E6}"/>
              </a:ext>
            </a:extLst>
          </p:cNvPr>
          <p:cNvCxnSpPr>
            <a:cxnSpLocks/>
          </p:cNvCxnSpPr>
          <p:nvPr/>
        </p:nvCxnSpPr>
        <p:spPr>
          <a:xfrm flipH="1" flipV="1">
            <a:off x="6634480" y="6172200"/>
            <a:ext cx="771018" cy="2830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452">
            <a:extLst>
              <a:ext uri="{FF2B5EF4-FFF2-40B4-BE49-F238E27FC236}">
                <a16:creationId xmlns:a16="http://schemas.microsoft.com/office/drawing/2014/main" id="{889B09F1-F3BA-4FE4-BC92-033F50578798}"/>
              </a:ext>
            </a:extLst>
          </p:cNvPr>
          <p:cNvCxnSpPr>
            <a:cxnSpLocks/>
          </p:cNvCxnSpPr>
          <p:nvPr/>
        </p:nvCxnSpPr>
        <p:spPr>
          <a:xfrm flipH="1">
            <a:off x="7384736" y="633336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452">
            <a:extLst>
              <a:ext uri="{FF2B5EF4-FFF2-40B4-BE49-F238E27FC236}">
                <a16:creationId xmlns:a16="http://schemas.microsoft.com/office/drawing/2014/main" id="{454BC7F5-5E08-422F-88E0-8CFD93C08A47}"/>
              </a:ext>
            </a:extLst>
          </p:cNvPr>
          <p:cNvCxnSpPr>
            <a:cxnSpLocks/>
          </p:cNvCxnSpPr>
          <p:nvPr/>
        </p:nvCxnSpPr>
        <p:spPr>
          <a:xfrm>
            <a:off x="7620510" y="61300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452">
            <a:extLst>
              <a:ext uri="{FF2B5EF4-FFF2-40B4-BE49-F238E27FC236}">
                <a16:creationId xmlns:a16="http://schemas.microsoft.com/office/drawing/2014/main" id="{7986A33B-0D11-463A-9FE5-34FFFA7A74DF}"/>
              </a:ext>
            </a:extLst>
          </p:cNvPr>
          <p:cNvCxnSpPr>
            <a:cxnSpLocks/>
          </p:cNvCxnSpPr>
          <p:nvPr/>
        </p:nvCxnSpPr>
        <p:spPr>
          <a:xfrm flipH="1" flipV="1">
            <a:off x="7644384" y="6163056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452">
            <a:extLst>
              <a:ext uri="{FF2B5EF4-FFF2-40B4-BE49-F238E27FC236}">
                <a16:creationId xmlns:a16="http://schemas.microsoft.com/office/drawing/2014/main" id="{06B51DF2-C81D-4CCC-8F1A-A58C9BBE6C92}"/>
              </a:ext>
            </a:extLst>
          </p:cNvPr>
          <p:cNvCxnSpPr>
            <a:cxnSpLocks/>
          </p:cNvCxnSpPr>
          <p:nvPr/>
        </p:nvCxnSpPr>
        <p:spPr>
          <a:xfrm>
            <a:off x="7875018" y="6247892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452">
            <a:extLst>
              <a:ext uri="{FF2B5EF4-FFF2-40B4-BE49-F238E27FC236}">
                <a16:creationId xmlns:a16="http://schemas.microsoft.com/office/drawing/2014/main" id="{98339A5D-765F-4BB0-B385-C22EB9D4564B}"/>
              </a:ext>
            </a:extLst>
          </p:cNvPr>
          <p:cNvCxnSpPr>
            <a:cxnSpLocks/>
          </p:cNvCxnSpPr>
          <p:nvPr/>
        </p:nvCxnSpPr>
        <p:spPr>
          <a:xfrm flipH="1">
            <a:off x="7358888" y="6508750"/>
            <a:ext cx="261112" cy="135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452">
            <a:extLst>
              <a:ext uri="{FF2B5EF4-FFF2-40B4-BE49-F238E27FC236}">
                <a16:creationId xmlns:a16="http://schemas.microsoft.com/office/drawing/2014/main" id="{398608D2-DA21-48AB-BDA6-9A566AE65D4E}"/>
              </a:ext>
            </a:extLst>
          </p:cNvPr>
          <p:cNvCxnSpPr>
            <a:cxnSpLocks/>
          </p:cNvCxnSpPr>
          <p:nvPr/>
        </p:nvCxnSpPr>
        <p:spPr>
          <a:xfrm>
            <a:off x="7381750" y="66329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452">
            <a:extLst>
              <a:ext uri="{FF2B5EF4-FFF2-40B4-BE49-F238E27FC236}">
                <a16:creationId xmlns:a16="http://schemas.microsoft.com/office/drawing/2014/main" id="{0258FCDD-74FD-41E7-9F7C-3D09938949E4}"/>
              </a:ext>
            </a:extLst>
          </p:cNvPr>
          <p:cNvCxnSpPr>
            <a:cxnSpLocks/>
          </p:cNvCxnSpPr>
          <p:nvPr/>
        </p:nvCxnSpPr>
        <p:spPr>
          <a:xfrm flipH="1">
            <a:off x="6924040" y="67880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452">
            <a:extLst>
              <a:ext uri="{FF2B5EF4-FFF2-40B4-BE49-F238E27FC236}">
                <a16:creationId xmlns:a16="http://schemas.microsoft.com/office/drawing/2014/main" id="{441D9169-2AF1-4ECC-A147-015020B48A3B}"/>
              </a:ext>
            </a:extLst>
          </p:cNvPr>
          <p:cNvCxnSpPr>
            <a:cxnSpLocks/>
          </p:cNvCxnSpPr>
          <p:nvPr/>
        </p:nvCxnSpPr>
        <p:spPr>
          <a:xfrm>
            <a:off x="6919470" y="6973316"/>
            <a:ext cx="0" cy="21996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452">
            <a:extLst>
              <a:ext uri="{FF2B5EF4-FFF2-40B4-BE49-F238E27FC236}">
                <a16:creationId xmlns:a16="http://schemas.microsoft.com/office/drawing/2014/main" id="{F785DE99-D723-4384-9E9E-C193F0F1B168}"/>
              </a:ext>
            </a:extLst>
          </p:cNvPr>
          <p:cNvCxnSpPr>
            <a:cxnSpLocks/>
          </p:cNvCxnSpPr>
          <p:nvPr/>
        </p:nvCxnSpPr>
        <p:spPr>
          <a:xfrm flipH="1">
            <a:off x="6664960" y="7351903"/>
            <a:ext cx="256922" cy="120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452">
            <a:extLst>
              <a:ext uri="{FF2B5EF4-FFF2-40B4-BE49-F238E27FC236}">
                <a16:creationId xmlns:a16="http://schemas.microsoft.com/office/drawing/2014/main" id="{B6F3F199-9ADA-4C5D-AE60-1BC97B775524}"/>
              </a:ext>
            </a:extLst>
          </p:cNvPr>
          <p:cNvCxnSpPr>
            <a:cxnSpLocks/>
          </p:cNvCxnSpPr>
          <p:nvPr/>
        </p:nvCxnSpPr>
        <p:spPr>
          <a:xfrm flipH="1" flipV="1">
            <a:off x="6197600" y="7264400"/>
            <a:ext cx="234950" cy="952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452">
            <a:extLst>
              <a:ext uri="{FF2B5EF4-FFF2-40B4-BE49-F238E27FC236}">
                <a16:creationId xmlns:a16="http://schemas.microsoft.com/office/drawing/2014/main" id="{1B8AA577-F86A-486C-B49F-0CAC955D6149}"/>
              </a:ext>
            </a:extLst>
          </p:cNvPr>
          <p:cNvCxnSpPr>
            <a:cxnSpLocks/>
          </p:cNvCxnSpPr>
          <p:nvPr/>
        </p:nvCxnSpPr>
        <p:spPr>
          <a:xfrm flipH="1">
            <a:off x="6196016" y="7166483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452">
            <a:extLst>
              <a:ext uri="{FF2B5EF4-FFF2-40B4-BE49-F238E27FC236}">
                <a16:creationId xmlns:a16="http://schemas.microsoft.com/office/drawing/2014/main" id="{32F3793B-A65B-4159-B584-9F632D694CA9}"/>
              </a:ext>
            </a:extLst>
          </p:cNvPr>
          <p:cNvCxnSpPr>
            <a:cxnSpLocks/>
          </p:cNvCxnSpPr>
          <p:nvPr/>
        </p:nvCxnSpPr>
        <p:spPr>
          <a:xfrm flipH="1" flipV="1">
            <a:off x="6424168" y="717702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452">
            <a:extLst>
              <a:ext uri="{FF2B5EF4-FFF2-40B4-BE49-F238E27FC236}">
                <a16:creationId xmlns:a16="http://schemas.microsoft.com/office/drawing/2014/main" id="{FC255645-AFFE-4D41-9F42-47048DD2F11B}"/>
              </a:ext>
            </a:extLst>
          </p:cNvPr>
          <p:cNvCxnSpPr>
            <a:cxnSpLocks/>
          </p:cNvCxnSpPr>
          <p:nvPr/>
        </p:nvCxnSpPr>
        <p:spPr>
          <a:xfrm>
            <a:off x="6685790" y="6922516"/>
            <a:ext cx="0" cy="367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452">
            <a:extLst>
              <a:ext uri="{FF2B5EF4-FFF2-40B4-BE49-F238E27FC236}">
                <a16:creationId xmlns:a16="http://schemas.microsoft.com/office/drawing/2014/main" id="{156CEBFF-3CF3-4B3E-86FA-B72FAD7089E3}"/>
              </a:ext>
            </a:extLst>
          </p:cNvPr>
          <p:cNvCxnSpPr>
            <a:cxnSpLocks/>
          </p:cNvCxnSpPr>
          <p:nvPr/>
        </p:nvCxnSpPr>
        <p:spPr>
          <a:xfrm flipH="1">
            <a:off x="6685280" y="67372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452">
            <a:extLst>
              <a:ext uri="{FF2B5EF4-FFF2-40B4-BE49-F238E27FC236}">
                <a16:creationId xmlns:a16="http://schemas.microsoft.com/office/drawing/2014/main" id="{77690CA1-1C52-427E-832C-C1491B6E5E95}"/>
              </a:ext>
            </a:extLst>
          </p:cNvPr>
          <p:cNvCxnSpPr>
            <a:cxnSpLocks/>
          </p:cNvCxnSpPr>
          <p:nvPr/>
        </p:nvCxnSpPr>
        <p:spPr>
          <a:xfrm>
            <a:off x="7148070" y="65262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452">
            <a:extLst>
              <a:ext uri="{FF2B5EF4-FFF2-40B4-BE49-F238E27FC236}">
                <a16:creationId xmlns:a16="http://schemas.microsoft.com/office/drawing/2014/main" id="{EDBDBEB7-58CE-41EA-9801-D87BD12F7BE3}"/>
              </a:ext>
            </a:extLst>
          </p:cNvPr>
          <p:cNvCxnSpPr>
            <a:cxnSpLocks/>
          </p:cNvCxnSpPr>
          <p:nvPr/>
        </p:nvCxnSpPr>
        <p:spPr>
          <a:xfrm flipH="1">
            <a:off x="6675120" y="6534023"/>
            <a:ext cx="465202" cy="1969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452">
            <a:extLst>
              <a:ext uri="{FF2B5EF4-FFF2-40B4-BE49-F238E27FC236}">
                <a16:creationId xmlns:a16="http://schemas.microsoft.com/office/drawing/2014/main" id="{F6FDC1B8-90A7-48CD-AC77-D8A92C5E072B}"/>
              </a:ext>
            </a:extLst>
          </p:cNvPr>
          <p:cNvCxnSpPr>
            <a:cxnSpLocks/>
          </p:cNvCxnSpPr>
          <p:nvPr/>
        </p:nvCxnSpPr>
        <p:spPr>
          <a:xfrm>
            <a:off x="6680710" y="654151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452">
            <a:extLst>
              <a:ext uri="{FF2B5EF4-FFF2-40B4-BE49-F238E27FC236}">
                <a16:creationId xmlns:a16="http://schemas.microsoft.com/office/drawing/2014/main" id="{B049A743-E528-4E15-88A7-871A7F266498}"/>
              </a:ext>
            </a:extLst>
          </p:cNvPr>
          <p:cNvCxnSpPr>
            <a:cxnSpLocks/>
          </p:cNvCxnSpPr>
          <p:nvPr/>
        </p:nvCxnSpPr>
        <p:spPr>
          <a:xfrm flipH="1">
            <a:off x="6431280" y="654418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452">
            <a:extLst>
              <a:ext uri="{FF2B5EF4-FFF2-40B4-BE49-F238E27FC236}">
                <a16:creationId xmlns:a16="http://schemas.microsoft.com/office/drawing/2014/main" id="{057955FA-E482-4768-8654-9BCEFF614234}"/>
              </a:ext>
            </a:extLst>
          </p:cNvPr>
          <p:cNvCxnSpPr>
            <a:cxnSpLocks/>
          </p:cNvCxnSpPr>
          <p:nvPr/>
        </p:nvCxnSpPr>
        <p:spPr>
          <a:xfrm>
            <a:off x="6457190" y="66227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452">
            <a:extLst>
              <a:ext uri="{FF2B5EF4-FFF2-40B4-BE49-F238E27FC236}">
                <a16:creationId xmlns:a16="http://schemas.microsoft.com/office/drawing/2014/main" id="{2B0E6C35-3A43-4DD0-AF67-38A8F0CC454F}"/>
              </a:ext>
            </a:extLst>
          </p:cNvPr>
          <p:cNvCxnSpPr>
            <a:cxnSpLocks/>
          </p:cNvCxnSpPr>
          <p:nvPr/>
        </p:nvCxnSpPr>
        <p:spPr>
          <a:xfrm flipH="1">
            <a:off x="6207760" y="68083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452">
            <a:extLst>
              <a:ext uri="{FF2B5EF4-FFF2-40B4-BE49-F238E27FC236}">
                <a16:creationId xmlns:a16="http://schemas.microsoft.com/office/drawing/2014/main" id="{58AC6E46-D3DE-41AB-AEF2-2577D832ADC6}"/>
              </a:ext>
            </a:extLst>
          </p:cNvPr>
          <p:cNvCxnSpPr>
            <a:cxnSpLocks/>
          </p:cNvCxnSpPr>
          <p:nvPr/>
        </p:nvCxnSpPr>
        <p:spPr>
          <a:xfrm>
            <a:off x="6213350" y="67243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452">
            <a:extLst>
              <a:ext uri="{FF2B5EF4-FFF2-40B4-BE49-F238E27FC236}">
                <a16:creationId xmlns:a16="http://schemas.microsoft.com/office/drawing/2014/main" id="{0581AC80-3003-4F46-918F-D6140D7D2571}"/>
              </a:ext>
            </a:extLst>
          </p:cNvPr>
          <p:cNvCxnSpPr>
            <a:cxnSpLocks/>
          </p:cNvCxnSpPr>
          <p:nvPr/>
        </p:nvCxnSpPr>
        <p:spPr>
          <a:xfrm flipH="1">
            <a:off x="5963920" y="67321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452">
            <a:extLst>
              <a:ext uri="{FF2B5EF4-FFF2-40B4-BE49-F238E27FC236}">
                <a16:creationId xmlns:a16="http://schemas.microsoft.com/office/drawing/2014/main" id="{B2737EDA-D2F3-4B9D-82A5-8E3A4A5D4224}"/>
              </a:ext>
            </a:extLst>
          </p:cNvPr>
          <p:cNvCxnSpPr>
            <a:cxnSpLocks/>
          </p:cNvCxnSpPr>
          <p:nvPr/>
        </p:nvCxnSpPr>
        <p:spPr>
          <a:xfrm>
            <a:off x="5979670" y="6441440"/>
            <a:ext cx="0" cy="3823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452">
            <a:extLst>
              <a:ext uri="{FF2B5EF4-FFF2-40B4-BE49-F238E27FC236}">
                <a16:creationId xmlns:a16="http://schemas.microsoft.com/office/drawing/2014/main" id="{C4B4A926-7B7B-430C-B597-856345131DC6}"/>
              </a:ext>
            </a:extLst>
          </p:cNvPr>
          <p:cNvCxnSpPr>
            <a:cxnSpLocks/>
          </p:cNvCxnSpPr>
          <p:nvPr/>
        </p:nvCxnSpPr>
        <p:spPr>
          <a:xfrm flipH="1" flipV="1">
            <a:off x="5697728" y="635406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452">
            <a:extLst>
              <a:ext uri="{FF2B5EF4-FFF2-40B4-BE49-F238E27FC236}">
                <a16:creationId xmlns:a16="http://schemas.microsoft.com/office/drawing/2014/main" id="{E0F7DC66-C00B-42F5-9B18-D2FA60B0B45A}"/>
              </a:ext>
            </a:extLst>
          </p:cNvPr>
          <p:cNvCxnSpPr>
            <a:cxnSpLocks/>
          </p:cNvCxnSpPr>
          <p:nvPr/>
        </p:nvCxnSpPr>
        <p:spPr>
          <a:xfrm>
            <a:off x="5731385" y="6355080"/>
            <a:ext cx="0" cy="3823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452">
            <a:extLst>
              <a:ext uri="{FF2B5EF4-FFF2-40B4-BE49-F238E27FC236}">
                <a16:creationId xmlns:a16="http://schemas.microsoft.com/office/drawing/2014/main" id="{68ADDDB3-71A7-4A63-9239-B32348F9191E}"/>
              </a:ext>
            </a:extLst>
          </p:cNvPr>
          <p:cNvCxnSpPr>
            <a:cxnSpLocks/>
          </p:cNvCxnSpPr>
          <p:nvPr/>
        </p:nvCxnSpPr>
        <p:spPr>
          <a:xfrm>
            <a:off x="5502150" y="6421120"/>
            <a:ext cx="0" cy="20510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452">
            <a:extLst>
              <a:ext uri="{FF2B5EF4-FFF2-40B4-BE49-F238E27FC236}">
                <a16:creationId xmlns:a16="http://schemas.microsoft.com/office/drawing/2014/main" id="{3C0C0E71-2007-4505-B50A-F5F3A1C839A3}"/>
              </a:ext>
            </a:extLst>
          </p:cNvPr>
          <p:cNvCxnSpPr>
            <a:cxnSpLocks/>
          </p:cNvCxnSpPr>
          <p:nvPr/>
        </p:nvCxnSpPr>
        <p:spPr>
          <a:xfrm flipH="1">
            <a:off x="5035550" y="6701663"/>
            <a:ext cx="682373" cy="2960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452">
            <a:extLst>
              <a:ext uri="{FF2B5EF4-FFF2-40B4-BE49-F238E27FC236}">
                <a16:creationId xmlns:a16="http://schemas.microsoft.com/office/drawing/2014/main" id="{2ED43859-DE9B-43BD-8484-219629D53AEB}"/>
              </a:ext>
            </a:extLst>
          </p:cNvPr>
          <p:cNvCxnSpPr>
            <a:cxnSpLocks/>
          </p:cNvCxnSpPr>
          <p:nvPr/>
        </p:nvCxnSpPr>
        <p:spPr>
          <a:xfrm>
            <a:off x="6631942" y="5987288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452">
            <a:extLst>
              <a:ext uri="{FF2B5EF4-FFF2-40B4-BE49-F238E27FC236}">
                <a16:creationId xmlns:a16="http://schemas.microsoft.com/office/drawing/2014/main" id="{D116521A-29C6-4FD9-839A-35A640A952EF}"/>
              </a:ext>
            </a:extLst>
          </p:cNvPr>
          <p:cNvCxnSpPr>
            <a:cxnSpLocks/>
          </p:cNvCxnSpPr>
          <p:nvPr/>
        </p:nvCxnSpPr>
        <p:spPr>
          <a:xfrm flipH="1" flipV="1">
            <a:off x="6627368" y="5994401"/>
            <a:ext cx="499872" cy="172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452">
            <a:extLst>
              <a:ext uri="{FF2B5EF4-FFF2-40B4-BE49-F238E27FC236}">
                <a16:creationId xmlns:a16="http://schemas.microsoft.com/office/drawing/2014/main" id="{A33257D2-0167-42CC-BC00-FAA8C53F0491}"/>
              </a:ext>
            </a:extLst>
          </p:cNvPr>
          <p:cNvCxnSpPr>
            <a:cxnSpLocks/>
          </p:cNvCxnSpPr>
          <p:nvPr/>
        </p:nvCxnSpPr>
        <p:spPr>
          <a:xfrm flipH="1" flipV="1">
            <a:off x="6647688" y="5806441"/>
            <a:ext cx="499872" cy="17271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452">
            <a:extLst>
              <a:ext uri="{FF2B5EF4-FFF2-40B4-BE49-F238E27FC236}">
                <a16:creationId xmlns:a16="http://schemas.microsoft.com/office/drawing/2014/main" id="{E6F9511E-9A9F-4D26-927D-A4C44F041FF9}"/>
              </a:ext>
            </a:extLst>
          </p:cNvPr>
          <p:cNvCxnSpPr>
            <a:cxnSpLocks/>
          </p:cNvCxnSpPr>
          <p:nvPr/>
        </p:nvCxnSpPr>
        <p:spPr>
          <a:xfrm flipH="1">
            <a:off x="6642608" y="5532120"/>
            <a:ext cx="261112" cy="1066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452">
            <a:extLst>
              <a:ext uri="{FF2B5EF4-FFF2-40B4-BE49-F238E27FC236}">
                <a16:creationId xmlns:a16="http://schemas.microsoft.com/office/drawing/2014/main" id="{D6B005CE-4F77-4E8A-85B9-2A687093DDD3}"/>
              </a:ext>
            </a:extLst>
          </p:cNvPr>
          <p:cNvCxnSpPr>
            <a:cxnSpLocks/>
          </p:cNvCxnSpPr>
          <p:nvPr/>
        </p:nvCxnSpPr>
        <p:spPr>
          <a:xfrm>
            <a:off x="6665470" y="561848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452">
            <a:extLst>
              <a:ext uri="{FF2B5EF4-FFF2-40B4-BE49-F238E27FC236}">
                <a16:creationId xmlns:a16="http://schemas.microsoft.com/office/drawing/2014/main" id="{AD5B9DB5-9D7F-458D-9E6C-84731E9B50EB}"/>
              </a:ext>
            </a:extLst>
          </p:cNvPr>
          <p:cNvCxnSpPr>
            <a:cxnSpLocks/>
          </p:cNvCxnSpPr>
          <p:nvPr/>
        </p:nvCxnSpPr>
        <p:spPr>
          <a:xfrm>
            <a:off x="6894070" y="554228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452">
            <a:extLst>
              <a:ext uri="{FF2B5EF4-FFF2-40B4-BE49-F238E27FC236}">
                <a16:creationId xmlns:a16="http://schemas.microsoft.com/office/drawing/2014/main" id="{9B0B4420-F9D6-4B56-A85E-AE99B2B21B8A}"/>
              </a:ext>
            </a:extLst>
          </p:cNvPr>
          <p:cNvCxnSpPr>
            <a:cxnSpLocks/>
          </p:cNvCxnSpPr>
          <p:nvPr/>
        </p:nvCxnSpPr>
        <p:spPr>
          <a:xfrm flipH="1" flipV="1">
            <a:off x="6906768" y="5715000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452">
            <a:extLst>
              <a:ext uri="{FF2B5EF4-FFF2-40B4-BE49-F238E27FC236}">
                <a16:creationId xmlns:a16="http://schemas.microsoft.com/office/drawing/2014/main" id="{154418FF-CA88-41A2-8723-8618DFD970F3}"/>
              </a:ext>
            </a:extLst>
          </p:cNvPr>
          <p:cNvCxnSpPr>
            <a:cxnSpLocks/>
          </p:cNvCxnSpPr>
          <p:nvPr/>
        </p:nvCxnSpPr>
        <p:spPr>
          <a:xfrm>
            <a:off x="7137910" y="5628640"/>
            <a:ext cx="0" cy="2032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452">
            <a:extLst>
              <a:ext uri="{FF2B5EF4-FFF2-40B4-BE49-F238E27FC236}">
                <a16:creationId xmlns:a16="http://schemas.microsoft.com/office/drawing/2014/main" id="{E0645806-979D-4457-BD2D-65EDD9A87586}"/>
              </a:ext>
            </a:extLst>
          </p:cNvPr>
          <p:cNvCxnSpPr>
            <a:cxnSpLocks/>
          </p:cNvCxnSpPr>
          <p:nvPr/>
        </p:nvCxnSpPr>
        <p:spPr>
          <a:xfrm flipH="1">
            <a:off x="5262880" y="6445250"/>
            <a:ext cx="236220" cy="107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452">
            <a:extLst>
              <a:ext uri="{FF2B5EF4-FFF2-40B4-BE49-F238E27FC236}">
                <a16:creationId xmlns:a16="http://schemas.microsoft.com/office/drawing/2014/main" id="{8CD307C6-0D93-47D7-9C14-36C73B25D524}"/>
              </a:ext>
            </a:extLst>
          </p:cNvPr>
          <p:cNvCxnSpPr>
            <a:cxnSpLocks/>
          </p:cNvCxnSpPr>
          <p:nvPr/>
        </p:nvCxnSpPr>
        <p:spPr>
          <a:xfrm>
            <a:off x="5263390" y="63789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452">
            <a:extLst>
              <a:ext uri="{FF2B5EF4-FFF2-40B4-BE49-F238E27FC236}">
                <a16:creationId xmlns:a16="http://schemas.microsoft.com/office/drawing/2014/main" id="{2C26BF3B-B8A3-4DB0-AAB2-CCFD85D3A2D3}"/>
              </a:ext>
            </a:extLst>
          </p:cNvPr>
          <p:cNvCxnSpPr>
            <a:cxnSpLocks/>
          </p:cNvCxnSpPr>
          <p:nvPr/>
        </p:nvCxnSpPr>
        <p:spPr>
          <a:xfrm flipH="1">
            <a:off x="5029200" y="636130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452">
            <a:extLst>
              <a:ext uri="{FF2B5EF4-FFF2-40B4-BE49-F238E27FC236}">
                <a16:creationId xmlns:a16="http://schemas.microsoft.com/office/drawing/2014/main" id="{9EA1A644-7849-4EB8-92F0-5D34BBAA4762}"/>
              </a:ext>
            </a:extLst>
          </p:cNvPr>
          <p:cNvCxnSpPr>
            <a:cxnSpLocks/>
          </p:cNvCxnSpPr>
          <p:nvPr/>
        </p:nvCxnSpPr>
        <p:spPr>
          <a:xfrm>
            <a:off x="5014470" y="62773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452">
            <a:extLst>
              <a:ext uri="{FF2B5EF4-FFF2-40B4-BE49-F238E27FC236}">
                <a16:creationId xmlns:a16="http://schemas.microsoft.com/office/drawing/2014/main" id="{3B14DEA6-7CA6-4383-A003-ABF8D5344096}"/>
              </a:ext>
            </a:extLst>
          </p:cNvPr>
          <p:cNvCxnSpPr>
            <a:cxnSpLocks/>
          </p:cNvCxnSpPr>
          <p:nvPr/>
        </p:nvCxnSpPr>
        <p:spPr>
          <a:xfrm flipH="1" flipV="1">
            <a:off x="4757928" y="617118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452">
            <a:extLst>
              <a:ext uri="{FF2B5EF4-FFF2-40B4-BE49-F238E27FC236}">
                <a16:creationId xmlns:a16="http://schemas.microsoft.com/office/drawing/2014/main" id="{1566695B-D90F-42E2-B4AB-B6B073BBEFC4}"/>
              </a:ext>
            </a:extLst>
          </p:cNvPr>
          <p:cNvCxnSpPr>
            <a:cxnSpLocks/>
          </p:cNvCxnSpPr>
          <p:nvPr/>
        </p:nvCxnSpPr>
        <p:spPr>
          <a:xfrm>
            <a:off x="4770630" y="59776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452">
            <a:extLst>
              <a:ext uri="{FF2B5EF4-FFF2-40B4-BE49-F238E27FC236}">
                <a16:creationId xmlns:a16="http://schemas.microsoft.com/office/drawing/2014/main" id="{C4A8CA62-E992-409D-965C-43359966529C}"/>
              </a:ext>
            </a:extLst>
          </p:cNvPr>
          <p:cNvCxnSpPr>
            <a:cxnSpLocks/>
          </p:cNvCxnSpPr>
          <p:nvPr/>
        </p:nvCxnSpPr>
        <p:spPr>
          <a:xfrm flipH="1" flipV="1">
            <a:off x="4292600" y="5801360"/>
            <a:ext cx="481458" cy="17640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452">
            <a:extLst>
              <a:ext uri="{FF2B5EF4-FFF2-40B4-BE49-F238E27FC236}">
                <a16:creationId xmlns:a16="http://schemas.microsoft.com/office/drawing/2014/main" id="{1A293B11-D7DE-4536-9F50-8093639C05E0}"/>
              </a:ext>
            </a:extLst>
          </p:cNvPr>
          <p:cNvCxnSpPr>
            <a:cxnSpLocks/>
          </p:cNvCxnSpPr>
          <p:nvPr/>
        </p:nvCxnSpPr>
        <p:spPr>
          <a:xfrm>
            <a:off x="4313430" y="56118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452">
            <a:extLst>
              <a:ext uri="{FF2B5EF4-FFF2-40B4-BE49-F238E27FC236}">
                <a16:creationId xmlns:a16="http://schemas.microsoft.com/office/drawing/2014/main" id="{FADD0AE6-0DFB-4181-9821-A843EDC9C367}"/>
              </a:ext>
            </a:extLst>
          </p:cNvPr>
          <p:cNvCxnSpPr>
            <a:cxnSpLocks/>
          </p:cNvCxnSpPr>
          <p:nvPr/>
        </p:nvCxnSpPr>
        <p:spPr>
          <a:xfrm flipH="1" flipV="1">
            <a:off x="4072128" y="552094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452">
            <a:extLst>
              <a:ext uri="{FF2B5EF4-FFF2-40B4-BE49-F238E27FC236}">
                <a16:creationId xmlns:a16="http://schemas.microsoft.com/office/drawing/2014/main" id="{8DD25532-B6FE-48DA-84B5-95CE70846F25}"/>
              </a:ext>
            </a:extLst>
          </p:cNvPr>
          <p:cNvCxnSpPr>
            <a:cxnSpLocks/>
          </p:cNvCxnSpPr>
          <p:nvPr/>
        </p:nvCxnSpPr>
        <p:spPr>
          <a:xfrm>
            <a:off x="4084830" y="53324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452">
            <a:extLst>
              <a:ext uri="{FF2B5EF4-FFF2-40B4-BE49-F238E27FC236}">
                <a16:creationId xmlns:a16="http://schemas.microsoft.com/office/drawing/2014/main" id="{0C9D4DEC-2779-4020-969B-296134F99C7D}"/>
              </a:ext>
            </a:extLst>
          </p:cNvPr>
          <p:cNvCxnSpPr>
            <a:cxnSpLocks/>
          </p:cNvCxnSpPr>
          <p:nvPr/>
        </p:nvCxnSpPr>
        <p:spPr>
          <a:xfrm flipH="1">
            <a:off x="4079240" y="52335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452">
            <a:extLst>
              <a:ext uri="{FF2B5EF4-FFF2-40B4-BE49-F238E27FC236}">
                <a16:creationId xmlns:a16="http://schemas.microsoft.com/office/drawing/2014/main" id="{BFD91851-1431-4AA5-B38D-CFA6C654CF99}"/>
              </a:ext>
            </a:extLst>
          </p:cNvPr>
          <p:cNvCxnSpPr>
            <a:cxnSpLocks/>
          </p:cNvCxnSpPr>
          <p:nvPr/>
        </p:nvCxnSpPr>
        <p:spPr>
          <a:xfrm>
            <a:off x="4293110" y="52511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452">
            <a:extLst>
              <a:ext uri="{FF2B5EF4-FFF2-40B4-BE49-F238E27FC236}">
                <a16:creationId xmlns:a16="http://schemas.microsoft.com/office/drawing/2014/main" id="{A10CAA07-2542-4D8B-8165-34B838B97D47}"/>
              </a:ext>
            </a:extLst>
          </p:cNvPr>
          <p:cNvCxnSpPr>
            <a:cxnSpLocks/>
          </p:cNvCxnSpPr>
          <p:nvPr/>
        </p:nvCxnSpPr>
        <p:spPr>
          <a:xfrm flipH="1">
            <a:off x="4318000" y="535038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452">
            <a:extLst>
              <a:ext uri="{FF2B5EF4-FFF2-40B4-BE49-F238E27FC236}">
                <a16:creationId xmlns:a16="http://schemas.microsoft.com/office/drawing/2014/main" id="{AD1C651B-24EF-4251-8D8D-ECC84EC227A0}"/>
              </a:ext>
            </a:extLst>
          </p:cNvPr>
          <p:cNvCxnSpPr>
            <a:cxnSpLocks/>
          </p:cNvCxnSpPr>
          <p:nvPr/>
        </p:nvCxnSpPr>
        <p:spPr>
          <a:xfrm>
            <a:off x="4531870" y="5347716"/>
            <a:ext cx="0" cy="36728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452">
            <a:extLst>
              <a:ext uri="{FF2B5EF4-FFF2-40B4-BE49-F238E27FC236}">
                <a16:creationId xmlns:a16="http://schemas.microsoft.com/office/drawing/2014/main" id="{A4017633-1C50-4372-894F-501BDA614E1B}"/>
              </a:ext>
            </a:extLst>
          </p:cNvPr>
          <p:cNvCxnSpPr>
            <a:cxnSpLocks/>
          </p:cNvCxnSpPr>
          <p:nvPr/>
        </p:nvCxnSpPr>
        <p:spPr>
          <a:xfrm flipH="1" flipV="1">
            <a:off x="4541520" y="5699760"/>
            <a:ext cx="965200" cy="3606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452">
            <a:extLst>
              <a:ext uri="{FF2B5EF4-FFF2-40B4-BE49-F238E27FC236}">
                <a16:creationId xmlns:a16="http://schemas.microsoft.com/office/drawing/2014/main" id="{AA9BCFE0-F8F2-4482-8245-E5F1CAF2EA91}"/>
              </a:ext>
            </a:extLst>
          </p:cNvPr>
          <p:cNvCxnSpPr>
            <a:cxnSpLocks/>
          </p:cNvCxnSpPr>
          <p:nvPr/>
        </p:nvCxnSpPr>
        <p:spPr>
          <a:xfrm flipH="1">
            <a:off x="5501640" y="59650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452">
            <a:extLst>
              <a:ext uri="{FF2B5EF4-FFF2-40B4-BE49-F238E27FC236}">
                <a16:creationId xmlns:a16="http://schemas.microsoft.com/office/drawing/2014/main" id="{8F4DF9C4-09C5-4578-8452-0F7A54D1A6A3}"/>
              </a:ext>
            </a:extLst>
          </p:cNvPr>
          <p:cNvCxnSpPr>
            <a:cxnSpLocks/>
          </p:cNvCxnSpPr>
          <p:nvPr/>
        </p:nvCxnSpPr>
        <p:spPr>
          <a:xfrm flipH="1" flipV="1">
            <a:off x="5712968" y="596798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452">
            <a:extLst>
              <a:ext uri="{FF2B5EF4-FFF2-40B4-BE49-F238E27FC236}">
                <a16:creationId xmlns:a16="http://schemas.microsoft.com/office/drawing/2014/main" id="{06B7F53B-DBB7-4DD8-B865-E5A6128432C0}"/>
              </a:ext>
            </a:extLst>
          </p:cNvPr>
          <p:cNvCxnSpPr>
            <a:cxnSpLocks/>
          </p:cNvCxnSpPr>
          <p:nvPr/>
        </p:nvCxnSpPr>
        <p:spPr>
          <a:xfrm>
            <a:off x="6447030" y="607415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452">
            <a:extLst>
              <a:ext uri="{FF2B5EF4-FFF2-40B4-BE49-F238E27FC236}">
                <a16:creationId xmlns:a16="http://schemas.microsoft.com/office/drawing/2014/main" id="{6547799C-0EF9-4B74-BDA2-941ADD612112}"/>
              </a:ext>
            </a:extLst>
          </p:cNvPr>
          <p:cNvCxnSpPr>
            <a:cxnSpLocks/>
          </p:cNvCxnSpPr>
          <p:nvPr/>
        </p:nvCxnSpPr>
        <p:spPr>
          <a:xfrm flipH="1" flipV="1">
            <a:off x="5697728" y="579018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452">
            <a:extLst>
              <a:ext uri="{FF2B5EF4-FFF2-40B4-BE49-F238E27FC236}">
                <a16:creationId xmlns:a16="http://schemas.microsoft.com/office/drawing/2014/main" id="{781257CA-A8A7-4854-A4E2-1F78948801AB}"/>
              </a:ext>
            </a:extLst>
          </p:cNvPr>
          <p:cNvCxnSpPr>
            <a:cxnSpLocks/>
          </p:cNvCxnSpPr>
          <p:nvPr/>
        </p:nvCxnSpPr>
        <p:spPr>
          <a:xfrm flipH="1">
            <a:off x="5486400" y="58177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452">
            <a:extLst>
              <a:ext uri="{FF2B5EF4-FFF2-40B4-BE49-F238E27FC236}">
                <a16:creationId xmlns:a16="http://schemas.microsoft.com/office/drawing/2014/main" id="{2CEBD4B5-4562-432D-98C5-FE2F2AF6D7A1}"/>
              </a:ext>
            </a:extLst>
          </p:cNvPr>
          <p:cNvCxnSpPr>
            <a:cxnSpLocks/>
          </p:cNvCxnSpPr>
          <p:nvPr/>
        </p:nvCxnSpPr>
        <p:spPr>
          <a:xfrm flipH="1" flipV="1">
            <a:off x="4752848" y="5602225"/>
            <a:ext cx="743712" cy="2905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452">
            <a:extLst>
              <a:ext uri="{FF2B5EF4-FFF2-40B4-BE49-F238E27FC236}">
                <a16:creationId xmlns:a16="http://schemas.microsoft.com/office/drawing/2014/main" id="{98CBE3DC-1482-4994-98D7-542486AC99C5}"/>
              </a:ext>
            </a:extLst>
          </p:cNvPr>
          <p:cNvCxnSpPr>
            <a:cxnSpLocks/>
          </p:cNvCxnSpPr>
          <p:nvPr/>
        </p:nvCxnSpPr>
        <p:spPr>
          <a:xfrm>
            <a:off x="4775710" y="54340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452">
            <a:extLst>
              <a:ext uri="{FF2B5EF4-FFF2-40B4-BE49-F238E27FC236}">
                <a16:creationId xmlns:a16="http://schemas.microsoft.com/office/drawing/2014/main" id="{219233F1-EBB3-4521-BF6A-F10321D4D4E9}"/>
              </a:ext>
            </a:extLst>
          </p:cNvPr>
          <p:cNvCxnSpPr>
            <a:cxnSpLocks/>
          </p:cNvCxnSpPr>
          <p:nvPr/>
        </p:nvCxnSpPr>
        <p:spPr>
          <a:xfrm>
            <a:off x="6436870" y="5171440"/>
            <a:ext cx="0" cy="53981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452">
            <a:extLst>
              <a:ext uri="{FF2B5EF4-FFF2-40B4-BE49-F238E27FC236}">
                <a16:creationId xmlns:a16="http://schemas.microsoft.com/office/drawing/2014/main" id="{CE0984E5-D929-48E7-A0A4-308E9CBEC3FF}"/>
              </a:ext>
            </a:extLst>
          </p:cNvPr>
          <p:cNvCxnSpPr>
            <a:cxnSpLocks/>
          </p:cNvCxnSpPr>
          <p:nvPr/>
        </p:nvCxnSpPr>
        <p:spPr>
          <a:xfrm flipH="1">
            <a:off x="6187440" y="57110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452">
            <a:extLst>
              <a:ext uri="{FF2B5EF4-FFF2-40B4-BE49-F238E27FC236}">
                <a16:creationId xmlns:a16="http://schemas.microsoft.com/office/drawing/2014/main" id="{49ED7A61-FDE0-4841-B447-84C893D9558F}"/>
              </a:ext>
            </a:extLst>
          </p:cNvPr>
          <p:cNvCxnSpPr>
            <a:cxnSpLocks/>
          </p:cNvCxnSpPr>
          <p:nvPr/>
        </p:nvCxnSpPr>
        <p:spPr>
          <a:xfrm>
            <a:off x="6203190" y="562203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452">
            <a:extLst>
              <a:ext uri="{FF2B5EF4-FFF2-40B4-BE49-F238E27FC236}">
                <a16:creationId xmlns:a16="http://schemas.microsoft.com/office/drawing/2014/main" id="{3EF978EA-EA0C-4C45-8996-E94CF999D6B3}"/>
              </a:ext>
            </a:extLst>
          </p:cNvPr>
          <p:cNvCxnSpPr>
            <a:cxnSpLocks/>
          </p:cNvCxnSpPr>
          <p:nvPr/>
        </p:nvCxnSpPr>
        <p:spPr>
          <a:xfrm flipH="1" flipV="1">
            <a:off x="5936488" y="551078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452">
            <a:extLst>
              <a:ext uri="{FF2B5EF4-FFF2-40B4-BE49-F238E27FC236}">
                <a16:creationId xmlns:a16="http://schemas.microsoft.com/office/drawing/2014/main" id="{5C4C2172-E636-40A3-B56D-A831445A9F54}"/>
              </a:ext>
            </a:extLst>
          </p:cNvPr>
          <p:cNvCxnSpPr>
            <a:cxnSpLocks/>
          </p:cNvCxnSpPr>
          <p:nvPr/>
        </p:nvCxnSpPr>
        <p:spPr>
          <a:xfrm>
            <a:off x="5959350" y="55356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452">
            <a:extLst>
              <a:ext uri="{FF2B5EF4-FFF2-40B4-BE49-F238E27FC236}">
                <a16:creationId xmlns:a16="http://schemas.microsoft.com/office/drawing/2014/main" id="{169727DB-6697-4C95-93A1-DFBFFA591436}"/>
              </a:ext>
            </a:extLst>
          </p:cNvPr>
          <p:cNvCxnSpPr>
            <a:cxnSpLocks/>
          </p:cNvCxnSpPr>
          <p:nvPr/>
        </p:nvCxnSpPr>
        <p:spPr>
          <a:xfrm flipH="1" flipV="1">
            <a:off x="5723128" y="560730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452">
            <a:extLst>
              <a:ext uri="{FF2B5EF4-FFF2-40B4-BE49-F238E27FC236}">
                <a16:creationId xmlns:a16="http://schemas.microsoft.com/office/drawing/2014/main" id="{31E1F44E-4466-4417-95EA-77E65C789050}"/>
              </a:ext>
            </a:extLst>
          </p:cNvPr>
          <p:cNvCxnSpPr>
            <a:cxnSpLocks/>
          </p:cNvCxnSpPr>
          <p:nvPr/>
        </p:nvCxnSpPr>
        <p:spPr>
          <a:xfrm flipH="1">
            <a:off x="5476240" y="562470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452">
            <a:extLst>
              <a:ext uri="{FF2B5EF4-FFF2-40B4-BE49-F238E27FC236}">
                <a16:creationId xmlns:a16="http://schemas.microsoft.com/office/drawing/2014/main" id="{50B801B9-5427-4895-A30B-DD875382031C}"/>
              </a:ext>
            </a:extLst>
          </p:cNvPr>
          <p:cNvCxnSpPr>
            <a:cxnSpLocks/>
          </p:cNvCxnSpPr>
          <p:nvPr/>
        </p:nvCxnSpPr>
        <p:spPr>
          <a:xfrm>
            <a:off x="5491990" y="55305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452">
            <a:extLst>
              <a:ext uri="{FF2B5EF4-FFF2-40B4-BE49-F238E27FC236}">
                <a16:creationId xmlns:a16="http://schemas.microsoft.com/office/drawing/2014/main" id="{0167584B-786D-4474-89FB-DA798E90662F}"/>
              </a:ext>
            </a:extLst>
          </p:cNvPr>
          <p:cNvCxnSpPr>
            <a:cxnSpLocks/>
          </p:cNvCxnSpPr>
          <p:nvPr/>
        </p:nvCxnSpPr>
        <p:spPr>
          <a:xfrm flipH="1">
            <a:off x="5252720" y="553326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452">
            <a:extLst>
              <a:ext uri="{FF2B5EF4-FFF2-40B4-BE49-F238E27FC236}">
                <a16:creationId xmlns:a16="http://schemas.microsoft.com/office/drawing/2014/main" id="{CABD0ECC-CF29-4FDD-B162-086AB6F58072}"/>
              </a:ext>
            </a:extLst>
          </p:cNvPr>
          <p:cNvCxnSpPr>
            <a:cxnSpLocks/>
          </p:cNvCxnSpPr>
          <p:nvPr/>
        </p:nvCxnSpPr>
        <p:spPr>
          <a:xfrm>
            <a:off x="5263390" y="543407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452">
            <a:extLst>
              <a:ext uri="{FF2B5EF4-FFF2-40B4-BE49-F238E27FC236}">
                <a16:creationId xmlns:a16="http://schemas.microsoft.com/office/drawing/2014/main" id="{BC9AB6EC-D2A0-4CF6-8037-5F3490E5FCE7}"/>
              </a:ext>
            </a:extLst>
          </p:cNvPr>
          <p:cNvCxnSpPr>
            <a:cxnSpLocks/>
          </p:cNvCxnSpPr>
          <p:nvPr/>
        </p:nvCxnSpPr>
        <p:spPr>
          <a:xfrm flipH="1">
            <a:off x="5029200" y="543674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452">
            <a:extLst>
              <a:ext uri="{FF2B5EF4-FFF2-40B4-BE49-F238E27FC236}">
                <a16:creationId xmlns:a16="http://schemas.microsoft.com/office/drawing/2014/main" id="{DE5D75ED-AE64-4BED-B064-8D5E59908F4B}"/>
              </a:ext>
            </a:extLst>
          </p:cNvPr>
          <p:cNvCxnSpPr>
            <a:cxnSpLocks/>
          </p:cNvCxnSpPr>
          <p:nvPr/>
        </p:nvCxnSpPr>
        <p:spPr>
          <a:xfrm>
            <a:off x="5039870" y="5327396"/>
            <a:ext cx="0" cy="18573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452">
            <a:extLst>
              <a:ext uri="{FF2B5EF4-FFF2-40B4-BE49-F238E27FC236}">
                <a16:creationId xmlns:a16="http://schemas.microsoft.com/office/drawing/2014/main" id="{CDF9E89E-DC56-46B0-AFF7-C7D0A160F885}"/>
              </a:ext>
            </a:extLst>
          </p:cNvPr>
          <p:cNvCxnSpPr>
            <a:cxnSpLocks/>
          </p:cNvCxnSpPr>
          <p:nvPr/>
        </p:nvCxnSpPr>
        <p:spPr>
          <a:xfrm flipH="1">
            <a:off x="4810760" y="5340223"/>
            <a:ext cx="221362" cy="9029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452">
            <a:extLst>
              <a:ext uri="{FF2B5EF4-FFF2-40B4-BE49-F238E27FC236}">
                <a16:creationId xmlns:a16="http://schemas.microsoft.com/office/drawing/2014/main" id="{6E802870-D102-40E2-B0BB-D0F991BCEC4A}"/>
              </a:ext>
            </a:extLst>
          </p:cNvPr>
          <p:cNvCxnSpPr>
            <a:cxnSpLocks/>
          </p:cNvCxnSpPr>
          <p:nvPr/>
        </p:nvCxnSpPr>
        <p:spPr>
          <a:xfrm flipH="1">
            <a:off x="10210800" y="4436110"/>
            <a:ext cx="469900" cy="1739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452">
            <a:extLst>
              <a:ext uri="{FF2B5EF4-FFF2-40B4-BE49-F238E27FC236}">
                <a16:creationId xmlns:a16="http://schemas.microsoft.com/office/drawing/2014/main" id="{67D8E856-B770-4D77-9B05-BC4DEFD294B7}"/>
              </a:ext>
            </a:extLst>
          </p:cNvPr>
          <p:cNvCxnSpPr>
            <a:cxnSpLocks/>
          </p:cNvCxnSpPr>
          <p:nvPr/>
        </p:nvCxnSpPr>
        <p:spPr>
          <a:xfrm flipH="1">
            <a:off x="10441940" y="331851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452">
            <a:extLst>
              <a:ext uri="{FF2B5EF4-FFF2-40B4-BE49-F238E27FC236}">
                <a16:creationId xmlns:a16="http://schemas.microsoft.com/office/drawing/2014/main" id="{8748AC67-AFFF-4F93-B238-CE62F01CF50B}"/>
              </a:ext>
            </a:extLst>
          </p:cNvPr>
          <p:cNvCxnSpPr>
            <a:cxnSpLocks/>
          </p:cNvCxnSpPr>
          <p:nvPr/>
        </p:nvCxnSpPr>
        <p:spPr>
          <a:xfrm>
            <a:off x="10681972" y="332232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452">
            <a:extLst>
              <a:ext uri="{FF2B5EF4-FFF2-40B4-BE49-F238E27FC236}">
                <a16:creationId xmlns:a16="http://schemas.microsoft.com/office/drawing/2014/main" id="{53FF35F2-A3A0-42B0-ABB6-115309CF4750}"/>
              </a:ext>
            </a:extLst>
          </p:cNvPr>
          <p:cNvCxnSpPr>
            <a:cxnSpLocks/>
          </p:cNvCxnSpPr>
          <p:nvPr/>
        </p:nvCxnSpPr>
        <p:spPr>
          <a:xfrm flipH="1" flipV="1">
            <a:off x="10689590" y="349885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452">
            <a:extLst>
              <a:ext uri="{FF2B5EF4-FFF2-40B4-BE49-F238E27FC236}">
                <a16:creationId xmlns:a16="http://schemas.microsoft.com/office/drawing/2014/main" id="{ABB93955-3F6A-42A8-8CD5-9ADFA828886D}"/>
              </a:ext>
            </a:extLst>
          </p:cNvPr>
          <p:cNvCxnSpPr>
            <a:cxnSpLocks/>
          </p:cNvCxnSpPr>
          <p:nvPr/>
        </p:nvCxnSpPr>
        <p:spPr>
          <a:xfrm flipH="1">
            <a:off x="10651490" y="35814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52">
            <a:extLst>
              <a:ext uri="{FF2B5EF4-FFF2-40B4-BE49-F238E27FC236}">
                <a16:creationId xmlns:a16="http://schemas.microsoft.com/office/drawing/2014/main" id="{FBAAC2BB-58B7-4093-AE56-FC0581CF4CCA}"/>
              </a:ext>
            </a:extLst>
          </p:cNvPr>
          <p:cNvCxnSpPr>
            <a:cxnSpLocks/>
          </p:cNvCxnSpPr>
          <p:nvPr/>
        </p:nvCxnSpPr>
        <p:spPr>
          <a:xfrm flipH="1" flipV="1">
            <a:off x="10636250" y="403225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52">
            <a:extLst>
              <a:ext uri="{FF2B5EF4-FFF2-40B4-BE49-F238E27FC236}">
                <a16:creationId xmlns:a16="http://schemas.microsoft.com/office/drawing/2014/main" id="{C9B6A5C6-4E21-461B-8869-A8D12AC707AE}"/>
              </a:ext>
            </a:extLst>
          </p:cNvPr>
          <p:cNvCxnSpPr>
            <a:cxnSpLocks/>
          </p:cNvCxnSpPr>
          <p:nvPr/>
        </p:nvCxnSpPr>
        <p:spPr>
          <a:xfrm flipH="1" flipV="1">
            <a:off x="10680700" y="4267200"/>
            <a:ext cx="2349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52">
            <a:extLst>
              <a:ext uri="{FF2B5EF4-FFF2-40B4-BE49-F238E27FC236}">
                <a16:creationId xmlns:a16="http://schemas.microsoft.com/office/drawing/2014/main" id="{0241CBA3-2CF7-45CC-855E-482D733B97AE}"/>
              </a:ext>
            </a:extLst>
          </p:cNvPr>
          <p:cNvCxnSpPr>
            <a:cxnSpLocks/>
          </p:cNvCxnSpPr>
          <p:nvPr/>
        </p:nvCxnSpPr>
        <p:spPr>
          <a:xfrm flipH="1">
            <a:off x="10915650" y="4331970"/>
            <a:ext cx="483870" cy="2019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52">
            <a:extLst>
              <a:ext uri="{FF2B5EF4-FFF2-40B4-BE49-F238E27FC236}">
                <a16:creationId xmlns:a16="http://schemas.microsoft.com/office/drawing/2014/main" id="{40A32D96-9983-4CC2-9E4F-268B7702421D}"/>
              </a:ext>
            </a:extLst>
          </p:cNvPr>
          <p:cNvCxnSpPr>
            <a:cxnSpLocks/>
          </p:cNvCxnSpPr>
          <p:nvPr/>
        </p:nvCxnSpPr>
        <p:spPr>
          <a:xfrm>
            <a:off x="11383012" y="43586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52">
            <a:extLst>
              <a:ext uri="{FF2B5EF4-FFF2-40B4-BE49-F238E27FC236}">
                <a16:creationId xmlns:a16="http://schemas.microsoft.com/office/drawing/2014/main" id="{1BE5AED5-8FF3-4E9C-B197-C15FFA4DABB1}"/>
              </a:ext>
            </a:extLst>
          </p:cNvPr>
          <p:cNvCxnSpPr>
            <a:cxnSpLocks/>
          </p:cNvCxnSpPr>
          <p:nvPr/>
        </p:nvCxnSpPr>
        <p:spPr>
          <a:xfrm flipH="1">
            <a:off x="11142980" y="44958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52">
            <a:extLst>
              <a:ext uri="{FF2B5EF4-FFF2-40B4-BE49-F238E27FC236}">
                <a16:creationId xmlns:a16="http://schemas.microsoft.com/office/drawing/2014/main" id="{F6400075-E424-47E0-8C6E-67F16839995A}"/>
              </a:ext>
            </a:extLst>
          </p:cNvPr>
          <p:cNvCxnSpPr>
            <a:cxnSpLocks/>
          </p:cNvCxnSpPr>
          <p:nvPr/>
        </p:nvCxnSpPr>
        <p:spPr>
          <a:xfrm flipH="1" flipV="1">
            <a:off x="11150600" y="4596130"/>
            <a:ext cx="469900" cy="2044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52">
            <a:extLst>
              <a:ext uri="{FF2B5EF4-FFF2-40B4-BE49-F238E27FC236}">
                <a16:creationId xmlns:a16="http://schemas.microsoft.com/office/drawing/2014/main" id="{7C9CD093-D2E3-45BF-A7B6-3749AA45478E}"/>
              </a:ext>
            </a:extLst>
          </p:cNvPr>
          <p:cNvCxnSpPr>
            <a:cxnSpLocks/>
          </p:cNvCxnSpPr>
          <p:nvPr/>
        </p:nvCxnSpPr>
        <p:spPr>
          <a:xfrm>
            <a:off x="10929622" y="45453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52">
            <a:extLst>
              <a:ext uri="{FF2B5EF4-FFF2-40B4-BE49-F238E27FC236}">
                <a16:creationId xmlns:a16="http://schemas.microsoft.com/office/drawing/2014/main" id="{4039941B-E693-487E-B617-682AB1A05AA0}"/>
              </a:ext>
            </a:extLst>
          </p:cNvPr>
          <p:cNvCxnSpPr>
            <a:cxnSpLocks/>
          </p:cNvCxnSpPr>
          <p:nvPr/>
        </p:nvCxnSpPr>
        <p:spPr>
          <a:xfrm flipH="1" flipV="1">
            <a:off x="11849100" y="4674870"/>
            <a:ext cx="50673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52">
            <a:extLst>
              <a:ext uri="{FF2B5EF4-FFF2-40B4-BE49-F238E27FC236}">
                <a16:creationId xmlns:a16="http://schemas.microsoft.com/office/drawing/2014/main" id="{8B3AB111-1B6F-4673-B858-337CDB80E2F1}"/>
              </a:ext>
            </a:extLst>
          </p:cNvPr>
          <p:cNvCxnSpPr>
            <a:cxnSpLocks/>
          </p:cNvCxnSpPr>
          <p:nvPr/>
        </p:nvCxnSpPr>
        <p:spPr>
          <a:xfrm>
            <a:off x="12327892" y="47205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52">
            <a:extLst>
              <a:ext uri="{FF2B5EF4-FFF2-40B4-BE49-F238E27FC236}">
                <a16:creationId xmlns:a16="http://schemas.microsoft.com/office/drawing/2014/main" id="{54D0CBE5-EFFF-429C-B3CD-523AEECC031F}"/>
              </a:ext>
            </a:extLst>
          </p:cNvPr>
          <p:cNvCxnSpPr>
            <a:cxnSpLocks/>
          </p:cNvCxnSpPr>
          <p:nvPr/>
        </p:nvCxnSpPr>
        <p:spPr>
          <a:xfrm flipH="1" flipV="1">
            <a:off x="11833860" y="4499610"/>
            <a:ext cx="50673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52">
            <a:extLst>
              <a:ext uri="{FF2B5EF4-FFF2-40B4-BE49-F238E27FC236}">
                <a16:creationId xmlns:a16="http://schemas.microsoft.com/office/drawing/2014/main" id="{6889CB98-7C83-448E-8E20-C44A0084E1D7}"/>
              </a:ext>
            </a:extLst>
          </p:cNvPr>
          <p:cNvCxnSpPr>
            <a:cxnSpLocks/>
          </p:cNvCxnSpPr>
          <p:nvPr/>
        </p:nvCxnSpPr>
        <p:spPr>
          <a:xfrm flipH="1">
            <a:off x="11836400" y="443103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52">
            <a:extLst>
              <a:ext uri="{FF2B5EF4-FFF2-40B4-BE49-F238E27FC236}">
                <a16:creationId xmlns:a16="http://schemas.microsoft.com/office/drawing/2014/main" id="{184B7377-0B66-405C-A982-D6197AE23905}"/>
              </a:ext>
            </a:extLst>
          </p:cNvPr>
          <p:cNvCxnSpPr>
            <a:cxnSpLocks/>
          </p:cNvCxnSpPr>
          <p:nvPr/>
        </p:nvCxnSpPr>
        <p:spPr>
          <a:xfrm flipH="1" flipV="1">
            <a:off x="12076430" y="44208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52">
            <a:extLst>
              <a:ext uri="{FF2B5EF4-FFF2-40B4-BE49-F238E27FC236}">
                <a16:creationId xmlns:a16="http://schemas.microsoft.com/office/drawing/2014/main" id="{BD1BB606-3E2B-42C0-8430-2B6EE274A6DF}"/>
              </a:ext>
            </a:extLst>
          </p:cNvPr>
          <p:cNvCxnSpPr>
            <a:cxnSpLocks/>
          </p:cNvCxnSpPr>
          <p:nvPr/>
        </p:nvCxnSpPr>
        <p:spPr>
          <a:xfrm>
            <a:off x="12320272" y="437388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52">
            <a:extLst>
              <a:ext uri="{FF2B5EF4-FFF2-40B4-BE49-F238E27FC236}">
                <a16:creationId xmlns:a16="http://schemas.microsoft.com/office/drawing/2014/main" id="{8A4D1B76-DCD4-47C2-88DC-62CFE8C24641}"/>
              </a:ext>
            </a:extLst>
          </p:cNvPr>
          <p:cNvCxnSpPr>
            <a:cxnSpLocks/>
          </p:cNvCxnSpPr>
          <p:nvPr/>
        </p:nvCxnSpPr>
        <p:spPr>
          <a:xfrm flipH="1" flipV="1">
            <a:off x="12084050" y="424180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52">
            <a:extLst>
              <a:ext uri="{FF2B5EF4-FFF2-40B4-BE49-F238E27FC236}">
                <a16:creationId xmlns:a16="http://schemas.microsoft.com/office/drawing/2014/main" id="{804EBB36-7CDD-4A5A-96E5-92B2FE11B3CE}"/>
              </a:ext>
            </a:extLst>
          </p:cNvPr>
          <p:cNvCxnSpPr>
            <a:cxnSpLocks/>
          </p:cNvCxnSpPr>
          <p:nvPr/>
        </p:nvCxnSpPr>
        <p:spPr>
          <a:xfrm>
            <a:off x="12087862" y="40728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52">
            <a:extLst>
              <a:ext uri="{FF2B5EF4-FFF2-40B4-BE49-F238E27FC236}">
                <a16:creationId xmlns:a16="http://schemas.microsoft.com/office/drawing/2014/main" id="{59FCA6AE-FAD9-4EBC-9FF4-390F9CAFEFF9}"/>
              </a:ext>
            </a:extLst>
          </p:cNvPr>
          <p:cNvCxnSpPr>
            <a:cxnSpLocks/>
          </p:cNvCxnSpPr>
          <p:nvPr/>
        </p:nvCxnSpPr>
        <p:spPr>
          <a:xfrm flipH="1">
            <a:off x="11859260" y="407670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52">
            <a:extLst>
              <a:ext uri="{FF2B5EF4-FFF2-40B4-BE49-F238E27FC236}">
                <a16:creationId xmlns:a16="http://schemas.microsoft.com/office/drawing/2014/main" id="{7A45175C-171C-4500-8753-A3DBA2890B50}"/>
              </a:ext>
            </a:extLst>
          </p:cNvPr>
          <p:cNvCxnSpPr>
            <a:cxnSpLocks/>
          </p:cNvCxnSpPr>
          <p:nvPr/>
        </p:nvCxnSpPr>
        <p:spPr>
          <a:xfrm flipH="1" flipV="1">
            <a:off x="11600180" y="404749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52">
            <a:extLst>
              <a:ext uri="{FF2B5EF4-FFF2-40B4-BE49-F238E27FC236}">
                <a16:creationId xmlns:a16="http://schemas.microsoft.com/office/drawing/2014/main" id="{D748AA10-A0BC-4967-A7C4-FF093FBA4077}"/>
              </a:ext>
            </a:extLst>
          </p:cNvPr>
          <p:cNvCxnSpPr>
            <a:cxnSpLocks/>
          </p:cNvCxnSpPr>
          <p:nvPr/>
        </p:nvCxnSpPr>
        <p:spPr>
          <a:xfrm flipH="1">
            <a:off x="11611610" y="396240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52">
            <a:extLst>
              <a:ext uri="{FF2B5EF4-FFF2-40B4-BE49-F238E27FC236}">
                <a16:creationId xmlns:a16="http://schemas.microsoft.com/office/drawing/2014/main" id="{9002A2FE-EB4D-4A50-86D4-8934DF9E9DE1}"/>
              </a:ext>
            </a:extLst>
          </p:cNvPr>
          <p:cNvCxnSpPr>
            <a:cxnSpLocks/>
          </p:cNvCxnSpPr>
          <p:nvPr/>
        </p:nvCxnSpPr>
        <p:spPr>
          <a:xfrm>
            <a:off x="11863072" y="381000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52">
            <a:extLst>
              <a:ext uri="{FF2B5EF4-FFF2-40B4-BE49-F238E27FC236}">
                <a16:creationId xmlns:a16="http://schemas.microsoft.com/office/drawing/2014/main" id="{1DB45F15-C490-426A-965B-B6A4AD0F1F37}"/>
              </a:ext>
            </a:extLst>
          </p:cNvPr>
          <p:cNvCxnSpPr>
            <a:cxnSpLocks/>
          </p:cNvCxnSpPr>
          <p:nvPr/>
        </p:nvCxnSpPr>
        <p:spPr>
          <a:xfrm flipH="1">
            <a:off x="11626850" y="379476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52">
            <a:extLst>
              <a:ext uri="{FF2B5EF4-FFF2-40B4-BE49-F238E27FC236}">
                <a16:creationId xmlns:a16="http://schemas.microsoft.com/office/drawing/2014/main" id="{1B41CE48-E4A0-4A03-9B89-AC0E5C84C6D7}"/>
              </a:ext>
            </a:extLst>
          </p:cNvPr>
          <p:cNvCxnSpPr>
            <a:cxnSpLocks/>
          </p:cNvCxnSpPr>
          <p:nvPr/>
        </p:nvCxnSpPr>
        <p:spPr>
          <a:xfrm flipH="1" flipV="1">
            <a:off x="11367770" y="37769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52">
            <a:extLst>
              <a:ext uri="{FF2B5EF4-FFF2-40B4-BE49-F238E27FC236}">
                <a16:creationId xmlns:a16="http://schemas.microsoft.com/office/drawing/2014/main" id="{1D47D586-A432-4D13-9F3A-F1D30A66B547}"/>
              </a:ext>
            </a:extLst>
          </p:cNvPr>
          <p:cNvCxnSpPr>
            <a:cxnSpLocks/>
          </p:cNvCxnSpPr>
          <p:nvPr/>
        </p:nvCxnSpPr>
        <p:spPr>
          <a:xfrm flipH="1">
            <a:off x="11398250" y="368046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52">
            <a:extLst>
              <a:ext uri="{FF2B5EF4-FFF2-40B4-BE49-F238E27FC236}">
                <a16:creationId xmlns:a16="http://schemas.microsoft.com/office/drawing/2014/main" id="{C5A9F18F-E747-4E60-BA02-F03E246F6957}"/>
              </a:ext>
            </a:extLst>
          </p:cNvPr>
          <p:cNvCxnSpPr>
            <a:cxnSpLocks/>
          </p:cNvCxnSpPr>
          <p:nvPr/>
        </p:nvCxnSpPr>
        <p:spPr>
          <a:xfrm>
            <a:off x="11626852" y="35166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52">
            <a:extLst>
              <a:ext uri="{FF2B5EF4-FFF2-40B4-BE49-F238E27FC236}">
                <a16:creationId xmlns:a16="http://schemas.microsoft.com/office/drawing/2014/main" id="{420B7817-1362-4BAB-AA9E-11F57E1B3E5F}"/>
              </a:ext>
            </a:extLst>
          </p:cNvPr>
          <p:cNvCxnSpPr>
            <a:cxnSpLocks/>
          </p:cNvCxnSpPr>
          <p:nvPr/>
        </p:nvCxnSpPr>
        <p:spPr>
          <a:xfrm flipH="1">
            <a:off x="11371580" y="351663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52">
            <a:extLst>
              <a:ext uri="{FF2B5EF4-FFF2-40B4-BE49-F238E27FC236}">
                <a16:creationId xmlns:a16="http://schemas.microsoft.com/office/drawing/2014/main" id="{A996D72C-09C2-4C80-94A9-A32C0306B6AB}"/>
              </a:ext>
            </a:extLst>
          </p:cNvPr>
          <p:cNvCxnSpPr>
            <a:cxnSpLocks/>
          </p:cNvCxnSpPr>
          <p:nvPr/>
        </p:nvCxnSpPr>
        <p:spPr>
          <a:xfrm>
            <a:off x="11390632" y="34404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52">
            <a:extLst>
              <a:ext uri="{FF2B5EF4-FFF2-40B4-BE49-F238E27FC236}">
                <a16:creationId xmlns:a16="http://schemas.microsoft.com/office/drawing/2014/main" id="{1A64064C-2045-49B8-9AC7-AA98FF27841A}"/>
              </a:ext>
            </a:extLst>
          </p:cNvPr>
          <p:cNvCxnSpPr>
            <a:cxnSpLocks/>
          </p:cNvCxnSpPr>
          <p:nvPr/>
        </p:nvCxnSpPr>
        <p:spPr>
          <a:xfrm flipH="1" flipV="1">
            <a:off x="11131550" y="332740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52">
            <a:extLst>
              <a:ext uri="{FF2B5EF4-FFF2-40B4-BE49-F238E27FC236}">
                <a16:creationId xmlns:a16="http://schemas.microsoft.com/office/drawing/2014/main" id="{2241486F-3052-485A-B69C-91DFB120793E}"/>
              </a:ext>
            </a:extLst>
          </p:cNvPr>
          <p:cNvCxnSpPr>
            <a:cxnSpLocks/>
          </p:cNvCxnSpPr>
          <p:nvPr/>
        </p:nvCxnSpPr>
        <p:spPr>
          <a:xfrm>
            <a:off x="11146792" y="316611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52">
            <a:extLst>
              <a:ext uri="{FF2B5EF4-FFF2-40B4-BE49-F238E27FC236}">
                <a16:creationId xmlns:a16="http://schemas.microsoft.com/office/drawing/2014/main" id="{B0116E45-4911-4340-A051-66C0061BE4D0}"/>
              </a:ext>
            </a:extLst>
          </p:cNvPr>
          <p:cNvCxnSpPr>
            <a:cxnSpLocks/>
          </p:cNvCxnSpPr>
          <p:nvPr/>
        </p:nvCxnSpPr>
        <p:spPr>
          <a:xfrm flipH="1" flipV="1">
            <a:off x="11142980" y="315976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52">
            <a:extLst>
              <a:ext uri="{FF2B5EF4-FFF2-40B4-BE49-F238E27FC236}">
                <a16:creationId xmlns:a16="http://schemas.microsoft.com/office/drawing/2014/main" id="{9A3D105F-AB6A-492D-99D0-B82B982DF122}"/>
              </a:ext>
            </a:extLst>
          </p:cNvPr>
          <p:cNvCxnSpPr>
            <a:cxnSpLocks/>
          </p:cNvCxnSpPr>
          <p:nvPr/>
        </p:nvCxnSpPr>
        <p:spPr>
          <a:xfrm>
            <a:off x="11402062" y="287274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52">
            <a:extLst>
              <a:ext uri="{FF2B5EF4-FFF2-40B4-BE49-F238E27FC236}">
                <a16:creationId xmlns:a16="http://schemas.microsoft.com/office/drawing/2014/main" id="{4386A962-66D4-4379-BAF7-E4A0B0CDF39A}"/>
              </a:ext>
            </a:extLst>
          </p:cNvPr>
          <p:cNvCxnSpPr>
            <a:cxnSpLocks/>
          </p:cNvCxnSpPr>
          <p:nvPr/>
        </p:nvCxnSpPr>
        <p:spPr>
          <a:xfrm flipH="1">
            <a:off x="11390630" y="276606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52">
            <a:extLst>
              <a:ext uri="{FF2B5EF4-FFF2-40B4-BE49-F238E27FC236}">
                <a16:creationId xmlns:a16="http://schemas.microsoft.com/office/drawing/2014/main" id="{A53FEBA5-1716-4AA0-B3F7-5AFF35464675}"/>
              </a:ext>
            </a:extLst>
          </p:cNvPr>
          <p:cNvCxnSpPr>
            <a:cxnSpLocks/>
          </p:cNvCxnSpPr>
          <p:nvPr/>
        </p:nvCxnSpPr>
        <p:spPr>
          <a:xfrm>
            <a:off x="11626852" y="241554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52">
            <a:extLst>
              <a:ext uri="{FF2B5EF4-FFF2-40B4-BE49-F238E27FC236}">
                <a16:creationId xmlns:a16="http://schemas.microsoft.com/office/drawing/2014/main" id="{F8794A76-B965-41C5-8871-A9A8F7171D6A}"/>
              </a:ext>
            </a:extLst>
          </p:cNvPr>
          <p:cNvCxnSpPr>
            <a:cxnSpLocks/>
          </p:cNvCxnSpPr>
          <p:nvPr/>
        </p:nvCxnSpPr>
        <p:spPr>
          <a:xfrm flipH="1">
            <a:off x="11619230" y="231648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52">
            <a:extLst>
              <a:ext uri="{FF2B5EF4-FFF2-40B4-BE49-F238E27FC236}">
                <a16:creationId xmlns:a16="http://schemas.microsoft.com/office/drawing/2014/main" id="{8DD4B2CF-FDB6-4D68-A501-6C1E6A8E63CA}"/>
              </a:ext>
            </a:extLst>
          </p:cNvPr>
          <p:cNvCxnSpPr>
            <a:cxnSpLocks/>
          </p:cNvCxnSpPr>
          <p:nvPr/>
        </p:nvCxnSpPr>
        <p:spPr>
          <a:xfrm>
            <a:off x="11855452" y="214503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52">
            <a:extLst>
              <a:ext uri="{FF2B5EF4-FFF2-40B4-BE49-F238E27FC236}">
                <a16:creationId xmlns:a16="http://schemas.microsoft.com/office/drawing/2014/main" id="{4FB2C652-E8D5-45AE-B70D-99976C81F770}"/>
              </a:ext>
            </a:extLst>
          </p:cNvPr>
          <p:cNvCxnSpPr>
            <a:cxnSpLocks/>
          </p:cNvCxnSpPr>
          <p:nvPr/>
        </p:nvCxnSpPr>
        <p:spPr>
          <a:xfrm flipH="1" flipV="1">
            <a:off x="11607800" y="203581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52">
            <a:extLst>
              <a:ext uri="{FF2B5EF4-FFF2-40B4-BE49-F238E27FC236}">
                <a16:creationId xmlns:a16="http://schemas.microsoft.com/office/drawing/2014/main" id="{2EBF3F02-458E-4385-BF75-E2F9BE0A4063}"/>
              </a:ext>
            </a:extLst>
          </p:cNvPr>
          <p:cNvCxnSpPr>
            <a:cxnSpLocks/>
          </p:cNvCxnSpPr>
          <p:nvPr/>
        </p:nvCxnSpPr>
        <p:spPr>
          <a:xfrm>
            <a:off x="11634472" y="204216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52">
            <a:extLst>
              <a:ext uri="{FF2B5EF4-FFF2-40B4-BE49-F238E27FC236}">
                <a16:creationId xmlns:a16="http://schemas.microsoft.com/office/drawing/2014/main" id="{219F7F60-2832-4C83-9489-E166C8E571E4}"/>
              </a:ext>
            </a:extLst>
          </p:cNvPr>
          <p:cNvCxnSpPr>
            <a:cxnSpLocks/>
          </p:cNvCxnSpPr>
          <p:nvPr/>
        </p:nvCxnSpPr>
        <p:spPr>
          <a:xfrm flipH="1">
            <a:off x="11394440" y="220599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52">
            <a:extLst>
              <a:ext uri="{FF2B5EF4-FFF2-40B4-BE49-F238E27FC236}">
                <a16:creationId xmlns:a16="http://schemas.microsoft.com/office/drawing/2014/main" id="{079037C9-6C27-4B41-9F49-130126580844}"/>
              </a:ext>
            </a:extLst>
          </p:cNvPr>
          <p:cNvCxnSpPr>
            <a:cxnSpLocks/>
          </p:cNvCxnSpPr>
          <p:nvPr/>
        </p:nvCxnSpPr>
        <p:spPr>
          <a:xfrm>
            <a:off x="11405872" y="2293620"/>
            <a:ext cx="0" cy="3924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2">
            <a:extLst>
              <a:ext uri="{FF2B5EF4-FFF2-40B4-BE49-F238E27FC236}">
                <a16:creationId xmlns:a16="http://schemas.microsoft.com/office/drawing/2014/main" id="{644A8837-215D-45ED-90E8-BB00E4406ED5}"/>
              </a:ext>
            </a:extLst>
          </p:cNvPr>
          <p:cNvCxnSpPr>
            <a:cxnSpLocks/>
          </p:cNvCxnSpPr>
          <p:nvPr/>
        </p:nvCxnSpPr>
        <p:spPr>
          <a:xfrm flipH="1">
            <a:off x="11177270" y="267081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2">
            <a:extLst>
              <a:ext uri="{FF2B5EF4-FFF2-40B4-BE49-F238E27FC236}">
                <a16:creationId xmlns:a16="http://schemas.microsoft.com/office/drawing/2014/main" id="{92B7BAB7-F12C-49AE-B291-861EC4AC3F8A}"/>
              </a:ext>
            </a:extLst>
          </p:cNvPr>
          <p:cNvCxnSpPr>
            <a:cxnSpLocks/>
          </p:cNvCxnSpPr>
          <p:nvPr/>
        </p:nvCxnSpPr>
        <p:spPr>
          <a:xfrm>
            <a:off x="11158222" y="2232660"/>
            <a:ext cx="0" cy="5562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2">
            <a:extLst>
              <a:ext uri="{FF2B5EF4-FFF2-40B4-BE49-F238E27FC236}">
                <a16:creationId xmlns:a16="http://schemas.microsoft.com/office/drawing/2014/main" id="{6EB75873-DE13-4361-9948-D9FF05B513A8}"/>
              </a:ext>
            </a:extLst>
          </p:cNvPr>
          <p:cNvCxnSpPr>
            <a:cxnSpLocks/>
          </p:cNvCxnSpPr>
          <p:nvPr/>
        </p:nvCxnSpPr>
        <p:spPr>
          <a:xfrm flipH="1">
            <a:off x="11146790" y="214503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2">
            <a:extLst>
              <a:ext uri="{FF2B5EF4-FFF2-40B4-BE49-F238E27FC236}">
                <a16:creationId xmlns:a16="http://schemas.microsoft.com/office/drawing/2014/main" id="{6E662ED5-1411-4540-925F-083A959B2193}"/>
              </a:ext>
            </a:extLst>
          </p:cNvPr>
          <p:cNvCxnSpPr>
            <a:cxnSpLocks/>
          </p:cNvCxnSpPr>
          <p:nvPr/>
        </p:nvCxnSpPr>
        <p:spPr>
          <a:xfrm flipH="1" flipV="1">
            <a:off x="11135360" y="203581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2">
            <a:extLst>
              <a:ext uri="{FF2B5EF4-FFF2-40B4-BE49-F238E27FC236}">
                <a16:creationId xmlns:a16="http://schemas.microsoft.com/office/drawing/2014/main" id="{91FE2918-E4AF-4F7B-B46C-CF88012EB616}"/>
              </a:ext>
            </a:extLst>
          </p:cNvPr>
          <p:cNvCxnSpPr>
            <a:cxnSpLocks/>
          </p:cNvCxnSpPr>
          <p:nvPr/>
        </p:nvCxnSpPr>
        <p:spPr>
          <a:xfrm>
            <a:off x="11146792" y="186690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2">
            <a:extLst>
              <a:ext uri="{FF2B5EF4-FFF2-40B4-BE49-F238E27FC236}">
                <a16:creationId xmlns:a16="http://schemas.microsoft.com/office/drawing/2014/main" id="{86FAFE9E-79C1-4E9F-AA22-7ACE85B95B6F}"/>
              </a:ext>
            </a:extLst>
          </p:cNvPr>
          <p:cNvCxnSpPr>
            <a:cxnSpLocks/>
          </p:cNvCxnSpPr>
          <p:nvPr/>
        </p:nvCxnSpPr>
        <p:spPr>
          <a:xfrm flipH="1" flipV="1">
            <a:off x="10906760" y="175006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2">
            <a:extLst>
              <a:ext uri="{FF2B5EF4-FFF2-40B4-BE49-F238E27FC236}">
                <a16:creationId xmlns:a16="http://schemas.microsoft.com/office/drawing/2014/main" id="{DDAF5326-F41C-4C94-BC86-CB69210EAA1C}"/>
              </a:ext>
            </a:extLst>
          </p:cNvPr>
          <p:cNvCxnSpPr>
            <a:cxnSpLocks/>
          </p:cNvCxnSpPr>
          <p:nvPr/>
        </p:nvCxnSpPr>
        <p:spPr>
          <a:xfrm>
            <a:off x="10922002" y="173736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2">
            <a:extLst>
              <a:ext uri="{FF2B5EF4-FFF2-40B4-BE49-F238E27FC236}">
                <a16:creationId xmlns:a16="http://schemas.microsoft.com/office/drawing/2014/main" id="{FB36BF59-7645-439A-AFD7-664DE8834346}"/>
              </a:ext>
            </a:extLst>
          </p:cNvPr>
          <p:cNvCxnSpPr>
            <a:cxnSpLocks/>
          </p:cNvCxnSpPr>
          <p:nvPr/>
        </p:nvCxnSpPr>
        <p:spPr>
          <a:xfrm flipH="1">
            <a:off x="10662920" y="1946910"/>
            <a:ext cx="23368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52">
            <a:extLst>
              <a:ext uri="{FF2B5EF4-FFF2-40B4-BE49-F238E27FC236}">
                <a16:creationId xmlns:a16="http://schemas.microsoft.com/office/drawing/2014/main" id="{7056EE03-F48F-4E9E-8056-81246C87F386}"/>
              </a:ext>
            </a:extLst>
          </p:cNvPr>
          <p:cNvCxnSpPr>
            <a:cxnSpLocks/>
          </p:cNvCxnSpPr>
          <p:nvPr/>
        </p:nvCxnSpPr>
        <p:spPr>
          <a:xfrm flipH="1">
            <a:off x="10666730" y="2106930"/>
            <a:ext cx="248920" cy="1346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52">
            <a:extLst>
              <a:ext uri="{FF2B5EF4-FFF2-40B4-BE49-F238E27FC236}">
                <a16:creationId xmlns:a16="http://schemas.microsoft.com/office/drawing/2014/main" id="{4CA66770-B824-489B-9A0C-55BBBD64125F}"/>
              </a:ext>
            </a:extLst>
          </p:cNvPr>
          <p:cNvCxnSpPr>
            <a:cxnSpLocks/>
          </p:cNvCxnSpPr>
          <p:nvPr/>
        </p:nvCxnSpPr>
        <p:spPr>
          <a:xfrm>
            <a:off x="10670542" y="203454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52">
            <a:extLst>
              <a:ext uri="{FF2B5EF4-FFF2-40B4-BE49-F238E27FC236}">
                <a16:creationId xmlns:a16="http://schemas.microsoft.com/office/drawing/2014/main" id="{BE2C2388-91CD-4C97-A686-DD3D34B653DD}"/>
              </a:ext>
            </a:extLst>
          </p:cNvPr>
          <p:cNvCxnSpPr>
            <a:cxnSpLocks/>
          </p:cNvCxnSpPr>
          <p:nvPr/>
        </p:nvCxnSpPr>
        <p:spPr>
          <a:xfrm>
            <a:off x="10914382" y="2099310"/>
            <a:ext cx="0" cy="575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52">
            <a:extLst>
              <a:ext uri="{FF2B5EF4-FFF2-40B4-BE49-F238E27FC236}">
                <a16:creationId xmlns:a16="http://schemas.microsoft.com/office/drawing/2014/main" id="{6ECE7E43-0E9E-4F2C-AC25-B8C539BAB086}"/>
              </a:ext>
            </a:extLst>
          </p:cNvPr>
          <p:cNvCxnSpPr>
            <a:cxnSpLocks/>
          </p:cNvCxnSpPr>
          <p:nvPr/>
        </p:nvCxnSpPr>
        <p:spPr>
          <a:xfrm flipH="1">
            <a:off x="10659110" y="2682240"/>
            <a:ext cx="26416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52">
            <a:extLst>
              <a:ext uri="{FF2B5EF4-FFF2-40B4-BE49-F238E27FC236}">
                <a16:creationId xmlns:a16="http://schemas.microsoft.com/office/drawing/2014/main" id="{EAAFD435-AB1B-4EF3-9DCB-7F9E40E6E71F}"/>
              </a:ext>
            </a:extLst>
          </p:cNvPr>
          <p:cNvCxnSpPr>
            <a:cxnSpLocks/>
          </p:cNvCxnSpPr>
          <p:nvPr/>
        </p:nvCxnSpPr>
        <p:spPr>
          <a:xfrm>
            <a:off x="10678162" y="2392680"/>
            <a:ext cx="0" cy="3924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52">
            <a:extLst>
              <a:ext uri="{FF2B5EF4-FFF2-40B4-BE49-F238E27FC236}">
                <a16:creationId xmlns:a16="http://schemas.microsoft.com/office/drawing/2014/main" id="{637A930B-2C01-4888-828E-1D55B270C72B}"/>
              </a:ext>
            </a:extLst>
          </p:cNvPr>
          <p:cNvCxnSpPr>
            <a:cxnSpLocks/>
          </p:cNvCxnSpPr>
          <p:nvPr/>
        </p:nvCxnSpPr>
        <p:spPr>
          <a:xfrm flipH="1">
            <a:off x="10427970" y="237744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52">
            <a:extLst>
              <a:ext uri="{FF2B5EF4-FFF2-40B4-BE49-F238E27FC236}">
                <a16:creationId xmlns:a16="http://schemas.microsoft.com/office/drawing/2014/main" id="{504DAE8D-D4CE-437C-A5A6-C26E4E830121}"/>
              </a:ext>
            </a:extLst>
          </p:cNvPr>
          <p:cNvCxnSpPr>
            <a:cxnSpLocks/>
          </p:cNvCxnSpPr>
          <p:nvPr/>
        </p:nvCxnSpPr>
        <p:spPr>
          <a:xfrm>
            <a:off x="10441942" y="2495550"/>
            <a:ext cx="0" cy="1790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52">
            <a:extLst>
              <a:ext uri="{FF2B5EF4-FFF2-40B4-BE49-F238E27FC236}">
                <a16:creationId xmlns:a16="http://schemas.microsoft.com/office/drawing/2014/main" id="{9EA962CE-FA3D-4D02-AA78-495CA0B62BB2}"/>
              </a:ext>
            </a:extLst>
          </p:cNvPr>
          <p:cNvCxnSpPr>
            <a:cxnSpLocks/>
          </p:cNvCxnSpPr>
          <p:nvPr/>
        </p:nvCxnSpPr>
        <p:spPr>
          <a:xfrm flipH="1">
            <a:off x="10187940" y="265176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52">
            <a:extLst>
              <a:ext uri="{FF2B5EF4-FFF2-40B4-BE49-F238E27FC236}">
                <a16:creationId xmlns:a16="http://schemas.microsoft.com/office/drawing/2014/main" id="{4CB15ED5-2B04-4362-9DB4-320D97D13824}"/>
              </a:ext>
            </a:extLst>
          </p:cNvPr>
          <p:cNvCxnSpPr>
            <a:cxnSpLocks/>
          </p:cNvCxnSpPr>
          <p:nvPr/>
        </p:nvCxnSpPr>
        <p:spPr>
          <a:xfrm>
            <a:off x="10190482" y="2766060"/>
            <a:ext cx="0" cy="2247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52">
            <a:extLst>
              <a:ext uri="{FF2B5EF4-FFF2-40B4-BE49-F238E27FC236}">
                <a16:creationId xmlns:a16="http://schemas.microsoft.com/office/drawing/2014/main" id="{D9E7CF03-4004-4470-9004-6AC60B7130BD}"/>
              </a:ext>
            </a:extLst>
          </p:cNvPr>
          <p:cNvCxnSpPr>
            <a:cxnSpLocks/>
          </p:cNvCxnSpPr>
          <p:nvPr/>
        </p:nvCxnSpPr>
        <p:spPr>
          <a:xfrm flipH="1">
            <a:off x="10187940" y="285369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52">
            <a:extLst>
              <a:ext uri="{FF2B5EF4-FFF2-40B4-BE49-F238E27FC236}">
                <a16:creationId xmlns:a16="http://schemas.microsoft.com/office/drawing/2014/main" id="{26FB0CE0-3086-4960-ABFE-4C49CAE7F94D}"/>
              </a:ext>
            </a:extLst>
          </p:cNvPr>
          <p:cNvCxnSpPr>
            <a:cxnSpLocks/>
          </p:cNvCxnSpPr>
          <p:nvPr/>
        </p:nvCxnSpPr>
        <p:spPr>
          <a:xfrm>
            <a:off x="10430512" y="2830830"/>
            <a:ext cx="0" cy="4038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52">
            <a:extLst>
              <a:ext uri="{FF2B5EF4-FFF2-40B4-BE49-F238E27FC236}">
                <a16:creationId xmlns:a16="http://schemas.microsoft.com/office/drawing/2014/main" id="{15FDAA41-7466-44A0-8E19-2D03FA260F49}"/>
              </a:ext>
            </a:extLst>
          </p:cNvPr>
          <p:cNvCxnSpPr>
            <a:cxnSpLocks/>
          </p:cNvCxnSpPr>
          <p:nvPr/>
        </p:nvCxnSpPr>
        <p:spPr>
          <a:xfrm flipH="1" flipV="1">
            <a:off x="9950450" y="3232150"/>
            <a:ext cx="501650" cy="222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52">
            <a:extLst>
              <a:ext uri="{FF2B5EF4-FFF2-40B4-BE49-F238E27FC236}">
                <a16:creationId xmlns:a16="http://schemas.microsoft.com/office/drawing/2014/main" id="{1A18E0EA-B4D8-473E-A048-15C42F95BE76}"/>
              </a:ext>
            </a:extLst>
          </p:cNvPr>
          <p:cNvCxnSpPr>
            <a:cxnSpLocks/>
          </p:cNvCxnSpPr>
          <p:nvPr/>
        </p:nvCxnSpPr>
        <p:spPr>
          <a:xfrm flipH="1">
            <a:off x="9734550" y="3223260"/>
            <a:ext cx="224790" cy="990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52">
            <a:extLst>
              <a:ext uri="{FF2B5EF4-FFF2-40B4-BE49-F238E27FC236}">
                <a16:creationId xmlns:a16="http://schemas.microsoft.com/office/drawing/2014/main" id="{1AA125BC-F4DE-491C-B62E-4CCA4F072181}"/>
              </a:ext>
            </a:extLst>
          </p:cNvPr>
          <p:cNvCxnSpPr>
            <a:cxnSpLocks/>
          </p:cNvCxnSpPr>
          <p:nvPr/>
        </p:nvCxnSpPr>
        <p:spPr>
          <a:xfrm flipH="1" flipV="1">
            <a:off x="9264650" y="3143250"/>
            <a:ext cx="501650" cy="184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52">
            <a:extLst>
              <a:ext uri="{FF2B5EF4-FFF2-40B4-BE49-F238E27FC236}">
                <a16:creationId xmlns:a16="http://schemas.microsoft.com/office/drawing/2014/main" id="{5FAF6468-430C-4575-B433-F773CF986832}"/>
              </a:ext>
            </a:extLst>
          </p:cNvPr>
          <p:cNvCxnSpPr>
            <a:cxnSpLocks/>
          </p:cNvCxnSpPr>
          <p:nvPr/>
        </p:nvCxnSpPr>
        <p:spPr>
          <a:xfrm>
            <a:off x="9028432" y="3238500"/>
            <a:ext cx="0" cy="1752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52">
            <a:extLst>
              <a:ext uri="{FF2B5EF4-FFF2-40B4-BE49-F238E27FC236}">
                <a16:creationId xmlns:a16="http://schemas.microsoft.com/office/drawing/2014/main" id="{CF59A493-EFCF-4B4F-80C7-BE8F9076C053}"/>
              </a:ext>
            </a:extLst>
          </p:cNvPr>
          <p:cNvCxnSpPr>
            <a:cxnSpLocks/>
          </p:cNvCxnSpPr>
          <p:nvPr/>
        </p:nvCxnSpPr>
        <p:spPr>
          <a:xfrm flipV="1">
            <a:off x="7860030" y="3429000"/>
            <a:ext cx="684530" cy="2514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52">
            <a:extLst>
              <a:ext uri="{FF2B5EF4-FFF2-40B4-BE49-F238E27FC236}">
                <a16:creationId xmlns:a16="http://schemas.microsoft.com/office/drawing/2014/main" id="{CAA0632A-3B20-4427-AF29-2C92080D1368}"/>
              </a:ext>
            </a:extLst>
          </p:cNvPr>
          <p:cNvCxnSpPr>
            <a:cxnSpLocks/>
          </p:cNvCxnSpPr>
          <p:nvPr/>
        </p:nvCxnSpPr>
        <p:spPr>
          <a:xfrm flipH="1" flipV="1">
            <a:off x="8555990" y="34112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52">
            <a:extLst>
              <a:ext uri="{FF2B5EF4-FFF2-40B4-BE49-F238E27FC236}">
                <a16:creationId xmlns:a16="http://schemas.microsoft.com/office/drawing/2014/main" id="{E96C153A-1F71-41D8-8B88-38EE25AEBF20}"/>
              </a:ext>
            </a:extLst>
          </p:cNvPr>
          <p:cNvCxnSpPr>
            <a:cxnSpLocks/>
          </p:cNvCxnSpPr>
          <p:nvPr/>
        </p:nvCxnSpPr>
        <p:spPr>
          <a:xfrm>
            <a:off x="8771892" y="3510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52">
            <a:extLst>
              <a:ext uri="{FF2B5EF4-FFF2-40B4-BE49-F238E27FC236}">
                <a16:creationId xmlns:a16="http://schemas.microsoft.com/office/drawing/2014/main" id="{9FB3D118-0E82-4DEC-9900-BB00D8217317}"/>
              </a:ext>
            </a:extLst>
          </p:cNvPr>
          <p:cNvCxnSpPr>
            <a:cxnSpLocks/>
          </p:cNvCxnSpPr>
          <p:nvPr/>
        </p:nvCxnSpPr>
        <p:spPr>
          <a:xfrm flipH="1" flipV="1">
            <a:off x="8525510" y="35890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52">
            <a:extLst>
              <a:ext uri="{FF2B5EF4-FFF2-40B4-BE49-F238E27FC236}">
                <a16:creationId xmlns:a16="http://schemas.microsoft.com/office/drawing/2014/main" id="{FE5A192F-5C88-49B5-8F44-0EE52D19A9C4}"/>
              </a:ext>
            </a:extLst>
          </p:cNvPr>
          <p:cNvCxnSpPr>
            <a:cxnSpLocks/>
          </p:cNvCxnSpPr>
          <p:nvPr/>
        </p:nvCxnSpPr>
        <p:spPr>
          <a:xfrm>
            <a:off x="8558532" y="35814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52">
            <a:extLst>
              <a:ext uri="{FF2B5EF4-FFF2-40B4-BE49-F238E27FC236}">
                <a16:creationId xmlns:a16="http://schemas.microsoft.com/office/drawing/2014/main" id="{8D487808-F975-4FC8-A1A2-7C3EE5FBCCE7}"/>
              </a:ext>
            </a:extLst>
          </p:cNvPr>
          <p:cNvCxnSpPr>
            <a:cxnSpLocks/>
          </p:cNvCxnSpPr>
          <p:nvPr/>
        </p:nvCxnSpPr>
        <p:spPr>
          <a:xfrm flipH="1" flipV="1">
            <a:off x="8312150" y="367538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452">
            <a:extLst>
              <a:ext uri="{FF2B5EF4-FFF2-40B4-BE49-F238E27FC236}">
                <a16:creationId xmlns:a16="http://schemas.microsoft.com/office/drawing/2014/main" id="{917F6764-312F-46D5-8ED8-9DB067227065}"/>
              </a:ext>
            </a:extLst>
          </p:cNvPr>
          <p:cNvCxnSpPr>
            <a:cxnSpLocks/>
          </p:cNvCxnSpPr>
          <p:nvPr/>
        </p:nvCxnSpPr>
        <p:spPr>
          <a:xfrm flipH="1">
            <a:off x="7853680" y="3670300"/>
            <a:ext cx="483870" cy="210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452">
            <a:extLst>
              <a:ext uri="{FF2B5EF4-FFF2-40B4-BE49-F238E27FC236}">
                <a16:creationId xmlns:a16="http://schemas.microsoft.com/office/drawing/2014/main" id="{8EAFE087-980E-4E57-AC5D-92E32C1FE37C}"/>
              </a:ext>
            </a:extLst>
          </p:cNvPr>
          <p:cNvCxnSpPr>
            <a:cxnSpLocks/>
          </p:cNvCxnSpPr>
          <p:nvPr/>
        </p:nvCxnSpPr>
        <p:spPr>
          <a:xfrm flipH="1" flipV="1">
            <a:off x="7636510" y="377190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452">
            <a:extLst>
              <a:ext uri="{FF2B5EF4-FFF2-40B4-BE49-F238E27FC236}">
                <a16:creationId xmlns:a16="http://schemas.microsoft.com/office/drawing/2014/main" id="{D06DCE52-516B-4B13-AB05-092ECBBB5316}"/>
              </a:ext>
            </a:extLst>
          </p:cNvPr>
          <p:cNvCxnSpPr>
            <a:cxnSpLocks/>
          </p:cNvCxnSpPr>
          <p:nvPr/>
        </p:nvCxnSpPr>
        <p:spPr>
          <a:xfrm>
            <a:off x="7618732" y="3764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452">
            <a:extLst>
              <a:ext uri="{FF2B5EF4-FFF2-40B4-BE49-F238E27FC236}">
                <a16:creationId xmlns:a16="http://schemas.microsoft.com/office/drawing/2014/main" id="{8693EB37-ABA3-41F2-9AD6-5FF636DDF5A6}"/>
              </a:ext>
            </a:extLst>
          </p:cNvPr>
          <p:cNvCxnSpPr>
            <a:cxnSpLocks/>
          </p:cNvCxnSpPr>
          <p:nvPr/>
        </p:nvCxnSpPr>
        <p:spPr>
          <a:xfrm flipH="1">
            <a:off x="7381240" y="395986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452">
            <a:extLst>
              <a:ext uri="{FF2B5EF4-FFF2-40B4-BE49-F238E27FC236}">
                <a16:creationId xmlns:a16="http://schemas.microsoft.com/office/drawing/2014/main" id="{EB9B8FFE-77F0-4564-8114-210B98164073}"/>
              </a:ext>
            </a:extLst>
          </p:cNvPr>
          <p:cNvCxnSpPr>
            <a:cxnSpLocks/>
          </p:cNvCxnSpPr>
          <p:nvPr/>
        </p:nvCxnSpPr>
        <p:spPr>
          <a:xfrm flipH="1" flipV="1">
            <a:off x="7138670" y="394462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452">
            <a:extLst>
              <a:ext uri="{FF2B5EF4-FFF2-40B4-BE49-F238E27FC236}">
                <a16:creationId xmlns:a16="http://schemas.microsoft.com/office/drawing/2014/main" id="{FE7944B6-32F6-447F-ADD8-954BC6FF748E}"/>
              </a:ext>
            </a:extLst>
          </p:cNvPr>
          <p:cNvCxnSpPr>
            <a:cxnSpLocks/>
          </p:cNvCxnSpPr>
          <p:nvPr/>
        </p:nvCxnSpPr>
        <p:spPr>
          <a:xfrm flipH="1">
            <a:off x="6913880" y="39446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452">
            <a:extLst>
              <a:ext uri="{FF2B5EF4-FFF2-40B4-BE49-F238E27FC236}">
                <a16:creationId xmlns:a16="http://schemas.microsoft.com/office/drawing/2014/main" id="{2D68F8F3-B6F7-4215-BCD5-79117CAEAF43}"/>
              </a:ext>
            </a:extLst>
          </p:cNvPr>
          <p:cNvCxnSpPr>
            <a:cxnSpLocks/>
          </p:cNvCxnSpPr>
          <p:nvPr/>
        </p:nvCxnSpPr>
        <p:spPr>
          <a:xfrm flipH="1" flipV="1">
            <a:off x="6436360" y="3876040"/>
            <a:ext cx="494030" cy="1790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452">
            <a:extLst>
              <a:ext uri="{FF2B5EF4-FFF2-40B4-BE49-F238E27FC236}">
                <a16:creationId xmlns:a16="http://schemas.microsoft.com/office/drawing/2014/main" id="{ECD43CB7-8EFF-4E62-8C87-FF3DD813CF6A}"/>
              </a:ext>
            </a:extLst>
          </p:cNvPr>
          <p:cNvCxnSpPr>
            <a:cxnSpLocks/>
          </p:cNvCxnSpPr>
          <p:nvPr/>
        </p:nvCxnSpPr>
        <p:spPr>
          <a:xfrm flipH="1">
            <a:off x="6197600" y="38684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452">
            <a:extLst>
              <a:ext uri="{FF2B5EF4-FFF2-40B4-BE49-F238E27FC236}">
                <a16:creationId xmlns:a16="http://schemas.microsoft.com/office/drawing/2014/main" id="{17F0ED19-A63B-45F0-A7C2-4491316BC8BC}"/>
              </a:ext>
            </a:extLst>
          </p:cNvPr>
          <p:cNvCxnSpPr>
            <a:cxnSpLocks/>
          </p:cNvCxnSpPr>
          <p:nvPr/>
        </p:nvCxnSpPr>
        <p:spPr>
          <a:xfrm>
            <a:off x="6186172" y="3972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452">
            <a:extLst>
              <a:ext uri="{FF2B5EF4-FFF2-40B4-BE49-F238E27FC236}">
                <a16:creationId xmlns:a16="http://schemas.microsoft.com/office/drawing/2014/main" id="{01AF5A15-09E2-4B09-B263-A3F5A44E1390}"/>
              </a:ext>
            </a:extLst>
          </p:cNvPr>
          <p:cNvCxnSpPr>
            <a:cxnSpLocks/>
          </p:cNvCxnSpPr>
          <p:nvPr/>
        </p:nvCxnSpPr>
        <p:spPr>
          <a:xfrm flipH="1">
            <a:off x="6202680" y="405638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452">
            <a:extLst>
              <a:ext uri="{FF2B5EF4-FFF2-40B4-BE49-F238E27FC236}">
                <a16:creationId xmlns:a16="http://schemas.microsoft.com/office/drawing/2014/main" id="{6A84B8D4-3D95-4B99-8CC6-7F3CB680977B}"/>
              </a:ext>
            </a:extLst>
          </p:cNvPr>
          <p:cNvCxnSpPr>
            <a:cxnSpLocks/>
          </p:cNvCxnSpPr>
          <p:nvPr/>
        </p:nvCxnSpPr>
        <p:spPr>
          <a:xfrm flipH="1" flipV="1">
            <a:off x="6447790" y="406654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452">
            <a:extLst>
              <a:ext uri="{FF2B5EF4-FFF2-40B4-BE49-F238E27FC236}">
                <a16:creationId xmlns:a16="http://schemas.microsoft.com/office/drawing/2014/main" id="{56069156-5784-4ADE-BDCF-6FAC4F3E9244}"/>
              </a:ext>
            </a:extLst>
          </p:cNvPr>
          <p:cNvCxnSpPr>
            <a:cxnSpLocks/>
          </p:cNvCxnSpPr>
          <p:nvPr/>
        </p:nvCxnSpPr>
        <p:spPr>
          <a:xfrm flipH="1">
            <a:off x="6431280" y="4147820"/>
            <a:ext cx="245110" cy="1041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452">
            <a:extLst>
              <a:ext uri="{FF2B5EF4-FFF2-40B4-BE49-F238E27FC236}">
                <a16:creationId xmlns:a16="http://schemas.microsoft.com/office/drawing/2014/main" id="{4FFF01FD-4E9A-4150-BE28-70074773B052}"/>
              </a:ext>
            </a:extLst>
          </p:cNvPr>
          <p:cNvCxnSpPr>
            <a:cxnSpLocks/>
          </p:cNvCxnSpPr>
          <p:nvPr/>
        </p:nvCxnSpPr>
        <p:spPr>
          <a:xfrm>
            <a:off x="6440172" y="42519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452">
            <a:extLst>
              <a:ext uri="{FF2B5EF4-FFF2-40B4-BE49-F238E27FC236}">
                <a16:creationId xmlns:a16="http://schemas.microsoft.com/office/drawing/2014/main" id="{52656E40-2EFE-4EAB-BFE0-135921251002}"/>
              </a:ext>
            </a:extLst>
          </p:cNvPr>
          <p:cNvCxnSpPr>
            <a:cxnSpLocks/>
          </p:cNvCxnSpPr>
          <p:nvPr/>
        </p:nvCxnSpPr>
        <p:spPr>
          <a:xfrm flipH="1" flipV="1">
            <a:off x="6421120" y="4434840"/>
            <a:ext cx="243840" cy="660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452">
            <a:extLst>
              <a:ext uri="{FF2B5EF4-FFF2-40B4-BE49-F238E27FC236}">
                <a16:creationId xmlns:a16="http://schemas.microsoft.com/office/drawing/2014/main" id="{5B681659-FFF7-4D1E-B199-966A9F4E80F5}"/>
              </a:ext>
            </a:extLst>
          </p:cNvPr>
          <p:cNvCxnSpPr>
            <a:cxnSpLocks/>
          </p:cNvCxnSpPr>
          <p:nvPr/>
        </p:nvCxnSpPr>
        <p:spPr>
          <a:xfrm>
            <a:off x="6653532" y="44856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Connector 452">
            <a:extLst>
              <a:ext uri="{FF2B5EF4-FFF2-40B4-BE49-F238E27FC236}">
                <a16:creationId xmlns:a16="http://schemas.microsoft.com/office/drawing/2014/main" id="{7854E713-67C6-40BD-8156-9407B6E457A5}"/>
              </a:ext>
            </a:extLst>
          </p:cNvPr>
          <p:cNvCxnSpPr>
            <a:cxnSpLocks/>
          </p:cNvCxnSpPr>
          <p:nvPr/>
        </p:nvCxnSpPr>
        <p:spPr>
          <a:xfrm flipH="1">
            <a:off x="6659880" y="459232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452">
            <a:extLst>
              <a:ext uri="{FF2B5EF4-FFF2-40B4-BE49-F238E27FC236}">
                <a16:creationId xmlns:a16="http://schemas.microsoft.com/office/drawing/2014/main" id="{DEF18DC8-F018-4A5A-B92A-3EE789A12764}"/>
              </a:ext>
            </a:extLst>
          </p:cNvPr>
          <p:cNvCxnSpPr>
            <a:cxnSpLocks/>
          </p:cNvCxnSpPr>
          <p:nvPr/>
        </p:nvCxnSpPr>
        <p:spPr>
          <a:xfrm>
            <a:off x="6897372" y="43891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452">
            <a:extLst>
              <a:ext uri="{FF2B5EF4-FFF2-40B4-BE49-F238E27FC236}">
                <a16:creationId xmlns:a16="http://schemas.microsoft.com/office/drawing/2014/main" id="{7B8E1349-8398-4E03-9D53-46B9868B52AF}"/>
              </a:ext>
            </a:extLst>
          </p:cNvPr>
          <p:cNvCxnSpPr>
            <a:cxnSpLocks/>
          </p:cNvCxnSpPr>
          <p:nvPr/>
        </p:nvCxnSpPr>
        <p:spPr>
          <a:xfrm flipH="1" flipV="1">
            <a:off x="6898640" y="441452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3B624F6B-619A-4B8D-801C-2CC466361470}"/>
              </a:ext>
            </a:extLst>
          </p:cNvPr>
          <p:cNvCxnSpPr>
            <a:cxnSpLocks/>
          </p:cNvCxnSpPr>
          <p:nvPr/>
        </p:nvCxnSpPr>
        <p:spPr>
          <a:xfrm flipH="1">
            <a:off x="7391400" y="448564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452">
            <a:extLst>
              <a:ext uri="{FF2B5EF4-FFF2-40B4-BE49-F238E27FC236}">
                <a16:creationId xmlns:a16="http://schemas.microsoft.com/office/drawing/2014/main" id="{F8F8E418-6629-4CE0-8C47-EA76FE7592DC}"/>
              </a:ext>
            </a:extLst>
          </p:cNvPr>
          <p:cNvCxnSpPr>
            <a:cxnSpLocks/>
          </p:cNvCxnSpPr>
          <p:nvPr/>
        </p:nvCxnSpPr>
        <p:spPr>
          <a:xfrm flipH="1" flipV="1">
            <a:off x="7132320" y="431800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452">
            <a:extLst>
              <a:ext uri="{FF2B5EF4-FFF2-40B4-BE49-F238E27FC236}">
                <a16:creationId xmlns:a16="http://schemas.microsoft.com/office/drawing/2014/main" id="{077CFE07-402A-439D-A7CD-27C89D5D011E}"/>
              </a:ext>
            </a:extLst>
          </p:cNvPr>
          <p:cNvCxnSpPr>
            <a:cxnSpLocks/>
          </p:cNvCxnSpPr>
          <p:nvPr/>
        </p:nvCxnSpPr>
        <p:spPr>
          <a:xfrm>
            <a:off x="7161532" y="41249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452">
            <a:extLst>
              <a:ext uri="{FF2B5EF4-FFF2-40B4-BE49-F238E27FC236}">
                <a16:creationId xmlns:a16="http://schemas.microsoft.com/office/drawing/2014/main" id="{1841F515-1FFF-4EEF-8AF5-7BDBD54F876F}"/>
              </a:ext>
            </a:extLst>
          </p:cNvPr>
          <p:cNvCxnSpPr>
            <a:cxnSpLocks/>
          </p:cNvCxnSpPr>
          <p:nvPr/>
        </p:nvCxnSpPr>
        <p:spPr>
          <a:xfrm flipH="1" flipV="1">
            <a:off x="7147560" y="4150360"/>
            <a:ext cx="48768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452">
            <a:extLst>
              <a:ext uri="{FF2B5EF4-FFF2-40B4-BE49-F238E27FC236}">
                <a16:creationId xmlns:a16="http://schemas.microsoft.com/office/drawing/2014/main" id="{59C7BF11-503D-490C-A8B5-845E5D738D04}"/>
              </a:ext>
            </a:extLst>
          </p:cNvPr>
          <p:cNvCxnSpPr>
            <a:cxnSpLocks/>
          </p:cNvCxnSpPr>
          <p:nvPr/>
        </p:nvCxnSpPr>
        <p:spPr>
          <a:xfrm>
            <a:off x="7618732" y="41198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452">
            <a:extLst>
              <a:ext uri="{FF2B5EF4-FFF2-40B4-BE49-F238E27FC236}">
                <a16:creationId xmlns:a16="http://schemas.microsoft.com/office/drawing/2014/main" id="{21CEE525-64BB-426B-886D-A4F8EB997802}"/>
              </a:ext>
            </a:extLst>
          </p:cNvPr>
          <p:cNvCxnSpPr>
            <a:cxnSpLocks/>
          </p:cNvCxnSpPr>
          <p:nvPr/>
        </p:nvCxnSpPr>
        <p:spPr>
          <a:xfrm flipH="1">
            <a:off x="7604760" y="3865880"/>
            <a:ext cx="731520" cy="2794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452">
            <a:extLst>
              <a:ext uri="{FF2B5EF4-FFF2-40B4-BE49-F238E27FC236}">
                <a16:creationId xmlns:a16="http://schemas.microsoft.com/office/drawing/2014/main" id="{D129ED92-607A-4F5F-B3C7-5EFD319DAF12}"/>
              </a:ext>
            </a:extLst>
          </p:cNvPr>
          <p:cNvCxnSpPr>
            <a:cxnSpLocks/>
          </p:cNvCxnSpPr>
          <p:nvPr/>
        </p:nvCxnSpPr>
        <p:spPr>
          <a:xfrm>
            <a:off x="8329932" y="38608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452">
            <a:extLst>
              <a:ext uri="{FF2B5EF4-FFF2-40B4-BE49-F238E27FC236}">
                <a16:creationId xmlns:a16="http://schemas.microsoft.com/office/drawing/2014/main" id="{2BADC489-0FE9-4DF0-8C38-9B8C967A2832}"/>
              </a:ext>
            </a:extLst>
          </p:cNvPr>
          <p:cNvCxnSpPr>
            <a:cxnSpLocks/>
          </p:cNvCxnSpPr>
          <p:nvPr/>
        </p:nvCxnSpPr>
        <p:spPr>
          <a:xfrm flipH="1" flipV="1">
            <a:off x="8317230" y="406146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452">
            <a:extLst>
              <a:ext uri="{FF2B5EF4-FFF2-40B4-BE49-F238E27FC236}">
                <a16:creationId xmlns:a16="http://schemas.microsoft.com/office/drawing/2014/main" id="{B1E749A6-B90C-4FFA-A2C1-AA0F69FD878D}"/>
              </a:ext>
            </a:extLst>
          </p:cNvPr>
          <p:cNvCxnSpPr>
            <a:cxnSpLocks/>
          </p:cNvCxnSpPr>
          <p:nvPr/>
        </p:nvCxnSpPr>
        <p:spPr>
          <a:xfrm flipH="1">
            <a:off x="8544560" y="404876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452">
            <a:extLst>
              <a:ext uri="{FF2B5EF4-FFF2-40B4-BE49-F238E27FC236}">
                <a16:creationId xmlns:a16="http://schemas.microsoft.com/office/drawing/2014/main" id="{C7956C03-A3D0-4C5B-8115-DB0A83B6B4EE}"/>
              </a:ext>
            </a:extLst>
          </p:cNvPr>
          <p:cNvCxnSpPr>
            <a:cxnSpLocks/>
          </p:cNvCxnSpPr>
          <p:nvPr/>
        </p:nvCxnSpPr>
        <p:spPr>
          <a:xfrm flipH="1" flipV="1">
            <a:off x="8809990" y="404622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452">
            <a:extLst>
              <a:ext uri="{FF2B5EF4-FFF2-40B4-BE49-F238E27FC236}">
                <a16:creationId xmlns:a16="http://schemas.microsoft.com/office/drawing/2014/main" id="{102CED34-B64E-4A0C-9A59-D0C84BCF8D3E}"/>
              </a:ext>
            </a:extLst>
          </p:cNvPr>
          <p:cNvCxnSpPr>
            <a:cxnSpLocks/>
          </p:cNvCxnSpPr>
          <p:nvPr/>
        </p:nvCxnSpPr>
        <p:spPr>
          <a:xfrm>
            <a:off x="9036052" y="41148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452">
            <a:extLst>
              <a:ext uri="{FF2B5EF4-FFF2-40B4-BE49-F238E27FC236}">
                <a16:creationId xmlns:a16="http://schemas.microsoft.com/office/drawing/2014/main" id="{01E9BAFC-8F3F-4C67-B55D-A1F71FE20B48}"/>
              </a:ext>
            </a:extLst>
          </p:cNvPr>
          <p:cNvCxnSpPr>
            <a:cxnSpLocks/>
          </p:cNvCxnSpPr>
          <p:nvPr/>
        </p:nvCxnSpPr>
        <p:spPr>
          <a:xfrm flipH="1" flipV="1">
            <a:off x="8799830" y="422910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452">
            <a:extLst>
              <a:ext uri="{FF2B5EF4-FFF2-40B4-BE49-F238E27FC236}">
                <a16:creationId xmlns:a16="http://schemas.microsoft.com/office/drawing/2014/main" id="{5C8B2BFB-65CB-4552-9BF5-6C014A39C502}"/>
              </a:ext>
            </a:extLst>
          </p:cNvPr>
          <p:cNvCxnSpPr>
            <a:cxnSpLocks/>
          </p:cNvCxnSpPr>
          <p:nvPr/>
        </p:nvCxnSpPr>
        <p:spPr>
          <a:xfrm>
            <a:off x="8797292" y="42113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452">
            <a:extLst>
              <a:ext uri="{FF2B5EF4-FFF2-40B4-BE49-F238E27FC236}">
                <a16:creationId xmlns:a16="http://schemas.microsoft.com/office/drawing/2014/main" id="{B73ACE05-B78B-448D-810C-43363428B35E}"/>
              </a:ext>
            </a:extLst>
          </p:cNvPr>
          <p:cNvCxnSpPr>
            <a:cxnSpLocks/>
          </p:cNvCxnSpPr>
          <p:nvPr/>
        </p:nvCxnSpPr>
        <p:spPr>
          <a:xfrm flipH="1" flipV="1">
            <a:off x="8310880" y="4241800"/>
            <a:ext cx="492760" cy="1879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452">
            <a:extLst>
              <a:ext uri="{FF2B5EF4-FFF2-40B4-BE49-F238E27FC236}">
                <a16:creationId xmlns:a16="http://schemas.microsoft.com/office/drawing/2014/main" id="{07D5AF1C-9A4C-4F66-A2EE-226A02E88578}"/>
              </a:ext>
            </a:extLst>
          </p:cNvPr>
          <p:cNvCxnSpPr>
            <a:cxnSpLocks/>
          </p:cNvCxnSpPr>
          <p:nvPr/>
        </p:nvCxnSpPr>
        <p:spPr>
          <a:xfrm flipH="1">
            <a:off x="8067040" y="424180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452">
            <a:extLst>
              <a:ext uri="{FF2B5EF4-FFF2-40B4-BE49-F238E27FC236}">
                <a16:creationId xmlns:a16="http://schemas.microsoft.com/office/drawing/2014/main" id="{37E53A1B-B183-4E26-B069-577BB63D411B}"/>
              </a:ext>
            </a:extLst>
          </p:cNvPr>
          <p:cNvCxnSpPr>
            <a:cxnSpLocks/>
          </p:cNvCxnSpPr>
          <p:nvPr/>
        </p:nvCxnSpPr>
        <p:spPr>
          <a:xfrm flipV="1">
            <a:off x="8088631" y="4335780"/>
            <a:ext cx="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452">
            <a:extLst>
              <a:ext uri="{FF2B5EF4-FFF2-40B4-BE49-F238E27FC236}">
                <a16:creationId xmlns:a16="http://schemas.microsoft.com/office/drawing/2014/main" id="{C8379F1C-9C02-4DF3-A873-1FB44B2AA2C8}"/>
              </a:ext>
            </a:extLst>
          </p:cNvPr>
          <p:cNvCxnSpPr>
            <a:cxnSpLocks/>
          </p:cNvCxnSpPr>
          <p:nvPr/>
        </p:nvCxnSpPr>
        <p:spPr>
          <a:xfrm>
            <a:off x="8319772" y="4399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452">
            <a:extLst>
              <a:ext uri="{FF2B5EF4-FFF2-40B4-BE49-F238E27FC236}">
                <a16:creationId xmlns:a16="http://schemas.microsoft.com/office/drawing/2014/main" id="{9B19DA93-C2B4-4C2F-838F-40105114FED5}"/>
              </a:ext>
            </a:extLst>
          </p:cNvPr>
          <p:cNvCxnSpPr>
            <a:cxnSpLocks/>
          </p:cNvCxnSpPr>
          <p:nvPr/>
        </p:nvCxnSpPr>
        <p:spPr>
          <a:xfrm flipH="1" flipV="1">
            <a:off x="8337550" y="4594860"/>
            <a:ext cx="49657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452">
            <a:extLst>
              <a:ext uri="{FF2B5EF4-FFF2-40B4-BE49-F238E27FC236}">
                <a16:creationId xmlns:a16="http://schemas.microsoft.com/office/drawing/2014/main" id="{BE79543F-6B56-410A-AC52-15BC7A97754F}"/>
              </a:ext>
            </a:extLst>
          </p:cNvPr>
          <p:cNvCxnSpPr>
            <a:cxnSpLocks/>
          </p:cNvCxnSpPr>
          <p:nvPr/>
        </p:nvCxnSpPr>
        <p:spPr>
          <a:xfrm flipH="1">
            <a:off x="8102601" y="4795520"/>
            <a:ext cx="71120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452">
            <a:extLst>
              <a:ext uri="{FF2B5EF4-FFF2-40B4-BE49-F238E27FC236}">
                <a16:creationId xmlns:a16="http://schemas.microsoft.com/office/drawing/2014/main" id="{2FEC338B-BDAA-428D-BA10-DCBD7B461AA4}"/>
              </a:ext>
            </a:extLst>
          </p:cNvPr>
          <p:cNvCxnSpPr>
            <a:cxnSpLocks/>
          </p:cNvCxnSpPr>
          <p:nvPr/>
        </p:nvCxnSpPr>
        <p:spPr>
          <a:xfrm flipH="1">
            <a:off x="8056880" y="441960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452">
            <a:extLst>
              <a:ext uri="{FF2B5EF4-FFF2-40B4-BE49-F238E27FC236}">
                <a16:creationId xmlns:a16="http://schemas.microsoft.com/office/drawing/2014/main" id="{C28A1A3A-0788-4939-8F72-282E8501B49D}"/>
              </a:ext>
            </a:extLst>
          </p:cNvPr>
          <p:cNvCxnSpPr>
            <a:cxnSpLocks/>
          </p:cNvCxnSpPr>
          <p:nvPr/>
        </p:nvCxnSpPr>
        <p:spPr>
          <a:xfrm>
            <a:off x="8081012" y="48717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452">
            <a:extLst>
              <a:ext uri="{FF2B5EF4-FFF2-40B4-BE49-F238E27FC236}">
                <a16:creationId xmlns:a16="http://schemas.microsoft.com/office/drawing/2014/main" id="{37A32B32-6C44-4BC8-8761-DC6EEC0D2148}"/>
              </a:ext>
            </a:extLst>
          </p:cNvPr>
          <p:cNvCxnSpPr>
            <a:cxnSpLocks/>
          </p:cNvCxnSpPr>
          <p:nvPr/>
        </p:nvCxnSpPr>
        <p:spPr>
          <a:xfrm flipH="1">
            <a:off x="8056880" y="4780280"/>
            <a:ext cx="264160" cy="116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452">
            <a:extLst>
              <a:ext uri="{FF2B5EF4-FFF2-40B4-BE49-F238E27FC236}">
                <a16:creationId xmlns:a16="http://schemas.microsoft.com/office/drawing/2014/main" id="{33DD1FC5-3C44-476C-893F-8612007B9DFD}"/>
              </a:ext>
            </a:extLst>
          </p:cNvPr>
          <p:cNvCxnSpPr>
            <a:cxnSpLocks/>
          </p:cNvCxnSpPr>
          <p:nvPr/>
        </p:nvCxnSpPr>
        <p:spPr>
          <a:xfrm flipH="1" flipV="1">
            <a:off x="8078470" y="470154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452">
            <a:extLst>
              <a:ext uri="{FF2B5EF4-FFF2-40B4-BE49-F238E27FC236}">
                <a16:creationId xmlns:a16="http://schemas.microsoft.com/office/drawing/2014/main" id="{E644AE05-C669-414F-B21E-7A22DDA0B645}"/>
              </a:ext>
            </a:extLst>
          </p:cNvPr>
          <p:cNvCxnSpPr>
            <a:cxnSpLocks/>
          </p:cNvCxnSpPr>
          <p:nvPr/>
        </p:nvCxnSpPr>
        <p:spPr>
          <a:xfrm flipH="1">
            <a:off x="7853680" y="467868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452">
            <a:extLst>
              <a:ext uri="{FF2B5EF4-FFF2-40B4-BE49-F238E27FC236}">
                <a16:creationId xmlns:a16="http://schemas.microsoft.com/office/drawing/2014/main" id="{3E874596-56A0-4726-8F88-339D133119F4}"/>
              </a:ext>
            </a:extLst>
          </p:cNvPr>
          <p:cNvCxnSpPr>
            <a:cxnSpLocks/>
          </p:cNvCxnSpPr>
          <p:nvPr/>
        </p:nvCxnSpPr>
        <p:spPr>
          <a:xfrm>
            <a:off x="7862572" y="47802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452">
            <a:extLst>
              <a:ext uri="{FF2B5EF4-FFF2-40B4-BE49-F238E27FC236}">
                <a16:creationId xmlns:a16="http://schemas.microsoft.com/office/drawing/2014/main" id="{BA8512CD-C3B5-4C2D-8844-41AE08E76942}"/>
              </a:ext>
            </a:extLst>
          </p:cNvPr>
          <p:cNvCxnSpPr>
            <a:cxnSpLocks/>
          </p:cNvCxnSpPr>
          <p:nvPr/>
        </p:nvCxnSpPr>
        <p:spPr>
          <a:xfrm flipH="1">
            <a:off x="7614920" y="495300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452">
            <a:extLst>
              <a:ext uri="{FF2B5EF4-FFF2-40B4-BE49-F238E27FC236}">
                <a16:creationId xmlns:a16="http://schemas.microsoft.com/office/drawing/2014/main" id="{92685A49-2C5D-44AD-93AC-B920C3CBF5BA}"/>
              </a:ext>
            </a:extLst>
          </p:cNvPr>
          <p:cNvCxnSpPr>
            <a:cxnSpLocks/>
          </p:cNvCxnSpPr>
          <p:nvPr/>
        </p:nvCxnSpPr>
        <p:spPr>
          <a:xfrm>
            <a:off x="7618732" y="48717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452">
            <a:extLst>
              <a:ext uri="{FF2B5EF4-FFF2-40B4-BE49-F238E27FC236}">
                <a16:creationId xmlns:a16="http://schemas.microsoft.com/office/drawing/2014/main" id="{14D843D8-003D-4A41-AAD0-D2CD50DA83FD}"/>
              </a:ext>
            </a:extLst>
          </p:cNvPr>
          <p:cNvCxnSpPr>
            <a:cxnSpLocks/>
          </p:cNvCxnSpPr>
          <p:nvPr/>
        </p:nvCxnSpPr>
        <p:spPr>
          <a:xfrm flipH="1">
            <a:off x="7376160" y="4866640"/>
            <a:ext cx="238760" cy="1219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452">
            <a:extLst>
              <a:ext uri="{FF2B5EF4-FFF2-40B4-BE49-F238E27FC236}">
                <a16:creationId xmlns:a16="http://schemas.microsoft.com/office/drawing/2014/main" id="{5699B478-B79A-4403-8153-5EB76BC3E1C7}"/>
              </a:ext>
            </a:extLst>
          </p:cNvPr>
          <p:cNvCxnSpPr>
            <a:cxnSpLocks/>
          </p:cNvCxnSpPr>
          <p:nvPr/>
        </p:nvCxnSpPr>
        <p:spPr>
          <a:xfrm>
            <a:off x="7379972" y="49580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452">
            <a:extLst>
              <a:ext uri="{FF2B5EF4-FFF2-40B4-BE49-F238E27FC236}">
                <a16:creationId xmlns:a16="http://schemas.microsoft.com/office/drawing/2014/main" id="{51132AAD-6969-46D0-9289-F8BE2CE602C0}"/>
              </a:ext>
            </a:extLst>
          </p:cNvPr>
          <p:cNvCxnSpPr>
            <a:cxnSpLocks/>
          </p:cNvCxnSpPr>
          <p:nvPr/>
        </p:nvCxnSpPr>
        <p:spPr>
          <a:xfrm flipH="1">
            <a:off x="7137400" y="5151120"/>
            <a:ext cx="243840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452">
            <a:extLst>
              <a:ext uri="{FF2B5EF4-FFF2-40B4-BE49-F238E27FC236}">
                <a16:creationId xmlns:a16="http://schemas.microsoft.com/office/drawing/2014/main" id="{F105FE52-D045-4751-A9A0-DABF40D349A0}"/>
              </a:ext>
            </a:extLst>
          </p:cNvPr>
          <p:cNvCxnSpPr>
            <a:cxnSpLocks/>
          </p:cNvCxnSpPr>
          <p:nvPr/>
        </p:nvCxnSpPr>
        <p:spPr>
          <a:xfrm>
            <a:off x="7151372" y="4881880"/>
            <a:ext cx="0" cy="3619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Straight Connector 452">
            <a:extLst>
              <a:ext uri="{FF2B5EF4-FFF2-40B4-BE49-F238E27FC236}">
                <a16:creationId xmlns:a16="http://schemas.microsoft.com/office/drawing/2014/main" id="{89277898-25B7-427B-969A-3080AF25BDDD}"/>
              </a:ext>
            </a:extLst>
          </p:cNvPr>
          <p:cNvCxnSpPr>
            <a:cxnSpLocks/>
          </p:cNvCxnSpPr>
          <p:nvPr/>
        </p:nvCxnSpPr>
        <p:spPr>
          <a:xfrm flipH="1">
            <a:off x="6913880" y="488188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452">
            <a:extLst>
              <a:ext uri="{FF2B5EF4-FFF2-40B4-BE49-F238E27FC236}">
                <a16:creationId xmlns:a16="http://schemas.microsoft.com/office/drawing/2014/main" id="{FA9B21E7-96C5-40F2-90E2-CE7EDA2D11E4}"/>
              </a:ext>
            </a:extLst>
          </p:cNvPr>
          <p:cNvCxnSpPr>
            <a:cxnSpLocks/>
          </p:cNvCxnSpPr>
          <p:nvPr/>
        </p:nvCxnSpPr>
        <p:spPr>
          <a:xfrm>
            <a:off x="6922772" y="49580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452">
            <a:extLst>
              <a:ext uri="{FF2B5EF4-FFF2-40B4-BE49-F238E27FC236}">
                <a16:creationId xmlns:a16="http://schemas.microsoft.com/office/drawing/2014/main" id="{83145F0E-EDC5-403A-B363-846F0DD6BBEB}"/>
              </a:ext>
            </a:extLst>
          </p:cNvPr>
          <p:cNvCxnSpPr>
            <a:cxnSpLocks/>
          </p:cNvCxnSpPr>
          <p:nvPr/>
        </p:nvCxnSpPr>
        <p:spPr>
          <a:xfrm flipH="1">
            <a:off x="6659880" y="515620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452">
            <a:extLst>
              <a:ext uri="{FF2B5EF4-FFF2-40B4-BE49-F238E27FC236}">
                <a16:creationId xmlns:a16="http://schemas.microsoft.com/office/drawing/2014/main" id="{6C92D1CA-F981-41ED-B67F-25A398ADC5D0}"/>
              </a:ext>
            </a:extLst>
          </p:cNvPr>
          <p:cNvCxnSpPr>
            <a:cxnSpLocks/>
          </p:cNvCxnSpPr>
          <p:nvPr/>
        </p:nvCxnSpPr>
        <p:spPr>
          <a:xfrm>
            <a:off x="6663692" y="502412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452">
            <a:extLst>
              <a:ext uri="{FF2B5EF4-FFF2-40B4-BE49-F238E27FC236}">
                <a16:creationId xmlns:a16="http://schemas.microsoft.com/office/drawing/2014/main" id="{67502389-992E-4D36-9AF2-09CF3839E937}"/>
              </a:ext>
            </a:extLst>
          </p:cNvPr>
          <p:cNvCxnSpPr>
            <a:cxnSpLocks/>
          </p:cNvCxnSpPr>
          <p:nvPr/>
        </p:nvCxnSpPr>
        <p:spPr>
          <a:xfrm flipH="1" flipV="1">
            <a:off x="6432550" y="496570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452">
            <a:extLst>
              <a:ext uri="{FF2B5EF4-FFF2-40B4-BE49-F238E27FC236}">
                <a16:creationId xmlns:a16="http://schemas.microsoft.com/office/drawing/2014/main" id="{28E325DC-6BE8-4EE9-8710-456B4C035A7D}"/>
              </a:ext>
            </a:extLst>
          </p:cNvPr>
          <p:cNvCxnSpPr>
            <a:cxnSpLocks/>
          </p:cNvCxnSpPr>
          <p:nvPr/>
        </p:nvCxnSpPr>
        <p:spPr>
          <a:xfrm flipH="1">
            <a:off x="6197600" y="497332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452">
            <a:extLst>
              <a:ext uri="{FF2B5EF4-FFF2-40B4-BE49-F238E27FC236}">
                <a16:creationId xmlns:a16="http://schemas.microsoft.com/office/drawing/2014/main" id="{7904EBB4-4799-4689-862F-A1495B112C30}"/>
              </a:ext>
            </a:extLst>
          </p:cNvPr>
          <p:cNvCxnSpPr>
            <a:cxnSpLocks/>
          </p:cNvCxnSpPr>
          <p:nvPr/>
        </p:nvCxnSpPr>
        <p:spPr>
          <a:xfrm flipH="1" flipV="1">
            <a:off x="5720080" y="4871720"/>
            <a:ext cx="492760" cy="18288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Connector 452">
            <a:extLst>
              <a:ext uri="{FF2B5EF4-FFF2-40B4-BE49-F238E27FC236}">
                <a16:creationId xmlns:a16="http://schemas.microsoft.com/office/drawing/2014/main" id="{568B8FCA-441F-46DC-93AC-AD9E3852580D}"/>
              </a:ext>
            </a:extLst>
          </p:cNvPr>
          <p:cNvCxnSpPr>
            <a:cxnSpLocks/>
          </p:cNvCxnSpPr>
          <p:nvPr/>
        </p:nvCxnSpPr>
        <p:spPr>
          <a:xfrm flipH="1">
            <a:off x="5491480" y="4881563"/>
            <a:ext cx="223520" cy="9683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452">
            <a:extLst>
              <a:ext uri="{FF2B5EF4-FFF2-40B4-BE49-F238E27FC236}">
                <a16:creationId xmlns:a16="http://schemas.microsoft.com/office/drawing/2014/main" id="{123175D5-22ED-46AA-978E-18F1FD03949E}"/>
              </a:ext>
            </a:extLst>
          </p:cNvPr>
          <p:cNvCxnSpPr>
            <a:cxnSpLocks/>
          </p:cNvCxnSpPr>
          <p:nvPr/>
        </p:nvCxnSpPr>
        <p:spPr>
          <a:xfrm flipH="1" flipV="1">
            <a:off x="4785360" y="4704080"/>
            <a:ext cx="69596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Connector 452">
            <a:extLst>
              <a:ext uri="{FF2B5EF4-FFF2-40B4-BE49-F238E27FC236}">
                <a16:creationId xmlns:a16="http://schemas.microsoft.com/office/drawing/2014/main" id="{5F9944E8-33C5-4463-A43D-74E51AD51B96}"/>
              </a:ext>
            </a:extLst>
          </p:cNvPr>
          <p:cNvCxnSpPr>
            <a:cxnSpLocks/>
          </p:cNvCxnSpPr>
          <p:nvPr/>
        </p:nvCxnSpPr>
        <p:spPr>
          <a:xfrm>
            <a:off x="4779012" y="4333240"/>
            <a:ext cx="0" cy="3822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452">
            <a:extLst>
              <a:ext uri="{FF2B5EF4-FFF2-40B4-BE49-F238E27FC236}">
                <a16:creationId xmlns:a16="http://schemas.microsoft.com/office/drawing/2014/main" id="{4615E6F7-D2D4-47F4-B923-CD054FD18D39}"/>
              </a:ext>
            </a:extLst>
          </p:cNvPr>
          <p:cNvCxnSpPr>
            <a:cxnSpLocks/>
          </p:cNvCxnSpPr>
          <p:nvPr/>
        </p:nvCxnSpPr>
        <p:spPr>
          <a:xfrm flipH="1" flipV="1">
            <a:off x="4058920" y="4048760"/>
            <a:ext cx="695960" cy="2692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452">
            <a:extLst>
              <a:ext uri="{FF2B5EF4-FFF2-40B4-BE49-F238E27FC236}">
                <a16:creationId xmlns:a16="http://schemas.microsoft.com/office/drawing/2014/main" id="{39876DB6-8F8B-4D15-955A-9C187D0933EE}"/>
              </a:ext>
            </a:extLst>
          </p:cNvPr>
          <p:cNvCxnSpPr>
            <a:cxnSpLocks/>
          </p:cNvCxnSpPr>
          <p:nvPr/>
        </p:nvCxnSpPr>
        <p:spPr>
          <a:xfrm flipH="1">
            <a:off x="3820160" y="404368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452">
            <a:extLst>
              <a:ext uri="{FF2B5EF4-FFF2-40B4-BE49-F238E27FC236}">
                <a16:creationId xmlns:a16="http://schemas.microsoft.com/office/drawing/2014/main" id="{184F2790-8618-489B-BF03-7368FB48C989}"/>
              </a:ext>
            </a:extLst>
          </p:cNvPr>
          <p:cNvCxnSpPr>
            <a:cxnSpLocks/>
          </p:cNvCxnSpPr>
          <p:nvPr/>
        </p:nvCxnSpPr>
        <p:spPr>
          <a:xfrm>
            <a:off x="3823972" y="41300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452">
            <a:extLst>
              <a:ext uri="{FF2B5EF4-FFF2-40B4-BE49-F238E27FC236}">
                <a16:creationId xmlns:a16="http://schemas.microsoft.com/office/drawing/2014/main" id="{EB5F258F-8B8A-4DEA-A908-F685A6580311}"/>
              </a:ext>
            </a:extLst>
          </p:cNvPr>
          <p:cNvCxnSpPr>
            <a:cxnSpLocks/>
          </p:cNvCxnSpPr>
          <p:nvPr/>
        </p:nvCxnSpPr>
        <p:spPr>
          <a:xfrm flipH="1" flipV="1">
            <a:off x="3867150" y="433578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452">
            <a:extLst>
              <a:ext uri="{FF2B5EF4-FFF2-40B4-BE49-F238E27FC236}">
                <a16:creationId xmlns:a16="http://schemas.microsoft.com/office/drawing/2014/main" id="{75928F06-426E-46FB-BC4C-8F0FD79D8341}"/>
              </a:ext>
            </a:extLst>
          </p:cNvPr>
          <p:cNvCxnSpPr>
            <a:cxnSpLocks/>
          </p:cNvCxnSpPr>
          <p:nvPr/>
        </p:nvCxnSpPr>
        <p:spPr>
          <a:xfrm>
            <a:off x="4067812" y="4226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452">
            <a:extLst>
              <a:ext uri="{FF2B5EF4-FFF2-40B4-BE49-F238E27FC236}">
                <a16:creationId xmlns:a16="http://schemas.microsoft.com/office/drawing/2014/main" id="{BC898F88-3090-40F0-B53F-B7D5AB6EDE62}"/>
              </a:ext>
            </a:extLst>
          </p:cNvPr>
          <p:cNvCxnSpPr>
            <a:cxnSpLocks/>
          </p:cNvCxnSpPr>
          <p:nvPr/>
        </p:nvCxnSpPr>
        <p:spPr>
          <a:xfrm flipH="1" flipV="1">
            <a:off x="4075430" y="4229100"/>
            <a:ext cx="50165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452">
            <a:extLst>
              <a:ext uri="{FF2B5EF4-FFF2-40B4-BE49-F238E27FC236}">
                <a16:creationId xmlns:a16="http://schemas.microsoft.com/office/drawing/2014/main" id="{9C6EFBCB-3782-45DA-9528-C650A0E6144C}"/>
              </a:ext>
            </a:extLst>
          </p:cNvPr>
          <p:cNvCxnSpPr>
            <a:cxnSpLocks/>
          </p:cNvCxnSpPr>
          <p:nvPr/>
        </p:nvCxnSpPr>
        <p:spPr>
          <a:xfrm>
            <a:off x="4540252" y="439420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452">
            <a:extLst>
              <a:ext uri="{FF2B5EF4-FFF2-40B4-BE49-F238E27FC236}">
                <a16:creationId xmlns:a16="http://schemas.microsoft.com/office/drawing/2014/main" id="{1CF3F6DF-2FD4-49EB-828E-6F5938F54134}"/>
              </a:ext>
            </a:extLst>
          </p:cNvPr>
          <p:cNvCxnSpPr>
            <a:cxnSpLocks/>
          </p:cNvCxnSpPr>
          <p:nvPr/>
        </p:nvCxnSpPr>
        <p:spPr>
          <a:xfrm flipH="1">
            <a:off x="4292600" y="4612640"/>
            <a:ext cx="238760" cy="965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452">
            <a:extLst>
              <a:ext uri="{FF2B5EF4-FFF2-40B4-BE49-F238E27FC236}">
                <a16:creationId xmlns:a16="http://schemas.microsoft.com/office/drawing/2014/main" id="{9F48E234-7212-479C-9DDF-D332D7F67C2C}"/>
              </a:ext>
            </a:extLst>
          </p:cNvPr>
          <p:cNvCxnSpPr>
            <a:cxnSpLocks/>
          </p:cNvCxnSpPr>
          <p:nvPr/>
        </p:nvCxnSpPr>
        <p:spPr>
          <a:xfrm>
            <a:off x="4301492" y="46888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452">
            <a:extLst>
              <a:ext uri="{FF2B5EF4-FFF2-40B4-BE49-F238E27FC236}">
                <a16:creationId xmlns:a16="http://schemas.microsoft.com/office/drawing/2014/main" id="{998811D4-AFB9-4E45-986A-ADAF638C6914}"/>
              </a:ext>
            </a:extLst>
          </p:cNvPr>
          <p:cNvCxnSpPr>
            <a:cxnSpLocks/>
          </p:cNvCxnSpPr>
          <p:nvPr/>
        </p:nvCxnSpPr>
        <p:spPr>
          <a:xfrm flipH="1">
            <a:off x="4319270" y="4775200"/>
            <a:ext cx="242570" cy="1143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452">
            <a:extLst>
              <a:ext uri="{FF2B5EF4-FFF2-40B4-BE49-F238E27FC236}">
                <a16:creationId xmlns:a16="http://schemas.microsoft.com/office/drawing/2014/main" id="{B8CD6763-D32F-4039-8B97-14EC610A1722}"/>
              </a:ext>
            </a:extLst>
          </p:cNvPr>
          <p:cNvCxnSpPr>
            <a:cxnSpLocks/>
          </p:cNvCxnSpPr>
          <p:nvPr/>
        </p:nvCxnSpPr>
        <p:spPr>
          <a:xfrm>
            <a:off x="4535172" y="47853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452">
            <a:extLst>
              <a:ext uri="{FF2B5EF4-FFF2-40B4-BE49-F238E27FC236}">
                <a16:creationId xmlns:a16="http://schemas.microsoft.com/office/drawing/2014/main" id="{9E43617A-DB2A-49A4-ABE6-AB56E8978DAA}"/>
              </a:ext>
            </a:extLst>
          </p:cNvPr>
          <p:cNvCxnSpPr>
            <a:cxnSpLocks/>
          </p:cNvCxnSpPr>
          <p:nvPr/>
        </p:nvCxnSpPr>
        <p:spPr>
          <a:xfrm flipH="1" flipV="1">
            <a:off x="4563110" y="4970780"/>
            <a:ext cx="217170" cy="8382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452">
            <a:extLst>
              <a:ext uri="{FF2B5EF4-FFF2-40B4-BE49-F238E27FC236}">
                <a16:creationId xmlns:a16="http://schemas.microsoft.com/office/drawing/2014/main" id="{9EA8E3E5-8792-406F-AC29-539FC43B44B6}"/>
              </a:ext>
            </a:extLst>
          </p:cNvPr>
          <p:cNvCxnSpPr>
            <a:cxnSpLocks/>
          </p:cNvCxnSpPr>
          <p:nvPr/>
        </p:nvCxnSpPr>
        <p:spPr>
          <a:xfrm>
            <a:off x="4763772" y="486156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452">
            <a:extLst>
              <a:ext uri="{FF2B5EF4-FFF2-40B4-BE49-F238E27FC236}">
                <a16:creationId xmlns:a16="http://schemas.microsoft.com/office/drawing/2014/main" id="{35E93EB6-AE35-4533-9713-CD6CE1DEB5B8}"/>
              </a:ext>
            </a:extLst>
          </p:cNvPr>
          <p:cNvCxnSpPr>
            <a:cxnSpLocks/>
          </p:cNvCxnSpPr>
          <p:nvPr/>
        </p:nvCxnSpPr>
        <p:spPr>
          <a:xfrm flipH="1" flipV="1">
            <a:off x="4775200" y="4866640"/>
            <a:ext cx="955040" cy="3708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452">
            <a:extLst>
              <a:ext uri="{FF2B5EF4-FFF2-40B4-BE49-F238E27FC236}">
                <a16:creationId xmlns:a16="http://schemas.microsoft.com/office/drawing/2014/main" id="{C70D44CA-FE28-4BC1-AB24-409F37D6809D}"/>
              </a:ext>
            </a:extLst>
          </p:cNvPr>
          <p:cNvCxnSpPr>
            <a:cxnSpLocks/>
          </p:cNvCxnSpPr>
          <p:nvPr/>
        </p:nvCxnSpPr>
        <p:spPr>
          <a:xfrm>
            <a:off x="5713732" y="50190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452">
            <a:extLst>
              <a:ext uri="{FF2B5EF4-FFF2-40B4-BE49-F238E27FC236}">
                <a16:creationId xmlns:a16="http://schemas.microsoft.com/office/drawing/2014/main" id="{269178FB-A99C-4FB2-A99A-745534467EF1}"/>
              </a:ext>
            </a:extLst>
          </p:cNvPr>
          <p:cNvCxnSpPr>
            <a:cxnSpLocks/>
          </p:cNvCxnSpPr>
          <p:nvPr/>
        </p:nvCxnSpPr>
        <p:spPr>
          <a:xfrm flipH="1" flipV="1">
            <a:off x="5726430" y="5067300"/>
            <a:ext cx="501650" cy="2006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452">
            <a:extLst>
              <a:ext uri="{FF2B5EF4-FFF2-40B4-BE49-F238E27FC236}">
                <a16:creationId xmlns:a16="http://schemas.microsoft.com/office/drawing/2014/main" id="{6DF2926F-0072-4A07-8EC9-32E2F94F63EF}"/>
              </a:ext>
            </a:extLst>
          </p:cNvPr>
          <p:cNvCxnSpPr>
            <a:cxnSpLocks/>
          </p:cNvCxnSpPr>
          <p:nvPr/>
        </p:nvCxnSpPr>
        <p:spPr>
          <a:xfrm flipV="1">
            <a:off x="6196332" y="5166360"/>
            <a:ext cx="240028" cy="1016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452">
            <a:extLst>
              <a:ext uri="{FF2B5EF4-FFF2-40B4-BE49-F238E27FC236}">
                <a16:creationId xmlns:a16="http://schemas.microsoft.com/office/drawing/2014/main" id="{7EAAAC27-D25F-42B7-A352-76FC6A57760D}"/>
              </a:ext>
            </a:extLst>
          </p:cNvPr>
          <p:cNvCxnSpPr>
            <a:cxnSpLocks/>
          </p:cNvCxnSpPr>
          <p:nvPr/>
        </p:nvCxnSpPr>
        <p:spPr>
          <a:xfrm flipH="1" flipV="1">
            <a:off x="6169660" y="2679383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452">
            <a:extLst>
              <a:ext uri="{FF2B5EF4-FFF2-40B4-BE49-F238E27FC236}">
                <a16:creationId xmlns:a16="http://schemas.microsoft.com/office/drawing/2014/main" id="{4315149F-4F8C-4031-A918-EFF384574F5B}"/>
              </a:ext>
            </a:extLst>
          </p:cNvPr>
          <p:cNvCxnSpPr>
            <a:cxnSpLocks/>
          </p:cNvCxnSpPr>
          <p:nvPr/>
        </p:nvCxnSpPr>
        <p:spPr>
          <a:xfrm>
            <a:off x="6662422" y="3048000"/>
            <a:ext cx="0" cy="5753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452">
            <a:extLst>
              <a:ext uri="{FF2B5EF4-FFF2-40B4-BE49-F238E27FC236}">
                <a16:creationId xmlns:a16="http://schemas.microsoft.com/office/drawing/2014/main" id="{1CC9207F-C3DE-41D6-AD60-DE4127F31ED0}"/>
              </a:ext>
            </a:extLst>
          </p:cNvPr>
          <p:cNvCxnSpPr>
            <a:cxnSpLocks/>
          </p:cNvCxnSpPr>
          <p:nvPr/>
        </p:nvCxnSpPr>
        <p:spPr>
          <a:xfrm flipH="1" flipV="1">
            <a:off x="6664960" y="361569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452">
            <a:extLst>
              <a:ext uri="{FF2B5EF4-FFF2-40B4-BE49-F238E27FC236}">
                <a16:creationId xmlns:a16="http://schemas.microsoft.com/office/drawing/2014/main" id="{A5880C9B-4E76-477A-8443-54A1F2C4AFC6}"/>
              </a:ext>
            </a:extLst>
          </p:cNvPr>
          <p:cNvCxnSpPr>
            <a:cxnSpLocks/>
          </p:cNvCxnSpPr>
          <p:nvPr/>
        </p:nvCxnSpPr>
        <p:spPr>
          <a:xfrm>
            <a:off x="6898642" y="3314700"/>
            <a:ext cx="0" cy="4076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452">
            <a:extLst>
              <a:ext uri="{FF2B5EF4-FFF2-40B4-BE49-F238E27FC236}">
                <a16:creationId xmlns:a16="http://schemas.microsoft.com/office/drawing/2014/main" id="{6B273DC7-6355-4058-AC02-F10BD7D1EECE}"/>
              </a:ext>
            </a:extLst>
          </p:cNvPr>
          <p:cNvCxnSpPr>
            <a:cxnSpLocks/>
          </p:cNvCxnSpPr>
          <p:nvPr/>
        </p:nvCxnSpPr>
        <p:spPr>
          <a:xfrm flipH="1">
            <a:off x="6874510" y="3048000"/>
            <a:ext cx="726440" cy="2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452">
            <a:extLst>
              <a:ext uri="{FF2B5EF4-FFF2-40B4-BE49-F238E27FC236}">
                <a16:creationId xmlns:a16="http://schemas.microsoft.com/office/drawing/2014/main" id="{2FC2AE50-0032-43CA-89F7-B4C1785DAF1B}"/>
              </a:ext>
            </a:extLst>
          </p:cNvPr>
          <p:cNvCxnSpPr>
            <a:cxnSpLocks/>
          </p:cNvCxnSpPr>
          <p:nvPr/>
        </p:nvCxnSpPr>
        <p:spPr>
          <a:xfrm flipH="1" flipV="1">
            <a:off x="7598410" y="3040380"/>
            <a:ext cx="745490" cy="2705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452">
            <a:extLst>
              <a:ext uri="{FF2B5EF4-FFF2-40B4-BE49-F238E27FC236}">
                <a16:creationId xmlns:a16="http://schemas.microsoft.com/office/drawing/2014/main" id="{FCE0B1CE-645B-41C2-A508-6EE7E7A12F66}"/>
              </a:ext>
            </a:extLst>
          </p:cNvPr>
          <p:cNvCxnSpPr>
            <a:cxnSpLocks/>
          </p:cNvCxnSpPr>
          <p:nvPr/>
        </p:nvCxnSpPr>
        <p:spPr>
          <a:xfrm flipV="1">
            <a:off x="7860030" y="3322320"/>
            <a:ext cx="478790" cy="17907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452">
            <a:extLst>
              <a:ext uri="{FF2B5EF4-FFF2-40B4-BE49-F238E27FC236}">
                <a16:creationId xmlns:a16="http://schemas.microsoft.com/office/drawing/2014/main" id="{C2BEA406-21F1-4DDD-BA47-8D32B1C92831}"/>
              </a:ext>
            </a:extLst>
          </p:cNvPr>
          <p:cNvCxnSpPr>
            <a:cxnSpLocks/>
          </p:cNvCxnSpPr>
          <p:nvPr/>
        </p:nvCxnSpPr>
        <p:spPr>
          <a:xfrm>
            <a:off x="7865112" y="330454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452">
            <a:extLst>
              <a:ext uri="{FF2B5EF4-FFF2-40B4-BE49-F238E27FC236}">
                <a16:creationId xmlns:a16="http://schemas.microsoft.com/office/drawing/2014/main" id="{4546EF73-4801-4212-A0DA-F6F1442CB6E5}"/>
              </a:ext>
            </a:extLst>
          </p:cNvPr>
          <p:cNvCxnSpPr>
            <a:cxnSpLocks/>
          </p:cNvCxnSpPr>
          <p:nvPr/>
        </p:nvCxnSpPr>
        <p:spPr>
          <a:xfrm flipH="1" flipV="1">
            <a:off x="7614920" y="322580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452">
            <a:extLst>
              <a:ext uri="{FF2B5EF4-FFF2-40B4-BE49-F238E27FC236}">
                <a16:creationId xmlns:a16="http://schemas.microsoft.com/office/drawing/2014/main" id="{03819BAB-67CF-468F-8EAD-626F4CFAE76C}"/>
              </a:ext>
            </a:extLst>
          </p:cNvPr>
          <p:cNvCxnSpPr>
            <a:cxnSpLocks/>
          </p:cNvCxnSpPr>
          <p:nvPr/>
        </p:nvCxnSpPr>
        <p:spPr>
          <a:xfrm flipV="1">
            <a:off x="7124700" y="3318510"/>
            <a:ext cx="255270" cy="1104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452">
            <a:extLst>
              <a:ext uri="{FF2B5EF4-FFF2-40B4-BE49-F238E27FC236}">
                <a16:creationId xmlns:a16="http://schemas.microsoft.com/office/drawing/2014/main" id="{0901D89F-1136-4932-AC66-54A98E315AD3}"/>
              </a:ext>
            </a:extLst>
          </p:cNvPr>
          <p:cNvCxnSpPr>
            <a:cxnSpLocks/>
          </p:cNvCxnSpPr>
          <p:nvPr/>
        </p:nvCxnSpPr>
        <p:spPr>
          <a:xfrm>
            <a:off x="7141212" y="339217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452">
            <a:extLst>
              <a:ext uri="{FF2B5EF4-FFF2-40B4-BE49-F238E27FC236}">
                <a16:creationId xmlns:a16="http://schemas.microsoft.com/office/drawing/2014/main" id="{20368931-FE8E-425C-A3C2-48ADCEF0AA08}"/>
              </a:ext>
            </a:extLst>
          </p:cNvPr>
          <p:cNvCxnSpPr>
            <a:cxnSpLocks/>
          </p:cNvCxnSpPr>
          <p:nvPr/>
        </p:nvCxnSpPr>
        <p:spPr>
          <a:xfrm flipH="1" flipV="1">
            <a:off x="7141210" y="360807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452">
            <a:extLst>
              <a:ext uri="{FF2B5EF4-FFF2-40B4-BE49-F238E27FC236}">
                <a16:creationId xmlns:a16="http://schemas.microsoft.com/office/drawing/2014/main" id="{F1CF5A77-89FD-49AB-B8CF-CDF74417435C}"/>
              </a:ext>
            </a:extLst>
          </p:cNvPr>
          <p:cNvCxnSpPr>
            <a:cxnSpLocks/>
          </p:cNvCxnSpPr>
          <p:nvPr/>
        </p:nvCxnSpPr>
        <p:spPr>
          <a:xfrm>
            <a:off x="7377432" y="349885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452">
            <a:extLst>
              <a:ext uri="{FF2B5EF4-FFF2-40B4-BE49-F238E27FC236}">
                <a16:creationId xmlns:a16="http://schemas.microsoft.com/office/drawing/2014/main" id="{0E711961-B0D5-4B13-ADD8-210FB12B56CF}"/>
              </a:ext>
            </a:extLst>
          </p:cNvPr>
          <p:cNvCxnSpPr>
            <a:cxnSpLocks/>
          </p:cNvCxnSpPr>
          <p:nvPr/>
        </p:nvCxnSpPr>
        <p:spPr>
          <a:xfrm flipH="1" flipV="1">
            <a:off x="7369810" y="3497580"/>
            <a:ext cx="490220" cy="1752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452">
            <a:extLst>
              <a:ext uri="{FF2B5EF4-FFF2-40B4-BE49-F238E27FC236}">
                <a16:creationId xmlns:a16="http://schemas.microsoft.com/office/drawing/2014/main" id="{A4CB4563-3F6D-4F99-B79C-203E0A603FA4}"/>
              </a:ext>
            </a:extLst>
          </p:cNvPr>
          <p:cNvCxnSpPr>
            <a:cxnSpLocks/>
          </p:cNvCxnSpPr>
          <p:nvPr/>
        </p:nvCxnSpPr>
        <p:spPr>
          <a:xfrm>
            <a:off x="7628892" y="3205480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452">
            <a:extLst>
              <a:ext uri="{FF2B5EF4-FFF2-40B4-BE49-F238E27FC236}">
                <a16:creationId xmlns:a16="http://schemas.microsoft.com/office/drawing/2014/main" id="{A6C4BACA-66DE-4947-B26D-22A88CBBC568}"/>
              </a:ext>
            </a:extLst>
          </p:cNvPr>
          <p:cNvCxnSpPr>
            <a:cxnSpLocks/>
          </p:cNvCxnSpPr>
          <p:nvPr/>
        </p:nvCxnSpPr>
        <p:spPr>
          <a:xfrm flipH="1" flipV="1">
            <a:off x="7386320" y="332105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Connector 452">
            <a:extLst>
              <a:ext uri="{FF2B5EF4-FFF2-40B4-BE49-F238E27FC236}">
                <a16:creationId xmlns:a16="http://schemas.microsoft.com/office/drawing/2014/main" id="{DEECE87C-E341-4647-B421-3F306E7FDBC2}"/>
              </a:ext>
            </a:extLst>
          </p:cNvPr>
          <p:cNvCxnSpPr>
            <a:cxnSpLocks/>
          </p:cNvCxnSpPr>
          <p:nvPr/>
        </p:nvCxnSpPr>
        <p:spPr>
          <a:xfrm flipH="1" flipV="1">
            <a:off x="6911848" y="737006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452">
            <a:extLst>
              <a:ext uri="{FF2B5EF4-FFF2-40B4-BE49-F238E27FC236}">
                <a16:creationId xmlns:a16="http://schemas.microsoft.com/office/drawing/2014/main" id="{B68A416E-E87A-4815-B416-C673B41DB913}"/>
              </a:ext>
            </a:extLst>
          </p:cNvPr>
          <p:cNvCxnSpPr>
            <a:cxnSpLocks/>
          </p:cNvCxnSpPr>
          <p:nvPr/>
        </p:nvCxnSpPr>
        <p:spPr>
          <a:xfrm flipH="1">
            <a:off x="7142990" y="7372350"/>
            <a:ext cx="210310" cy="71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452">
            <a:extLst>
              <a:ext uri="{FF2B5EF4-FFF2-40B4-BE49-F238E27FC236}">
                <a16:creationId xmlns:a16="http://schemas.microsoft.com/office/drawing/2014/main" id="{1BF12E7A-9FCA-4C5F-9D83-A9E6064079D5}"/>
              </a:ext>
            </a:extLst>
          </p:cNvPr>
          <p:cNvCxnSpPr>
            <a:cxnSpLocks/>
          </p:cNvCxnSpPr>
          <p:nvPr/>
        </p:nvCxnSpPr>
        <p:spPr>
          <a:xfrm flipH="1" flipV="1">
            <a:off x="6911848" y="7177026"/>
            <a:ext cx="435102" cy="1826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Connector 452">
            <a:extLst>
              <a:ext uri="{FF2B5EF4-FFF2-40B4-BE49-F238E27FC236}">
                <a16:creationId xmlns:a16="http://schemas.microsoft.com/office/drawing/2014/main" id="{26D6CB7F-948A-4B4A-B9AA-A68B8D6235D5}"/>
              </a:ext>
            </a:extLst>
          </p:cNvPr>
          <p:cNvCxnSpPr>
            <a:cxnSpLocks/>
          </p:cNvCxnSpPr>
          <p:nvPr/>
        </p:nvCxnSpPr>
        <p:spPr>
          <a:xfrm flipH="1">
            <a:off x="4527550" y="6608953"/>
            <a:ext cx="969392" cy="39827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452">
            <a:extLst>
              <a:ext uri="{FF2B5EF4-FFF2-40B4-BE49-F238E27FC236}">
                <a16:creationId xmlns:a16="http://schemas.microsoft.com/office/drawing/2014/main" id="{51B7889B-4F6F-4AC6-B859-6D1D97041D57}"/>
              </a:ext>
            </a:extLst>
          </p:cNvPr>
          <p:cNvCxnSpPr>
            <a:cxnSpLocks/>
          </p:cNvCxnSpPr>
          <p:nvPr/>
        </p:nvCxnSpPr>
        <p:spPr>
          <a:xfrm flipH="1" flipV="1">
            <a:off x="4767453" y="6888734"/>
            <a:ext cx="254890" cy="910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452">
            <a:extLst>
              <a:ext uri="{FF2B5EF4-FFF2-40B4-BE49-F238E27FC236}">
                <a16:creationId xmlns:a16="http://schemas.microsoft.com/office/drawing/2014/main" id="{5A9AE543-6D43-4C34-B89D-48E99142A67B}"/>
              </a:ext>
            </a:extLst>
          </p:cNvPr>
          <p:cNvCxnSpPr>
            <a:cxnSpLocks/>
          </p:cNvCxnSpPr>
          <p:nvPr/>
        </p:nvCxnSpPr>
        <p:spPr>
          <a:xfrm>
            <a:off x="10428289" y="7069138"/>
            <a:ext cx="0" cy="57626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452">
            <a:extLst>
              <a:ext uri="{FF2B5EF4-FFF2-40B4-BE49-F238E27FC236}">
                <a16:creationId xmlns:a16="http://schemas.microsoft.com/office/drawing/2014/main" id="{B6AA2FBC-947A-4E8A-ACE8-8742ADBBFE78}"/>
              </a:ext>
            </a:extLst>
          </p:cNvPr>
          <p:cNvCxnSpPr>
            <a:cxnSpLocks/>
          </p:cNvCxnSpPr>
          <p:nvPr/>
        </p:nvCxnSpPr>
        <p:spPr>
          <a:xfrm>
            <a:off x="11863389" y="70675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452">
            <a:extLst>
              <a:ext uri="{FF2B5EF4-FFF2-40B4-BE49-F238E27FC236}">
                <a16:creationId xmlns:a16="http://schemas.microsoft.com/office/drawing/2014/main" id="{746BC42C-BCBF-4760-8698-7343AFFFC0AA}"/>
              </a:ext>
            </a:extLst>
          </p:cNvPr>
          <p:cNvCxnSpPr>
            <a:cxnSpLocks/>
          </p:cNvCxnSpPr>
          <p:nvPr/>
        </p:nvCxnSpPr>
        <p:spPr>
          <a:xfrm>
            <a:off x="11868150" y="7251700"/>
            <a:ext cx="24765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452">
            <a:extLst>
              <a:ext uri="{FF2B5EF4-FFF2-40B4-BE49-F238E27FC236}">
                <a16:creationId xmlns:a16="http://schemas.microsoft.com/office/drawing/2014/main" id="{55F6D31A-C39F-48BC-9727-A82932956F89}"/>
              </a:ext>
            </a:extLst>
          </p:cNvPr>
          <p:cNvCxnSpPr>
            <a:cxnSpLocks/>
          </p:cNvCxnSpPr>
          <p:nvPr/>
        </p:nvCxnSpPr>
        <p:spPr>
          <a:xfrm>
            <a:off x="12098339" y="7385050"/>
            <a:ext cx="0" cy="1714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452">
            <a:extLst>
              <a:ext uri="{FF2B5EF4-FFF2-40B4-BE49-F238E27FC236}">
                <a16:creationId xmlns:a16="http://schemas.microsoft.com/office/drawing/2014/main" id="{61137295-0E2C-47A3-8665-665014C691EC}"/>
              </a:ext>
            </a:extLst>
          </p:cNvPr>
          <p:cNvCxnSpPr>
            <a:cxnSpLocks/>
          </p:cNvCxnSpPr>
          <p:nvPr/>
        </p:nvCxnSpPr>
        <p:spPr>
          <a:xfrm flipV="1">
            <a:off x="11868150" y="7632700"/>
            <a:ext cx="450850" cy="215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452">
            <a:extLst>
              <a:ext uri="{FF2B5EF4-FFF2-40B4-BE49-F238E27FC236}">
                <a16:creationId xmlns:a16="http://schemas.microsoft.com/office/drawing/2014/main" id="{868F3CB7-FAAC-4741-84FE-5BAF064B693D}"/>
              </a:ext>
            </a:extLst>
          </p:cNvPr>
          <p:cNvCxnSpPr>
            <a:cxnSpLocks/>
          </p:cNvCxnSpPr>
          <p:nvPr/>
        </p:nvCxnSpPr>
        <p:spPr>
          <a:xfrm>
            <a:off x="10674350" y="88265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452">
            <a:extLst>
              <a:ext uri="{FF2B5EF4-FFF2-40B4-BE49-F238E27FC236}">
                <a16:creationId xmlns:a16="http://schemas.microsoft.com/office/drawing/2014/main" id="{E58AB215-FAEF-436B-962A-BD95ED60A255}"/>
              </a:ext>
            </a:extLst>
          </p:cNvPr>
          <p:cNvCxnSpPr>
            <a:cxnSpLocks/>
          </p:cNvCxnSpPr>
          <p:nvPr/>
        </p:nvCxnSpPr>
        <p:spPr>
          <a:xfrm flipV="1">
            <a:off x="10655300" y="9183690"/>
            <a:ext cx="500064" cy="214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452">
            <a:extLst>
              <a:ext uri="{FF2B5EF4-FFF2-40B4-BE49-F238E27FC236}">
                <a16:creationId xmlns:a16="http://schemas.microsoft.com/office/drawing/2014/main" id="{DB908661-075E-418B-A26E-6BECC8D3A415}"/>
              </a:ext>
            </a:extLst>
          </p:cNvPr>
          <p:cNvCxnSpPr>
            <a:cxnSpLocks/>
          </p:cNvCxnSpPr>
          <p:nvPr/>
        </p:nvCxnSpPr>
        <p:spPr>
          <a:xfrm flipH="1" flipV="1">
            <a:off x="10426700" y="91059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452">
            <a:extLst>
              <a:ext uri="{FF2B5EF4-FFF2-40B4-BE49-F238E27FC236}">
                <a16:creationId xmlns:a16="http://schemas.microsoft.com/office/drawing/2014/main" id="{15CA67C3-C21D-475A-B98B-EA39ADB2E004}"/>
              </a:ext>
            </a:extLst>
          </p:cNvPr>
          <p:cNvCxnSpPr>
            <a:cxnSpLocks/>
          </p:cNvCxnSpPr>
          <p:nvPr/>
        </p:nvCxnSpPr>
        <p:spPr>
          <a:xfrm flipH="1" flipV="1">
            <a:off x="9956800" y="9099550"/>
            <a:ext cx="711200" cy="285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452">
            <a:extLst>
              <a:ext uri="{FF2B5EF4-FFF2-40B4-BE49-F238E27FC236}">
                <a16:creationId xmlns:a16="http://schemas.microsoft.com/office/drawing/2014/main" id="{9BB1DB63-1AC3-497C-90A4-0DBA99A7875F}"/>
              </a:ext>
            </a:extLst>
          </p:cNvPr>
          <p:cNvCxnSpPr>
            <a:cxnSpLocks/>
          </p:cNvCxnSpPr>
          <p:nvPr/>
        </p:nvCxnSpPr>
        <p:spPr>
          <a:xfrm>
            <a:off x="9971089" y="8750300"/>
            <a:ext cx="0" cy="3413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452">
            <a:extLst>
              <a:ext uri="{FF2B5EF4-FFF2-40B4-BE49-F238E27FC236}">
                <a16:creationId xmlns:a16="http://schemas.microsoft.com/office/drawing/2014/main" id="{6EAE95A9-824A-4DD9-A860-E30716CAEDC8}"/>
              </a:ext>
            </a:extLst>
          </p:cNvPr>
          <p:cNvCxnSpPr>
            <a:cxnSpLocks/>
          </p:cNvCxnSpPr>
          <p:nvPr/>
        </p:nvCxnSpPr>
        <p:spPr>
          <a:xfrm flipV="1">
            <a:off x="9975850" y="8623300"/>
            <a:ext cx="241300" cy="1270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0017CC33-091E-4199-895D-02D8390765F5}"/>
              </a:ext>
            </a:extLst>
          </p:cNvPr>
          <p:cNvCxnSpPr>
            <a:cxnSpLocks/>
          </p:cNvCxnSpPr>
          <p:nvPr/>
        </p:nvCxnSpPr>
        <p:spPr>
          <a:xfrm>
            <a:off x="10225089" y="8299450"/>
            <a:ext cx="0" cy="361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452">
            <a:extLst>
              <a:ext uri="{FF2B5EF4-FFF2-40B4-BE49-F238E27FC236}">
                <a16:creationId xmlns:a16="http://schemas.microsoft.com/office/drawing/2014/main" id="{52A11352-3144-4CD9-BB68-9A409AF492A9}"/>
              </a:ext>
            </a:extLst>
          </p:cNvPr>
          <p:cNvCxnSpPr>
            <a:cxnSpLocks/>
          </p:cNvCxnSpPr>
          <p:nvPr/>
        </p:nvCxnSpPr>
        <p:spPr>
          <a:xfrm flipV="1">
            <a:off x="9947276" y="82629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452">
            <a:extLst>
              <a:ext uri="{FF2B5EF4-FFF2-40B4-BE49-F238E27FC236}">
                <a16:creationId xmlns:a16="http://schemas.microsoft.com/office/drawing/2014/main" id="{A2EFC58C-4054-44CC-ADE0-96B8F1C2E1FB}"/>
              </a:ext>
            </a:extLst>
          </p:cNvPr>
          <p:cNvCxnSpPr>
            <a:cxnSpLocks/>
          </p:cNvCxnSpPr>
          <p:nvPr/>
        </p:nvCxnSpPr>
        <p:spPr>
          <a:xfrm>
            <a:off x="9964739" y="83883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452">
            <a:extLst>
              <a:ext uri="{FF2B5EF4-FFF2-40B4-BE49-F238E27FC236}">
                <a16:creationId xmlns:a16="http://schemas.microsoft.com/office/drawing/2014/main" id="{23073573-39FC-422A-80CA-627E29D6A54D}"/>
              </a:ext>
            </a:extLst>
          </p:cNvPr>
          <p:cNvCxnSpPr>
            <a:cxnSpLocks/>
          </p:cNvCxnSpPr>
          <p:nvPr/>
        </p:nvCxnSpPr>
        <p:spPr>
          <a:xfrm>
            <a:off x="9518650" y="874395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2D37B55D-F376-4952-8B91-7E6B059B0768}"/>
              </a:ext>
            </a:extLst>
          </p:cNvPr>
          <p:cNvCxnSpPr>
            <a:cxnSpLocks/>
          </p:cNvCxnSpPr>
          <p:nvPr/>
        </p:nvCxnSpPr>
        <p:spPr>
          <a:xfrm flipV="1">
            <a:off x="9515476" y="88217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452">
            <a:extLst>
              <a:ext uri="{FF2B5EF4-FFF2-40B4-BE49-F238E27FC236}">
                <a16:creationId xmlns:a16="http://schemas.microsoft.com/office/drawing/2014/main" id="{4CC1946E-06D8-499D-AFFC-DCEABEAC5522}"/>
              </a:ext>
            </a:extLst>
          </p:cNvPr>
          <p:cNvCxnSpPr>
            <a:cxnSpLocks/>
          </p:cNvCxnSpPr>
          <p:nvPr/>
        </p:nvCxnSpPr>
        <p:spPr>
          <a:xfrm>
            <a:off x="9505950" y="891540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035C1817-01FE-4535-87F9-0CD1AD38C122}"/>
              </a:ext>
            </a:extLst>
          </p:cNvPr>
          <p:cNvCxnSpPr>
            <a:cxnSpLocks/>
          </p:cNvCxnSpPr>
          <p:nvPr/>
        </p:nvCxnSpPr>
        <p:spPr>
          <a:xfrm flipV="1">
            <a:off x="9502776" y="8993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862E15DD-E7ED-4710-99C4-3E5441506A33}"/>
              </a:ext>
            </a:extLst>
          </p:cNvPr>
          <p:cNvCxnSpPr>
            <a:cxnSpLocks/>
          </p:cNvCxnSpPr>
          <p:nvPr/>
        </p:nvCxnSpPr>
        <p:spPr>
          <a:xfrm>
            <a:off x="9520239" y="91059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5EC0614E-B913-433D-AD81-C84AFAD27050}"/>
              </a:ext>
            </a:extLst>
          </p:cNvPr>
          <p:cNvCxnSpPr>
            <a:cxnSpLocks/>
          </p:cNvCxnSpPr>
          <p:nvPr/>
        </p:nvCxnSpPr>
        <p:spPr>
          <a:xfrm flipV="1">
            <a:off x="9502776" y="919003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452">
            <a:extLst>
              <a:ext uri="{FF2B5EF4-FFF2-40B4-BE49-F238E27FC236}">
                <a16:creationId xmlns:a16="http://schemas.microsoft.com/office/drawing/2014/main" id="{866529B1-CF03-4935-AAEE-7BFCFDD4731C}"/>
              </a:ext>
            </a:extLst>
          </p:cNvPr>
          <p:cNvCxnSpPr>
            <a:cxnSpLocks/>
          </p:cNvCxnSpPr>
          <p:nvPr/>
        </p:nvCxnSpPr>
        <p:spPr>
          <a:xfrm>
            <a:off x="9761539" y="92011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452">
            <a:extLst>
              <a:ext uri="{FF2B5EF4-FFF2-40B4-BE49-F238E27FC236}">
                <a16:creationId xmlns:a16="http://schemas.microsoft.com/office/drawing/2014/main" id="{8475AB8B-26BD-4EBA-88CA-B0ACC388BEB4}"/>
              </a:ext>
            </a:extLst>
          </p:cNvPr>
          <p:cNvCxnSpPr>
            <a:cxnSpLocks/>
          </p:cNvCxnSpPr>
          <p:nvPr/>
        </p:nvCxnSpPr>
        <p:spPr>
          <a:xfrm flipV="1">
            <a:off x="9718676" y="92725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452">
            <a:extLst>
              <a:ext uri="{FF2B5EF4-FFF2-40B4-BE49-F238E27FC236}">
                <a16:creationId xmlns:a16="http://schemas.microsoft.com/office/drawing/2014/main" id="{9ECEEF2B-6959-4697-8E57-9EB26B65806E}"/>
              </a:ext>
            </a:extLst>
          </p:cNvPr>
          <p:cNvCxnSpPr>
            <a:cxnSpLocks/>
          </p:cNvCxnSpPr>
          <p:nvPr/>
        </p:nvCxnSpPr>
        <p:spPr>
          <a:xfrm>
            <a:off x="9983789" y="93027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2691A22F-CEC3-4A46-857C-63C6E1C3695F}"/>
              </a:ext>
            </a:extLst>
          </p:cNvPr>
          <p:cNvCxnSpPr>
            <a:cxnSpLocks/>
          </p:cNvCxnSpPr>
          <p:nvPr/>
        </p:nvCxnSpPr>
        <p:spPr>
          <a:xfrm flipV="1">
            <a:off x="9972676" y="9374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452">
            <a:extLst>
              <a:ext uri="{FF2B5EF4-FFF2-40B4-BE49-F238E27FC236}">
                <a16:creationId xmlns:a16="http://schemas.microsoft.com/office/drawing/2014/main" id="{F1540CDC-EDE8-4EAF-B2F8-B57F99BB8251}"/>
              </a:ext>
            </a:extLst>
          </p:cNvPr>
          <p:cNvCxnSpPr>
            <a:cxnSpLocks/>
          </p:cNvCxnSpPr>
          <p:nvPr/>
        </p:nvCxnSpPr>
        <p:spPr>
          <a:xfrm>
            <a:off x="10198100" y="937260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452">
            <a:extLst>
              <a:ext uri="{FF2B5EF4-FFF2-40B4-BE49-F238E27FC236}">
                <a16:creationId xmlns:a16="http://schemas.microsoft.com/office/drawing/2014/main" id="{0F518277-CD42-4069-A1F7-06276BB501E4}"/>
              </a:ext>
            </a:extLst>
          </p:cNvPr>
          <p:cNvCxnSpPr>
            <a:cxnSpLocks/>
          </p:cNvCxnSpPr>
          <p:nvPr/>
        </p:nvCxnSpPr>
        <p:spPr>
          <a:xfrm flipV="1">
            <a:off x="10156826" y="94630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97C7CAB3-0B51-48F8-BFBD-BDE95C8BBEC1}"/>
              </a:ext>
            </a:extLst>
          </p:cNvPr>
          <p:cNvCxnSpPr>
            <a:cxnSpLocks/>
          </p:cNvCxnSpPr>
          <p:nvPr/>
        </p:nvCxnSpPr>
        <p:spPr>
          <a:xfrm>
            <a:off x="10204450" y="9544050"/>
            <a:ext cx="247650" cy="76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452">
            <a:extLst>
              <a:ext uri="{FF2B5EF4-FFF2-40B4-BE49-F238E27FC236}">
                <a16:creationId xmlns:a16="http://schemas.microsoft.com/office/drawing/2014/main" id="{1F582C84-87B6-4B5F-BA15-D9618672900C}"/>
              </a:ext>
            </a:extLst>
          </p:cNvPr>
          <p:cNvCxnSpPr>
            <a:cxnSpLocks/>
          </p:cNvCxnSpPr>
          <p:nvPr/>
        </p:nvCxnSpPr>
        <p:spPr>
          <a:xfrm flipV="1">
            <a:off x="10169526" y="9628188"/>
            <a:ext cx="280988" cy="119063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452">
            <a:extLst>
              <a:ext uri="{FF2B5EF4-FFF2-40B4-BE49-F238E27FC236}">
                <a16:creationId xmlns:a16="http://schemas.microsoft.com/office/drawing/2014/main" id="{DCFC1851-B419-4717-8AF6-5B72FDCAF1B1}"/>
              </a:ext>
            </a:extLst>
          </p:cNvPr>
          <p:cNvCxnSpPr>
            <a:cxnSpLocks/>
          </p:cNvCxnSpPr>
          <p:nvPr/>
        </p:nvCxnSpPr>
        <p:spPr>
          <a:xfrm>
            <a:off x="10223500" y="975360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Connector 452">
            <a:extLst>
              <a:ext uri="{FF2B5EF4-FFF2-40B4-BE49-F238E27FC236}">
                <a16:creationId xmlns:a16="http://schemas.microsoft.com/office/drawing/2014/main" id="{7EE02471-274C-40DE-8CFC-1B633B499C8A}"/>
              </a:ext>
            </a:extLst>
          </p:cNvPr>
          <p:cNvCxnSpPr>
            <a:cxnSpLocks/>
          </p:cNvCxnSpPr>
          <p:nvPr/>
        </p:nvCxnSpPr>
        <p:spPr>
          <a:xfrm flipV="1">
            <a:off x="11166476" y="9112250"/>
            <a:ext cx="657224" cy="25273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A6C16F4E-D85A-43D9-A905-445E11D3516B}"/>
              </a:ext>
            </a:extLst>
          </p:cNvPr>
          <p:cNvCxnSpPr>
            <a:cxnSpLocks/>
          </p:cNvCxnSpPr>
          <p:nvPr/>
        </p:nvCxnSpPr>
        <p:spPr>
          <a:xfrm flipV="1">
            <a:off x="10925176" y="955675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452">
            <a:extLst>
              <a:ext uri="{FF2B5EF4-FFF2-40B4-BE49-F238E27FC236}">
                <a16:creationId xmlns:a16="http://schemas.microsoft.com/office/drawing/2014/main" id="{A60568A6-D7CE-4A7C-BDBD-A1B29749E01C}"/>
              </a:ext>
            </a:extLst>
          </p:cNvPr>
          <p:cNvCxnSpPr>
            <a:cxnSpLocks/>
          </p:cNvCxnSpPr>
          <p:nvPr/>
        </p:nvCxnSpPr>
        <p:spPr>
          <a:xfrm>
            <a:off x="10904539" y="94742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452">
            <a:extLst>
              <a:ext uri="{FF2B5EF4-FFF2-40B4-BE49-F238E27FC236}">
                <a16:creationId xmlns:a16="http://schemas.microsoft.com/office/drawing/2014/main" id="{D2EB2E38-F40C-454A-B42C-AC5D1BDB395B}"/>
              </a:ext>
            </a:extLst>
          </p:cNvPr>
          <p:cNvCxnSpPr>
            <a:cxnSpLocks/>
          </p:cNvCxnSpPr>
          <p:nvPr/>
        </p:nvCxnSpPr>
        <p:spPr>
          <a:xfrm>
            <a:off x="11164889" y="93726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452">
            <a:extLst>
              <a:ext uri="{FF2B5EF4-FFF2-40B4-BE49-F238E27FC236}">
                <a16:creationId xmlns:a16="http://schemas.microsoft.com/office/drawing/2014/main" id="{7FD3FC26-FD33-43C5-BB15-2A8BB7E1FC18}"/>
              </a:ext>
            </a:extLst>
          </p:cNvPr>
          <p:cNvCxnSpPr>
            <a:cxnSpLocks/>
          </p:cNvCxnSpPr>
          <p:nvPr/>
        </p:nvCxnSpPr>
        <p:spPr>
          <a:xfrm flipH="1" flipV="1">
            <a:off x="11156950" y="8648700"/>
            <a:ext cx="25400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452">
            <a:extLst>
              <a:ext uri="{FF2B5EF4-FFF2-40B4-BE49-F238E27FC236}">
                <a16:creationId xmlns:a16="http://schemas.microsoft.com/office/drawing/2014/main" id="{A8D4DA8D-BEF9-4652-BEAD-111E60D91885}"/>
              </a:ext>
            </a:extLst>
          </p:cNvPr>
          <p:cNvCxnSpPr>
            <a:cxnSpLocks/>
          </p:cNvCxnSpPr>
          <p:nvPr/>
        </p:nvCxnSpPr>
        <p:spPr>
          <a:xfrm>
            <a:off x="11171239" y="84772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452">
            <a:extLst>
              <a:ext uri="{FF2B5EF4-FFF2-40B4-BE49-F238E27FC236}">
                <a16:creationId xmlns:a16="http://schemas.microsoft.com/office/drawing/2014/main" id="{F5FB758A-F91E-480E-B752-BAE893D8AE67}"/>
              </a:ext>
            </a:extLst>
          </p:cNvPr>
          <p:cNvCxnSpPr>
            <a:cxnSpLocks/>
          </p:cNvCxnSpPr>
          <p:nvPr/>
        </p:nvCxnSpPr>
        <p:spPr>
          <a:xfrm flipH="1" flipV="1">
            <a:off x="10928350" y="8394700"/>
            <a:ext cx="228600" cy="57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Connector 452">
            <a:extLst>
              <a:ext uri="{FF2B5EF4-FFF2-40B4-BE49-F238E27FC236}">
                <a16:creationId xmlns:a16="http://schemas.microsoft.com/office/drawing/2014/main" id="{DE831CB7-6F54-44FF-A621-4CFC3D71ABB2}"/>
              </a:ext>
            </a:extLst>
          </p:cNvPr>
          <p:cNvCxnSpPr>
            <a:cxnSpLocks/>
          </p:cNvCxnSpPr>
          <p:nvPr/>
        </p:nvCxnSpPr>
        <p:spPr>
          <a:xfrm flipV="1">
            <a:off x="10909300" y="820420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452">
            <a:extLst>
              <a:ext uri="{FF2B5EF4-FFF2-40B4-BE49-F238E27FC236}">
                <a16:creationId xmlns:a16="http://schemas.microsoft.com/office/drawing/2014/main" id="{9EBE619C-21C6-4E1E-A79D-8780337ABB8F}"/>
              </a:ext>
            </a:extLst>
          </p:cNvPr>
          <p:cNvCxnSpPr>
            <a:cxnSpLocks/>
          </p:cNvCxnSpPr>
          <p:nvPr/>
        </p:nvCxnSpPr>
        <p:spPr>
          <a:xfrm>
            <a:off x="11374439" y="8210550"/>
            <a:ext cx="0" cy="304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4" name="Straight Connector 452">
            <a:extLst>
              <a:ext uri="{FF2B5EF4-FFF2-40B4-BE49-F238E27FC236}">
                <a16:creationId xmlns:a16="http://schemas.microsoft.com/office/drawing/2014/main" id="{84321BFE-8041-41B2-BC86-30173E1B7124}"/>
              </a:ext>
            </a:extLst>
          </p:cNvPr>
          <p:cNvCxnSpPr>
            <a:cxnSpLocks/>
          </p:cNvCxnSpPr>
          <p:nvPr/>
        </p:nvCxnSpPr>
        <p:spPr>
          <a:xfrm flipH="1" flipV="1">
            <a:off x="11379200" y="8547100"/>
            <a:ext cx="717550" cy="292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452">
            <a:extLst>
              <a:ext uri="{FF2B5EF4-FFF2-40B4-BE49-F238E27FC236}">
                <a16:creationId xmlns:a16="http://schemas.microsoft.com/office/drawing/2014/main" id="{4D9B0D4A-6715-4C74-B030-ED824AB47520}"/>
              </a:ext>
            </a:extLst>
          </p:cNvPr>
          <p:cNvCxnSpPr>
            <a:cxnSpLocks/>
          </p:cNvCxnSpPr>
          <p:nvPr/>
        </p:nvCxnSpPr>
        <p:spPr>
          <a:xfrm flipH="1">
            <a:off x="11887200" y="7899400"/>
            <a:ext cx="2159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Connector 452">
            <a:extLst>
              <a:ext uri="{FF2B5EF4-FFF2-40B4-BE49-F238E27FC236}">
                <a16:creationId xmlns:a16="http://schemas.microsoft.com/office/drawing/2014/main" id="{3D1EE6E7-9BD8-49C1-937B-3B5CE92827B2}"/>
              </a:ext>
            </a:extLst>
          </p:cNvPr>
          <p:cNvCxnSpPr>
            <a:cxnSpLocks/>
          </p:cNvCxnSpPr>
          <p:nvPr/>
        </p:nvCxnSpPr>
        <p:spPr>
          <a:xfrm>
            <a:off x="12104689" y="7924800"/>
            <a:ext cx="0" cy="9636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D71A32A7-C611-4216-814B-DB46738660AD}"/>
              </a:ext>
            </a:extLst>
          </p:cNvPr>
          <p:cNvCxnSpPr>
            <a:cxnSpLocks/>
          </p:cNvCxnSpPr>
          <p:nvPr/>
        </p:nvCxnSpPr>
        <p:spPr>
          <a:xfrm flipV="1">
            <a:off x="10680700" y="8978900"/>
            <a:ext cx="488950" cy="234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CB0852EC-1FB9-48AC-9D60-6C5F2C7D7411}"/>
              </a:ext>
            </a:extLst>
          </p:cNvPr>
          <p:cNvCxnSpPr>
            <a:cxnSpLocks/>
          </p:cNvCxnSpPr>
          <p:nvPr/>
        </p:nvCxnSpPr>
        <p:spPr>
          <a:xfrm>
            <a:off x="11158539" y="9004300"/>
            <a:ext cx="0" cy="20796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C3A41386-C839-4102-9A7B-4588572660A0}"/>
              </a:ext>
            </a:extLst>
          </p:cNvPr>
          <p:cNvCxnSpPr>
            <a:cxnSpLocks/>
          </p:cNvCxnSpPr>
          <p:nvPr/>
        </p:nvCxnSpPr>
        <p:spPr>
          <a:xfrm>
            <a:off x="10212389" y="88328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452">
            <a:extLst>
              <a:ext uri="{FF2B5EF4-FFF2-40B4-BE49-F238E27FC236}">
                <a16:creationId xmlns:a16="http://schemas.microsoft.com/office/drawing/2014/main" id="{6F3E631E-2241-46B0-AAAD-65D9A5AAB891}"/>
              </a:ext>
            </a:extLst>
          </p:cNvPr>
          <p:cNvCxnSpPr>
            <a:cxnSpLocks/>
          </p:cNvCxnSpPr>
          <p:nvPr/>
        </p:nvCxnSpPr>
        <p:spPr>
          <a:xfrm flipV="1">
            <a:off x="10433050" y="8997950"/>
            <a:ext cx="26670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452">
            <a:extLst>
              <a:ext uri="{FF2B5EF4-FFF2-40B4-BE49-F238E27FC236}">
                <a16:creationId xmlns:a16="http://schemas.microsoft.com/office/drawing/2014/main" id="{A0C8AFFE-EAD2-4DCD-B371-803192CFF012}"/>
              </a:ext>
            </a:extLst>
          </p:cNvPr>
          <p:cNvCxnSpPr>
            <a:cxnSpLocks/>
          </p:cNvCxnSpPr>
          <p:nvPr/>
        </p:nvCxnSpPr>
        <p:spPr>
          <a:xfrm>
            <a:off x="11850689" y="893445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452">
            <a:extLst>
              <a:ext uri="{FF2B5EF4-FFF2-40B4-BE49-F238E27FC236}">
                <a16:creationId xmlns:a16="http://schemas.microsoft.com/office/drawing/2014/main" id="{21C9FD91-0DE2-4CC3-8AF5-199437200765}"/>
              </a:ext>
            </a:extLst>
          </p:cNvPr>
          <p:cNvCxnSpPr>
            <a:cxnSpLocks/>
          </p:cNvCxnSpPr>
          <p:nvPr/>
        </p:nvCxnSpPr>
        <p:spPr>
          <a:xfrm flipH="1" flipV="1">
            <a:off x="11620500" y="88265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452">
            <a:extLst>
              <a:ext uri="{FF2B5EF4-FFF2-40B4-BE49-F238E27FC236}">
                <a16:creationId xmlns:a16="http://schemas.microsoft.com/office/drawing/2014/main" id="{28CBAAE4-666E-4805-AA30-F11AFDE98D2C}"/>
              </a:ext>
            </a:extLst>
          </p:cNvPr>
          <p:cNvCxnSpPr>
            <a:cxnSpLocks/>
          </p:cNvCxnSpPr>
          <p:nvPr/>
        </p:nvCxnSpPr>
        <p:spPr>
          <a:xfrm>
            <a:off x="11622089" y="88138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452">
            <a:extLst>
              <a:ext uri="{FF2B5EF4-FFF2-40B4-BE49-F238E27FC236}">
                <a16:creationId xmlns:a16="http://schemas.microsoft.com/office/drawing/2014/main" id="{3B460E0D-38FC-42CE-809D-A4874431D2C4}"/>
              </a:ext>
            </a:extLst>
          </p:cNvPr>
          <p:cNvCxnSpPr>
            <a:cxnSpLocks/>
          </p:cNvCxnSpPr>
          <p:nvPr/>
        </p:nvCxnSpPr>
        <p:spPr>
          <a:xfrm flipV="1">
            <a:off x="11356976" y="8985250"/>
            <a:ext cx="250824" cy="11938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452">
            <a:extLst>
              <a:ext uri="{FF2B5EF4-FFF2-40B4-BE49-F238E27FC236}">
                <a16:creationId xmlns:a16="http://schemas.microsoft.com/office/drawing/2014/main" id="{61B4C3D9-FA9E-4778-A313-A2D00A500D1D}"/>
              </a:ext>
            </a:extLst>
          </p:cNvPr>
          <p:cNvCxnSpPr>
            <a:cxnSpLocks/>
          </p:cNvCxnSpPr>
          <p:nvPr/>
        </p:nvCxnSpPr>
        <p:spPr>
          <a:xfrm>
            <a:off x="11869739" y="8007350"/>
            <a:ext cx="0" cy="5651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452">
            <a:extLst>
              <a:ext uri="{FF2B5EF4-FFF2-40B4-BE49-F238E27FC236}">
                <a16:creationId xmlns:a16="http://schemas.microsoft.com/office/drawing/2014/main" id="{0F36C1A2-3FE6-4F53-AB24-E9BEF34D2D07}"/>
              </a:ext>
            </a:extLst>
          </p:cNvPr>
          <p:cNvCxnSpPr>
            <a:cxnSpLocks/>
          </p:cNvCxnSpPr>
          <p:nvPr/>
        </p:nvCxnSpPr>
        <p:spPr>
          <a:xfrm flipH="1" flipV="1">
            <a:off x="11620500" y="842010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Connector 452">
            <a:extLst>
              <a:ext uri="{FF2B5EF4-FFF2-40B4-BE49-F238E27FC236}">
                <a16:creationId xmlns:a16="http://schemas.microsoft.com/office/drawing/2014/main" id="{76F867A1-BDCB-41C7-8B2A-3B0777C5B1FF}"/>
              </a:ext>
            </a:extLst>
          </p:cNvPr>
          <p:cNvCxnSpPr>
            <a:cxnSpLocks/>
          </p:cNvCxnSpPr>
          <p:nvPr/>
        </p:nvCxnSpPr>
        <p:spPr>
          <a:xfrm flipH="1" flipV="1">
            <a:off x="11410950" y="7829550"/>
            <a:ext cx="2476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452">
            <a:extLst>
              <a:ext uri="{FF2B5EF4-FFF2-40B4-BE49-F238E27FC236}">
                <a16:creationId xmlns:a16="http://schemas.microsoft.com/office/drawing/2014/main" id="{DCCEE618-8FEA-4AB9-A619-33CDF08FB564}"/>
              </a:ext>
            </a:extLst>
          </p:cNvPr>
          <p:cNvCxnSpPr>
            <a:cxnSpLocks/>
          </p:cNvCxnSpPr>
          <p:nvPr/>
        </p:nvCxnSpPr>
        <p:spPr>
          <a:xfrm>
            <a:off x="11412539" y="7632700"/>
            <a:ext cx="0" cy="17621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452">
            <a:extLst>
              <a:ext uri="{FF2B5EF4-FFF2-40B4-BE49-F238E27FC236}">
                <a16:creationId xmlns:a16="http://schemas.microsoft.com/office/drawing/2014/main" id="{B9E84B3C-FECC-41A8-8ECD-D53C6D938BC0}"/>
              </a:ext>
            </a:extLst>
          </p:cNvPr>
          <p:cNvCxnSpPr>
            <a:cxnSpLocks/>
          </p:cNvCxnSpPr>
          <p:nvPr/>
        </p:nvCxnSpPr>
        <p:spPr>
          <a:xfrm flipH="1" flipV="1">
            <a:off x="12096750" y="7543800"/>
            <a:ext cx="25400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452">
            <a:extLst>
              <a:ext uri="{FF2B5EF4-FFF2-40B4-BE49-F238E27FC236}">
                <a16:creationId xmlns:a16="http://schemas.microsoft.com/office/drawing/2014/main" id="{AB992FA6-F7A3-4E60-8DB1-AD41A8D32FB4}"/>
              </a:ext>
            </a:extLst>
          </p:cNvPr>
          <p:cNvCxnSpPr>
            <a:cxnSpLocks/>
          </p:cNvCxnSpPr>
          <p:nvPr/>
        </p:nvCxnSpPr>
        <p:spPr>
          <a:xfrm>
            <a:off x="10725150" y="5207000"/>
            <a:ext cx="1123950" cy="1873250"/>
          </a:xfrm>
          <a:prstGeom prst="line">
            <a:avLst/>
          </a:prstGeom>
          <a:ln w="9525">
            <a:solidFill>
              <a:srgbClr val="FF99CC"/>
            </a:solidFill>
            <a:prstDash val="sysDash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7B5F0E78-D3DA-4388-9563-EF1CFDD9529A}"/>
              </a:ext>
            </a:extLst>
          </p:cNvPr>
          <p:cNvCxnSpPr>
            <a:cxnSpLocks/>
          </p:cNvCxnSpPr>
          <p:nvPr/>
        </p:nvCxnSpPr>
        <p:spPr>
          <a:xfrm flipH="1">
            <a:off x="8326823" y="5229987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3985996">
            <a:off x="2445179" y="6473246"/>
            <a:ext cx="365475" cy="681180"/>
            <a:chOff x="6050783" y="417778"/>
            <a:chExt cx="536230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050783" y="417778"/>
              <a:ext cx="323529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3779971">
            <a:off x="9980477" y="6226905"/>
            <a:ext cx="261031" cy="494668"/>
            <a:chOff x="6092029" y="417465"/>
            <a:chExt cx="494984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092029" y="417465"/>
              <a:ext cx="323532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633" name="Straight Connector 452">
            <a:extLst>
              <a:ext uri="{FF2B5EF4-FFF2-40B4-BE49-F238E27FC236}">
                <a16:creationId xmlns:a16="http://schemas.microsoft.com/office/drawing/2014/main" id="{89E0BCBE-24D5-4731-A4D4-DE6BE33A871D}"/>
              </a:ext>
            </a:extLst>
          </p:cNvPr>
          <p:cNvCxnSpPr>
            <a:cxnSpLocks/>
          </p:cNvCxnSpPr>
          <p:nvPr/>
        </p:nvCxnSpPr>
        <p:spPr>
          <a:xfrm flipH="1" flipV="1">
            <a:off x="6407785" y="2588896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452">
            <a:extLst>
              <a:ext uri="{FF2B5EF4-FFF2-40B4-BE49-F238E27FC236}">
                <a16:creationId xmlns:a16="http://schemas.microsoft.com/office/drawing/2014/main" id="{DC73B84A-69F2-439F-BA09-B715927CB0D4}"/>
              </a:ext>
            </a:extLst>
          </p:cNvPr>
          <p:cNvCxnSpPr>
            <a:cxnSpLocks/>
          </p:cNvCxnSpPr>
          <p:nvPr/>
        </p:nvCxnSpPr>
        <p:spPr>
          <a:xfrm flipV="1">
            <a:off x="5019675" y="2862263"/>
            <a:ext cx="1662113" cy="63817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452">
            <a:extLst>
              <a:ext uri="{FF2B5EF4-FFF2-40B4-BE49-F238E27FC236}">
                <a16:creationId xmlns:a16="http://schemas.microsoft.com/office/drawing/2014/main" id="{F052EAD8-6DD4-4E4C-BA33-B7625E3363CA}"/>
              </a:ext>
            </a:extLst>
          </p:cNvPr>
          <p:cNvCxnSpPr>
            <a:cxnSpLocks/>
          </p:cNvCxnSpPr>
          <p:nvPr/>
        </p:nvCxnSpPr>
        <p:spPr>
          <a:xfrm flipH="1" flipV="1">
            <a:off x="4295775" y="3228975"/>
            <a:ext cx="717867" cy="2730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E21BC577-46FC-4208-964A-87542CCF6E60}"/>
              </a:ext>
            </a:extLst>
          </p:cNvPr>
          <p:cNvCxnSpPr>
            <a:cxnSpLocks/>
          </p:cNvCxnSpPr>
          <p:nvPr/>
        </p:nvCxnSpPr>
        <p:spPr>
          <a:xfrm flipV="1">
            <a:off x="3843338" y="3230562"/>
            <a:ext cx="457200" cy="18415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13B24B5D-6D20-4369-83EB-FEBB3B138CB7}"/>
              </a:ext>
            </a:extLst>
          </p:cNvPr>
          <p:cNvCxnSpPr>
            <a:cxnSpLocks/>
          </p:cNvCxnSpPr>
          <p:nvPr/>
        </p:nvCxnSpPr>
        <p:spPr>
          <a:xfrm flipH="1" flipV="1">
            <a:off x="3845560" y="3415665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EA353C95-817F-4554-AB82-344337F8E108}"/>
              </a:ext>
            </a:extLst>
          </p:cNvPr>
          <p:cNvCxnSpPr>
            <a:cxnSpLocks/>
          </p:cNvCxnSpPr>
          <p:nvPr/>
        </p:nvCxnSpPr>
        <p:spPr>
          <a:xfrm flipV="1">
            <a:off x="4073208" y="3514725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Straight Connector 452">
            <a:extLst>
              <a:ext uri="{FF2B5EF4-FFF2-40B4-BE49-F238E27FC236}">
                <a16:creationId xmlns:a16="http://schemas.microsoft.com/office/drawing/2014/main" id="{283BF2C9-8AB2-4716-986A-4C55866E7A4F}"/>
              </a:ext>
            </a:extLst>
          </p:cNvPr>
          <p:cNvCxnSpPr>
            <a:cxnSpLocks/>
          </p:cNvCxnSpPr>
          <p:nvPr/>
        </p:nvCxnSpPr>
        <p:spPr>
          <a:xfrm flipH="1" flipV="1">
            <a:off x="4074160" y="3682365"/>
            <a:ext cx="1178878" cy="48006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81F31874-28AC-44FF-9C10-BA2382B4A38C}"/>
              </a:ext>
            </a:extLst>
          </p:cNvPr>
          <p:cNvCxnSpPr>
            <a:cxnSpLocks/>
          </p:cNvCxnSpPr>
          <p:nvPr/>
        </p:nvCxnSpPr>
        <p:spPr>
          <a:xfrm flipH="1" flipV="1">
            <a:off x="4324350" y="3590925"/>
            <a:ext cx="1195388" cy="46196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452">
            <a:extLst>
              <a:ext uri="{FF2B5EF4-FFF2-40B4-BE49-F238E27FC236}">
                <a16:creationId xmlns:a16="http://schemas.microsoft.com/office/drawing/2014/main" id="{8350D08A-3406-4971-BFCA-5AFFF60BCD94}"/>
              </a:ext>
            </a:extLst>
          </p:cNvPr>
          <p:cNvCxnSpPr>
            <a:cxnSpLocks/>
          </p:cNvCxnSpPr>
          <p:nvPr/>
        </p:nvCxnSpPr>
        <p:spPr>
          <a:xfrm flipV="1">
            <a:off x="4316095" y="3424238"/>
            <a:ext cx="0" cy="18034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452">
            <a:extLst>
              <a:ext uri="{FF2B5EF4-FFF2-40B4-BE49-F238E27FC236}">
                <a16:creationId xmlns:a16="http://schemas.microsoft.com/office/drawing/2014/main" id="{093280A5-39B8-4747-8DC2-744CD8C6E654}"/>
              </a:ext>
            </a:extLst>
          </p:cNvPr>
          <p:cNvCxnSpPr>
            <a:cxnSpLocks/>
          </p:cNvCxnSpPr>
          <p:nvPr/>
        </p:nvCxnSpPr>
        <p:spPr>
          <a:xfrm flipH="1" flipV="1">
            <a:off x="4310063" y="3424238"/>
            <a:ext cx="952500" cy="36671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CA944952-043F-4706-9C9A-A58A1E25D816}"/>
              </a:ext>
            </a:extLst>
          </p:cNvPr>
          <p:cNvCxnSpPr>
            <a:cxnSpLocks/>
          </p:cNvCxnSpPr>
          <p:nvPr/>
        </p:nvCxnSpPr>
        <p:spPr>
          <a:xfrm>
            <a:off x="5252722" y="3567748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452">
            <a:extLst>
              <a:ext uri="{FF2B5EF4-FFF2-40B4-BE49-F238E27FC236}">
                <a16:creationId xmlns:a16="http://schemas.microsoft.com/office/drawing/2014/main" id="{E76CE06C-DD0F-4F9C-BF65-2DD9796B3C63}"/>
              </a:ext>
            </a:extLst>
          </p:cNvPr>
          <p:cNvCxnSpPr>
            <a:cxnSpLocks/>
          </p:cNvCxnSpPr>
          <p:nvPr/>
        </p:nvCxnSpPr>
        <p:spPr>
          <a:xfrm flipH="1" flipV="1">
            <a:off x="5257165" y="3571240"/>
            <a:ext cx="248920" cy="10541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BFF75542-3139-4D68-B03D-45F599E2D770}"/>
              </a:ext>
            </a:extLst>
          </p:cNvPr>
          <p:cNvCxnSpPr>
            <a:cxnSpLocks/>
          </p:cNvCxnSpPr>
          <p:nvPr/>
        </p:nvCxnSpPr>
        <p:spPr>
          <a:xfrm>
            <a:off x="5495610" y="3482023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452">
            <a:extLst>
              <a:ext uri="{FF2B5EF4-FFF2-40B4-BE49-F238E27FC236}">
                <a16:creationId xmlns:a16="http://schemas.microsoft.com/office/drawing/2014/main" id="{CC14C7E2-F1F8-4E52-8779-64ABE31CE6BB}"/>
              </a:ext>
            </a:extLst>
          </p:cNvPr>
          <p:cNvCxnSpPr>
            <a:cxnSpLocks/>
          </p:cNvCxnSpPr>
          <p:nvPr/>
        </p:nvCxnSpPr>
        <p:spPr>
          <a:xfrm flipH="1" flipV="1">
            <a:off x="5500053" y="3485515"/>
            <a:ext cx="500697" cy="21018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452">
            <a:extLst>
              <a:ext uri="{FF2B5EF4-FFF2-40B4-BE49-F238E27FC236}">
                <a16:creationId xmlns:a16="http://schemas.microsoft.com/office/drawing/2014/main" id="{8A0916C7-6179-4F64-8EAA-294A57B61F69}"/>
              </a:ext>
            </a:extLst>
          </p:cNvPr>
          <p:cNvCxnSpPr>
            <a:cxnSpLocks/>
          </p:cNvCxnSpPr>
          <p:nvPr/>
        </p:nvCxnSpPr>
        <p:spPr>
          <a:xfrm flipV="1">
            <a:off x="5734368" y="3205163"/>
            <a:ext cx="485457" cy="218759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4C250F44-E855-450D-BA56-0C0264C54C55}"/>
              </a:ext>
            </a:extLst>
          </p:cNvPr>
          <p:cNvCxnSpPr>
            <a:cxnSpLocks/>
          </p:cNvCxnSpPr>
          <p:nvPr/>
        </p:nvCxnSpPr>
        <p:spPr>
          <a:xfrm>
            <a:off x="6209984" y="3203258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8FD75524-8F00-466E-B4D2-69AF5C011D2D}"/>
              </a:ext>
            </a:extLst>
          </p:cNvPr>
          <p:cNvCxnSpPr>
            <a:cxnSpLocks/>
          </p:cNvCxnSpPr>
          <p:nvPr/>
        </p:nvCxnSpPr>
        <p:spPr>
          <a:xfrm flipV="1">
            <a:off x="6198236" y="3326765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84DF7BEE-1567-451F-86A1-29D1C26E5C7B}"/>
              </a:ext>
            </a:extLst>
          </p:cNvPr>
          <p:cNvCxnSpPr>
            <a:cxnSpLocks/>
          </p:cNvCxnSpPr>
          <p:nvPr/>
        </p:nvCxnSpPr>
        <p:spPr>
          <a:xfrm>
            <a:off x="6424297" y="3136582"/>
            <a:ext cx="0" cy="22479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452">
            <a:extLst>
              <a:ext uri="{FF2B5EF4-FFF2-40B4-BE49-F238E27FC236}">
                <a16:creationId xmlns:a16="http://schemas.microsoft.com/office/drawing/2014/main" id="{E393910E-0A97-490C-9645-35E959FFF420}"/>
              </a:ext>
            </a:extLst>
          </p:cNvPr>
          <p:cNvCxnSpPr>
            <a:cxnSpLocks/>
          </p:cNvCxnSpPr>
          <p:nvPr/>
        </p:nvCxnSpPr>
        <p:spPr>
          <a:xfrm flipV="1">
            <a:off x="6431599" y="3036253"/>
            <a:ext cx="239077" cy="10382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C4F194E3-15C2-46DC-80EF-50ACF5E145E3}"/>
              </a:ext>
            </a:extLst>
          </p:cNvPr>
          <p:cNvCxnSpPr>
            <a:cxnSpLocks/>
          </p:cNvCxnSpPr>
          <p:nvPr/>
        </p:nvCxnSpPr>
        <p:spPr>
          <a:xfrm>
            <a:off x="10217150" y="5308600"/>
            <a:ext cx="245112" cy="130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50574B55-5FF1-4CD5-94F6-ACB627290189}"/>
              </a:ext>
            </a:extLst>
          </p:cNvPr>
          <p:cNvCxnSpPr>
            <a:cxnSpLocks/>
          </p:cNvCxnSpPr>
          <p:nvPr/>
        </p:nvCxnSpPr>
        <p:spPr>
          <a:xfrm flipV="1">
            <a:off x="9950450" y="5422900"/>
            <a:ext cx="51435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452">
            <a:extLst>
              <a:ext uri="{FF2B5EF4-FFF2-40B4-BE49-F238E27FC236}">
                <a16:creationId xmlns:a16="http://schemas.microsoft.com/office/drawing/2014/main" id="{0D9A4220-EA34-4DAE-BB18-3E7E5A79E2D6}"/>
              </a:ext>
            </a:extLst>
          </p:cNvPr>
          <p:cNvCxnSpPr>
            <a:cxnSpLocks/>
          </p:cNvCxnSpPr>
          <p:nvPr/>
        </p:nvCxnSpPr>
        <p:spPr>
          <a:xfrm flipH="1" flipV="1">
            <a:off x="9728200" y="549783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452">
            <a:extLst>
              <a:ext uri="{FF2B5EF4-FFF2-40B4-BE49-F238E27FC236}">
                <a16:creationId xmlns:a16="http://schemas.microsoft.com/office/drawing/2014/main" id="{8DDAA9B8-7807-4FD5-8E88-17000F98143A}"/>
              </a:ext>
            </a:extLst>
          </p:cNvPr>
          <p:cNvCxnSpPr>
            <a:cxnSpLocks/>
          </p:cNvCxnSpPr>
          <p:nvPr/>
        </p:nvCxnSpPr>
        <p:spPr>
          <a:xfrm flipV="1">
            <a:off x="9753600" y="5403850"/>
            <a:ext cx="228600" cy="9525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452">
            <a:extLst>
              <a:ext uri="{FF2B5EF4-FFF2-40B4-BE49-F238E27FC236}">
                <a16:creationId xmlns:a16="http://schemas.microsoft.com/office/drawing/2014/main" id="{AEA1BBCF-47F8-450E-BD4F-1B50DBC00D8E}"/>
              </a:ext>
            </a:extLst>
          </p:cNvPr>
          <p:cNvCxnSpPr>
            <a:cxnSpLocks/>
          </p:cNvCxnSpPr>
          <p:nvPr/>
        </p:nvCxnSpPr>
        <p:spPr>
          <a:xfrm>
            <a:off x="9960612" y="5041900"/>
            <a:ext cx="0" cy="3784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452">
            <a:extLst>
              <a:ext uri="{FF2B5EF4-FFF2-40B4-BE49-F238E27FC236}">
                <a16:creationId xmlns:a16="http://schemas.microsoft.com/office/drawing/2014/main" id="{4ED73B9C-1325-46F9-A616-808951054013}"/>
              </a:ext>
            </a:extLst>
          </p:cNvPr>
          <p:cNvCxnSpPr>
            <a:cxnSpLocks/>
          </p:cNvCxnSpPr>
          <p:nvPr/>
        </p:nvCxnSpPr>
        <p:spPr>
          <a:xfrm flipH="1">
            <a:off x="9969500" y="4984750"/>
            <a:ext cx="23495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452">
            <a:extLst>
              <a:ext uri="{FF2B5EF4-FFF2-40B4-BE49-F238E27FC236}">
                <a16:creationId xmlns:a16="http://schemas.microsoft.com/office/drawing/2014/main" id="{A4035E6F-A831-4DFA-8560-3F331A5CD1A7}"/>
              </a:ext>
            </a:extLst>
          </p:cNvPr>
          <p:cNvCxnSpPr>
            <a:cxnSpLocks/>
          </p:cNvCxnSpPr>
          <p:nvPr/>
        </p:nvCxnSpPr>
        <p:spPr>
          <a:xfrm>
            <a:off x="10200642" y="5008880"/>
            <a:ext cx="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584757A9-CD7F-4178-97B3-DC744F452AC6}"/>
              </a:ext>
            </a:extLst>
          </p:cNvPr>
          <p:cNvCxnSpPr>
            <a:cxnSpLocks/>
          </p:cNvCxnSpPr>
          <p:nvPr/>
        </p:nvCxnSpPr>
        <p:spPr>
          <a:xfrm flipV="1">
            <a:off x="10204450" y="4984750"/>
            <a:ext cx="48895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452">
            <a:extLst>
              <a:ext uri="{FF2B5EF4-FFF2-40B4-BE49-F238E27FC236}">
                <a16:creationId xmlns:a16="http://schemas.microsoft.com/office/drawing/2014/main" id="{01CF2C6C-F474-4BD5-81F4-FE01303088C8}"/>
              </a:ext>
            </a:extLst>
          </p:cNvPr>
          <p:cNvCxnSpPr>
            <a:cxnSpLocks/>
          </p:cNvCxnSpPr>
          <p:nvPr/>
        </p:nvCxnSpPr>
        <p:spPr>
          <a:xfrm>
            <a:off x="10924542" y="4900930"/>
            <a:ext cx="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452">
            <a:extLst>
              <a:ext uri="{FF2B5EF4-FFF2-40B4-BE49-F238E27FC236}">
                <a16:creationId xmlns:a16="http://schemas.microsoft.com/office/drawing/2014/main" id="{2C67DD6F-C487-4E17-BB33-26F68BA0B1DC}"/>
              </a:ext>
            </a:extLst>
          </p:cNvPr>
          <p:cNvCxnSpPr>
            <a:cxnSpLocks/>
          </p:cNvCxnSpPr>
          <p:nvPr/>
        </p:nvCxnSpPr>
        <p:spPr>
          <a:xfrm flipH="1" flipV="1">
            <a:off x="10699750" y="480568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452">
            <a:extLst>
              <a:ext uri="{FF2B5EF4-FFF2-40B4-BE49-F238E27FC236}">
                <a16:creationId xmlns:a16="http://schemas.microsoft.com/office/drawing/2014/main" id="{871B6A30-B004-44AB-A07F-2FF94F4B20ED}"/>
              </a:ext>
            </a:extLst>
          </p:cNvPr>
          <p:cNvCxnSpPr>
            <a:cxnSpLocks/>
          </p:cNvCxnSpPr>
          <p:nvPr/>
        </p:nvCxnSpPr>
        <p:spPr>
          <a:xfrm flipH="1">
            <a:off x="10433050" y="4781550"/>
            <a:ext cx="285750" cy="1079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452">
            <a:extLst>
              <a:ext uri="{FF2B5EF4-FFF2-40B4-BE49-F238E27FC236}">
                <a16:creationId xmlns:a16="http://schemas.microsoft.com/office/drawing/2014/main" id="{9C6081C9-1DBC-4D86-8BBF-5B03F6221691}"/>
              </a:ext>
            </a:extLst>
          </p:cNvPr>
          <p:cNvCxnSpPr>
            <a:cxnSpLocks/>
          </p:cNvCxnSpPr>
          <p:nvPr/>
        </p:nvCxnSpPr>
        <p:spPr>
          <a:xfrm flipH="1" flipV="1">
            <a:off x="10191750" y="478663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452">
            <a:extLst>
              <a:ext uri="{FF2B5EF4-FFF2-40B4-BE49-F238E27FC236}">
                <a16:creationId xmlns:a16="http://schemas.microsoft.com/office/drawing/2014/main" id="{38A432C6-AF2D-4350-AC35-27587BC7F92F}"/>
              </a:ext>
            </a:extLst>
          </p:cNvPr>
          <p:cNvCxnSpPr>
            <a:cxnSpLocks/>
          </p:cNvCxnSpPr>
          <p:nvPr/>
        </p:nvCxnSpPr>
        <p:spPr>
          <a:xfrm>
            <a:off x="10683242" y="444500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452">
            <a:extLst>
              <a:ext uri="{FF2B5EF4-FFF2-40B4-BE49-F238E27FC236}">
                <a16:creationId xmlns:a16="http://schemas.microsoft.com/office/drawing/2014/main" id="{99B3F943-7211-4700-958B-CFC50EC256DF}"/>
              </a:ext>
            </a:extLst>
          </p:cNvPr>
          <p:cNvCxnSpPr>
            <a:cxnSpLocks/>
          </p:cNvCxnSpPr>
          <p:nvPr/>
        </p:nvCxnSpPr>
        <p:spPr>
          <a:xfrm>
            <a:off x="10219692" y="4438650"/>
            <a:ext cx="0" cy="1778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452">
            <a:extLst>
              <a:ext uri="{FF2B5EF4-FFF2-40B4-BE49-F238E27FC236}">
                <a16:creationId xmlns:a16="http://schemas.microsoft.com/office/drawing/2014/main" id="{21831B0A-AF50-4887-843E-7E23A22AD319}"/>
              </a:ext>
            </a:extLst>
          </p:cNvPr>
          <p:cNvCxnSpPr>
            <a:cxnSpLocks/>
          </p:cNvCxnSpPr>
          <p:nvPr/>
        </p:nvCxnSpPr>
        <p:spPr>
          <a:xfrm flipH="1">
            <a:off x="10236200" y="4260850"/>
            <a:ext cx="457200" cy="1638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Straight Connector 452">
            <a:extLst>
              <a:ext uri="{FF2B5EF4-FFF2-40B4-BE49-F238E27FC236}">
                <a16:creationId xmlns:a16="http://schemas.microsoft.com/office/drawing/2014/main" id="{FC5F5D97-001A-4046-BD6D-CCE465F500F1}"/>
              </a:ext>
            </a:extLst>
          </p:cNvPr>
          <p:cNvCxnSpPr>
            <a:cxnSpLocks/>
          </p:cNvCxnSpPr>
          <p:nvPr/>
        </p:nvCxnSpPr>
        <p:spPr>
          <a:xfrm>
            <a:off x="10918192" y="41275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Connector 452">
            <a:extLst>
              <a:ext uri="{FF2B5EF4-FFF2-40B4-BE49-F238E27FC236}">
                <a16:creationId xmlns:a16="http://schemas.microsoft.com/office/drawing/2014/main" id="{5F18A054-C4C7-4904-932E-5884B28C55E6}"/>
              </a:ext>
            </a:extLst>
          </p:cNvPr>
          <p:cNvCxnSpPr>
            <a:cxnSpLocks/>
          </p:cNvCxnSpPr>
          <p:nvPr/>
        </p:nvCxnSpPr>
        <p:spPr>
          <a:xfrm flipV="1">
            <a:off x="10420350" y="4057650"/>
            <a:ext cx="228600" cy="95251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Straight Connector 452">
            <a:extLst>
              <a:ext uri="{FF2B5EF4-FFF2-40B4-BE49-F238E27FC236}">
                <a16:creationId xmlns:a16="http://schemas.microsoft.com/office/drawing/2014/main" id="{B950D2B4-C794-46D3-B12A-F2B0BA75396F}"/>
              </a:ext>
            </a:extLst>
          </p:cNvPr>
          <p:cNvCxnSpPr>
            <a:cxnSpLocks/>
          </p:cNvCxnSpPr>
          <p:nvPr/>
        </p:nvCxnSpPr>
        <p:spPr>
          <a:xfrm>
            <a:off x="10422892" y="396875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Straight Connector 452">
            <a:extLst>
              <a:ext uri="{FF2B5EF4-FFF2-40B4-BE49-F238E27FC236}">
                <a16:creationId xmlns:a16="http://schemas.microsoft.com/office/drawing/2014/main" id="{9FC15AC0-F8EF-4741-88D4-91976F87EB5C}"/>
              </a:ext>
            </a:extLst>
          </p:cNvPr>
          <p:cNvCxnSpPr>
            <a:cxnSpLocks/>
          </p:cNvCxnSpPr>
          <p:nvPr/>
        </p:nvCxnSpPr>
        <p:spPr>
          <a:xfrm flipV="1">
            <a:off x="10445750" y="3854450"/>
            <a:ext cx="241300" cy="114302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Connector 452">
            <a:extLst>
              <a:ext uri="{FF2B5EF4-FFF2-40B4-BE49-F238E27FC236}">
                <a16:creationId xmlns:a16="http://schemas.microsoft.com/office/drawing/2014/main" id="{578FA5B3-8237-4937-BB07-C7AEDB060E28}"/>
              </a:ext>
            </a:extLst>
          </p:cNvPr>
          <p:cNvCxnSpPr>
            <a:cxnSpLocks/>
          </p:cNvCxnSpPr>
          <p:nvPr/>
        </p:nvCxnSpPr>
        <p:spPr>
          <a:xfrm flipH="1" flipV="1">
            <a:off x="10414000" y="376555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Straight Connector 452">
            <a:extLst>
              <a:ext uri="{FF2B5EF4-FFF2-40B4-BE49-F238E27FC236}">
                <a16:creationId xmlns:a16="http://schemas.microsoft.com/office/drawing/2014/main" id="{75E32B9A-4F47-4054-A750-2E18587635C4}"/>
              </a:ext>
            </a:extLst>
          </p:cNvPr>
          <p:cNvCxnSpPr>
            <a:cxnSpLocks/>
          </p:cNvCxnSpPr>
          <p:nvPr/>
        </p:nvCxnSpPr>
        <p:spPr>
          <a:xfrm>
            <a:off x="10422892" y="3581400"/>
            <a:ext cx="0" cy="2032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Straight Connector 452">
            <a:extLst>
              <a:ext uri="{FF2B5EF4-FFF2-40B4-BE49-F238E27FC236}">
                <a16:creationId xmlns:a16="http://schemas.microsoft.com/office/drawing/2014/main" id="{870F9368-B224-4844-AF9E-F75123C991CD}"/>
              </a:ext>
            </a:extLst>
          </p:cNvPr>
          <p:cNvCxnSpPr>
            <a:cxnSpLocks/>
          </p:cNvCxnSpPr>
          <p:nvPr/>
        </p:nvCxnSpPr>
        <p:spPr>
          <a:xfrm flipH="1" flipV="1">
            <a:off x="10394950" y="3581400"/>
            <a:ext cx="29845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452">
            <a:extLst>
              <a:ext uri="{FF2B5EF4-FFF2-40B4-BE49-F238E27FC236}">
                <a16:creationId xmlns:a16="http://schemas.microsoft.com/office/drawing/2014/main" id="{96E15BEE-A16B-45B5-9073-15B506EF25FC}"/>
              </a:ext>
            </a:extLst>
          </p:cNvPr>
          <p:cNvCxnSpPr>
            <a:cxnSpLocks/>
          </p:cNvCxnSpPr>
          <p:nvPr/>
        </p:nvCxnSpPr>
        <p:spPr>
          <a:xfrm flipH="1" flipV="1">
            <a:off x="7613650" y="2870200"/>
            <a:ext cx="1416050" cy="546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452">
            <a:extLst>
              <a:ext uri="{FF2B5EF4-FFF2-40B4-BE49-F238E27FC236}">
                <a16:creationId xmlns:a16="http://schemas.microsoft.com/office/drawing/2014/main" id="{8D1F03E2-CB51-415E-A84D-233951DFAAE7}"/>
              </a:ext>
            </a:extLst>
          </p:cNvPr>
          <p:cNvCxnSpPr>
            <a:cxnSpLocks/>
          </p:cNvCxnSpPr>
          <p:nvPr/>
        </p:nvCxnSpPr>
        <p:spPr>
          <a:xfrm flipV="1">
            <a:off x="6877050" y="2867660"/>
            <a:ext cx="742950" cy="27559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452">
            <a:extLst>
              <a:ext uri="{FF2B5EF4-FFF2-40B4-BE49-F238E27FC236}">
                <a16:creationId xmlns:a16="http://schemas.microsoft.com/office/drawing/2014/main" id="{0099E26B-7608-44B2-9AA6-B9A115E3A54C}"/>
              </a:ext>
            </a:extLst>
          </p:cNvPr>
          <p:cNvCxnSpPr>
            <a:cxnSpLocks/>
          </p:cNvCxnSpPr>
          <p:nvPr/>
        </p:nvCxnSpPr>
        <p:spPr>
          <a:xfrm>
            <a:off x="6407150" y="2400300"/>
            <a:ext cx="495300" cy="1981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Connector 452">
            <a:extLst>
              <a:ext uri="{FF2B5EF4-FFF2-40B4-BE49-F238E27FC236}">
                <a16:creationId xmlns:a16="http://schemas.microsoft.com/office/drawing/2014/main" id="{35CF77BD-2B18-43E6-BF24-9DAC91FDC1A0}"/>
              </a:ext>
            </a:extLst>
          </p:cNvPr>
          <p:cNvCxnSpPr>
            <a:cxnSpLocks/>
          </p:cNvCxnSpPr>
          <p:nvPr/>
        </p:nvCxnSpPr>
        <p:spPr>
          <a:xfrm flipV="1">
            <a:off x="5930900" y="2409190"/>
            <a:ext cx="486410" cy="1816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Straight Connector 452">
            <a:extLst>
              <a:ext uri="{FF2B5EF4-FFF2-40B4-BE49-F238E27FC236}">
                <a16:creationId xmlns:a16="http://schemas.microsoft.com/office/drawing/2014/main" id="{3F913819-52BA-432C-A2EA-FF89892A3D09}"/>
              </a:ext>
            </a:extLst>
          </p:cNvPr>
          <p:cNvCxnSpPr>
            <a:cxnSpLocks/>
          </p:cNvCxnSpPr>
          <p:nvPr/>
        </p:nvCxnSpPr>
        <p:spPr>
          <a:xfrm flipV="1">
            <a:off x="5938520" y="258445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2" name="Straight Connector 452">
            <a:extLst>
              <a:ext uri="{FF2B5EF4-FFF2-40B4-BE49-F238E27FC236}">
                <a16:creationId xmlns:a16="http://schemas.microsoft.com/office/drawing/2014/main" id="{431C8B6B-8854-4A77-BEED-4A1CA25D9A50}"/>
              </a:ext>
            </a:extLst>
          </p:cNvPr>
          <p:cNvCxnSpPr>
            <a:cxnSpLocks/>
          </p:cNvCxnSpPr>
          <p:nvPr/>
        </p:nvCxnSpPr>
        <p:spPr>
          <a:xfrm flipV="1">
            <a:off x="4997450" y="2771140"/>
            <a:ext cx="949960" cy="359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452">
            <a:extLst>
              <a:ext uri="{FF2B5EF4-FFF2-40B4-BE49-F238E27FC236}">
                <a16:creationId xmlns:a16="http://schemas.microsoft.com/office/drawing/2014/main" id="{89D3D708-0169-45E3-A5D9-21BD87A1E341}"/>
              </a:ext>
            </a:extLst>
          </p:cNvPr>
          <p:cNvCxnSpPr>
            <a:cxnSpLocks/>
          </p:cNvCxnSpPr>
          <p:nvPr/>
        </p:nvCxnSpPr>
        <p:spPr>
          <a:xfrm>
            <a:off x="4305300" y="2870200"/>
            <a:ext cx="690880" cy="2451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452">
            <a:extLst>
              <a:ext uri="{FF2B5EF4-FFF2-40B4-BE49-F238E27FC236}">
                <a16:creationId xmlns:a16="http://schemas.microsoft.com/office/drawing/2014/main" id="{968A7A7D-F092-4ED5-9FDC-F8C4D51D6FF3}"/>
              </a:ext>
            </a:extLst>
          </p:cNvPr>
          <p:cNvCxnSpPr>
            <a:cxnSpLocks/>
          </p:cNvCxnSpPr>
          <p:nvPr/>
        </p:nvCxnSpPr>
        <p:spPr>
          <a:xfrm flipV="1">
            <a:off x="3822700" y="2853690"/>
            <a:ext cx="495300" cy="1943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452">
            <a:extLst>
              <a:ext uri="{FF2B5EF4-FFF2-40B4-BE49-F238E27FC236}">
                <a16:creationId xmlns:a16="http://schemas.microsoft.com/office/drawing/2014/main" id="{1B55AA9F-89EB-4154-90AB-9CFE46C00AAC}"/>
              </a:ext>
            </a:extLst>
          </p:cNvPr>
          <p:cNvCxnSpPr>
            <a:cxnSpLocks/>
          </p:cNvCxnSpPr>
          <p:nvPr/>
        </p:nvCxnSpPr>
        <p:spPr>
          <a:xfrm>
            <a:off x="3590290" y="29603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Connector 452">
            <a:extLst>
              <a:ext uri="{FF2B5EF4-FFF2-40B4-BE49-F238E27FC236}">
                <a16:creationId xmlns:a16="http://schemas.microsoft.com/office/drawing/2014/main" id="{F0990E9C-A3EF-4456-B476-E70B40FC7F2E}"/>
              </a:ext>
            </a:extLst>
          </p:cNvPr>
          <p:cNvCxnSpPr>
            <a:cxnSpLocks/>
          </p:cNvCxnSpPr>
          <p:nvPr/>
        </p:nvCxnSpPr>
        <p:spPr>
          <a:xfrm>
            <a:off x="3837940" y="26682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Straight Connector 452">
            <a:extLst>
              <a:ext uri="{FF2B5EF4-FFF2-40B4-BE49-F238E27FC236}">
                <a16:creationId xmlns:a16="http://schemas.microsoft.com/office/drawing/2014/main" id="{A6B69A87-18C7-4966-86AC-5E72F54A38F5}"/>
              </a:ext>
            </a:extLst>
          </p:cNvPr>
          <p:cNvCxnSpPr>
            <a:cxnSpLocks/>
          </p:cNvCxnSpPr>
          <p:nvPr/>
        </p:nvCxnSpPr>
        <p:spPr>
          <a:xfrm flipV="1">
            <a:off x="3585210" y="2640330"/>
            <a:ext cx="254000" cy="1143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Straight Connector 452">
            <a:extLst>
              <a:ext uri="{FF2B5EF4-FFF2-40B4-BE49-F238E27FC236}">
                <a16:creationId xmlns:a16="http://schemas.microsoft.com/office/drawing/2014/main" id="{A165674A-3E07-4D4C-B762-55EDBE3E39B9}"/>
              </a:ext>
            </a:extLst>
          </p:cNvPr>
          <p:cNvCxnSpPr>
            <a:cxnSpLocks/>
          </p:cNvCxnSpPr>
          <p:nvPr/>
        </p:nvCxnSpPr>
        <p:spPr>
          <a:xfrm>
            <a:off x="3609340" y="2566670"/>
            <a:ext cx="0" cy="1955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452">
            <a:extLst>
              <a:ext uri="{FF2B5EF4-FFF2-40B4-BE49-F238E27FC236}">
                <a16:creationId xmlns:a16="http://schemas.microsoft.com/office/drawing/2014/main" id="{BE42A2A8-F743-47F9-8745-976B58F77683}"/>
              </a:ext>
            </a:extLst>
          </p:cNvPr>
          <p:cNvCxnSpPr>
            <a:cxnSpLocks/>
          </p:cNvCxnSpPr>
          <p:nvPr/>
        </p:nvCxnSpPr>
        <p:spPr>
          <a:xfrm flipV="1">
            <a:off x="3621723" y="2477770"/>
            <a:ext cx="239077" cy="103824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452">
            <a:extLst>
              <a:ext uri="{FF2B5EF4-FFF2-40B4-BE49-F238E27FC236}">
                <a16:creationId xmlns:a16="http://schemas.microsoft.com/office/drawing/2014/main" id="{C80A3C9A-CFA2-4FA4-A3BF-0907CE729740}"/>
              </a:ext>
            </a:extLst>
          </p:cNvPr>
          <p:cNvCxnSpPr>
            <a:cxnSpLocks/>
          </p:cNvCxnSpPr>
          <p:nvPr/>
        </p:nvCxnSpPr>
        <p:spPr>
          <a:xfrm flipV="1">
            <a:off x="4081780" y="2222500"/>
            <a:ext cx="0" cy="1587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452">
            <a:extLst>
              <a:ext uri="{FF2B5EF4-FFF2-40B4-BE49-F238E27FC236}">
                <a16:creationId xmlns:a16="http://schemas.microsoft.com/office/drawing/2014/main" id="{282974C6-9AC6-4049-AFFD-7F31329A345D}"/>
              </a:ext>
            </a:extLst>
          </p:cNvPr>
          <p:cNvCxnSpPr>
            <a:cxnSpLocks/>
          </p:cNvCxnSpPr>
          <p:nvPr/>
        </p:nvCxnSpPr>
        <p:spPr>
          <a:xfrm flipV="1">
            <a:off x="4110990" y="2292350"/>
            <a:ext cx="226060" cy="965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Connector 452">
            <a:extLst>
              <a:ext uri="{FF2B5EF4-FFF2-40B4-BE49-F238E27FC236}">
                <a16:creationId xmlns:a16="http://schemas.microsoft.com/office/drawing/2014/main" id="{01EF7D9B-0D30-4F8C-A37B-25108CB2468D}"/>
              </a:ext>
            </a:extLst>
          </p:cNvPr>
          <p:cNvCxnSpPr>
            <a:cxnSpLocks/>
          </p:cNvCxnSpPr>
          <p:nvPr/>
        </p:nvCxnSpPr>
        <p:spPr>
          <a:xfrm flipV="1">
            <a:off x="4321810" y="2308860"/>
            <a:ext cx="0" cy="3632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452">
            <a:extLst>
              <a:ext uri="{FF2B5EF4-FFF2-40B4-BE49-F238E27FC236}">
                <a16:creationId xmlns:a16="http://schemas.microsoft.com/office/drawing/2014/main" id="{A10EE1B4-BCCE-4D8B-8A8C-D27AF843A0DA}"/>
              </a:ext>
            </a:extLst>
          </p:cNvPr>
          <p:cNvCxnSpPr>
            <a:cxnSpLocks/>
          </p:cNvCxnSpPr>
          <p:nvPr/>
        </p:nvCxnSpPr>
        <p:spPr>
          <a:xfrm>
            <a:off x="4339590" y="268097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452">
            <a:extLst>
              <a:ext uri="{FF2B5EF4-FFF2-40B4-BE49-F238E27FC236}">
                <a16:creationId xmlns:a16="http://schemas.microsoft.com/office/drawing/2014/main" id="{73BCA1EC-AD8F-403D-9BD6-C4E031FDD3DF}"/>
              </a:ext>
            </a:extLst>
          </p:cNvPr>
          <p:cNvCxnSpPr>
            <a:cxnSpLocks/>
          </p:cNvCxnSpPr>
          <p:nvPr/>
        </p:nvCxnSpPr>
        <p:spPr>
          <a:xfrm flipV="1">
            <a:off x="5260340" y="2679700"/>
            <a:ext cx="467360" cy="15367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452">
            <a:extLst>
              <a:ext uri="{FF2B5EF4-FFF2-40B4-BE49-F238E27FC236}">
                <a16:creationId xmlns:a16="http://schemas.microsoft.com/office/drawing/2014/main" id="{77BD9C0E-A1F7-4FA5-817B-42FBA372F6B2}"/>
              </a:ext>
            </a:extLst>
          </p:cNvPr>
          <p:cNvCxnSpPr>
            <a:cxnSpLocks/>
          </p:cNvCxnSpPr>
          <p:nvPr/>
        </p:nvCxnSpPr>
        <p:spPr>
          <a:xfrm>
            <a:off x="5488940" y="260350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Straight Connector 452">
            <a:extLst>
              <a:ext uri="{FF2B5EF4-FFF2-40B4-BE49-F238E27FC236}">
                <a16:creationId xmlns:a16="http://schemas.microsoft.com/office/drawing/2014/main" id="{4BF1C664-3EF9-4E63-B206-FD20ACD5AA79}"/>
              </a:ext>
            </a:extLst>
          </p:cNvPr>
          <p:cNvCxnSpPr>
            <a:cxnSpLocks/>
          </p:cNvCxnSpPr>
          <p:nvPr/>
        </p:nvCxnSpPr>
        <p:spPr>
          <a:xfrm>
            <a:off x="5704840" y="23050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Straight Connector 452">
            <a:extLst>
              <a:ext uri="{FF2B5EF4-FFF2-40B4-BE49-F238E27FC236}">
                <a16:creationId xmlns:a16="http://schemas.microsoft.com/office/drawing/2014/main" id="{061A0463-4B66-4320-8461-F1B40B4A8B3B}"/>
              </a:ext>
            </a:extLst>
          </p:cNvPr>
          <p:cNvCxnSpPr>
            <a:cxnSpLocks/>
          </p:cNvCxnSpPr>
          <p:nvPr/>
        </p:nvCxnSpPr>
        <p:spPr>
          <a:xfrm flipV="1">
            <a:off x="5722620" y="2114550"/>
            <a:ext cx="0" cy="1905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Connector 452">
            <a:extLst>
              <a:ext uri="{FF2B5EF4-FFF2-40B4-BE49-F238E27FC236}">
                <a16:creationId xmlns:a16="http://schemas.microsoft.com/office/drawing/2014/main" id="{41F7E57D-2B73-4B20-A707-DA8C1D78BF4E}"/>
              </a:ext>
            </a:extLst>
          </p:cNvPr>
          <p:cNvCxnSpPr>
            <a:cxnSpLocks/>
          </p:cNvCxnSpPr>
          <p:nvPr/>
        </p:nvCxnSpPr>
        <p:spPr>
          <a:xfrm flipV="1">
            <a:off x="6189980" y="223520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Straight Connector 452">
            <a:extLst>
              <a:ext uri="{FF2B5EF4-FFF2-40B4-BE49-F238E27FC236}">
                <a16:creationId xmlns:a16="http://schemas.microsoft.com/office/drawing/2014/main" id="{3D8E2BB0-A766-4B48-832A-861A00E00AF4}"/>
              </a:ext>
            </a:extLst>
          </p:cNvPr>
          <p:cNvCxnSpPr>
            <a:cxnSpLocks/>
          </p:cNvCxnSpPr>
          <p:nvPr/>
        </p:nvCxnSpPr>
        <p:spPr>
          <a:xfrm flipV="1">
            <a:off x="6907530" y="2876550"/>
            <a:ext cx="236220" cy="952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452">
            <a:extLst>
              <a:ext uri="{FF2B5EF4-FFF2-40B4-BE49-F238E27FC236}">
                <a16:creationId xmlns:a16="http://schemas.microsoft.com/office/drawing/2014/main" id="{387A9A67-6144-4903-9951-B2B3EDC5AC2D}"/>
              </a:ext>
            </a:extLst>
          </p:cNvPr>
          <p:cNvCxnSpPr>
            <a:cxnSpLocks/>
          </p:cNvCxnSpPr>
          <p:nvPr/>
        </p:nvCxnSpPr>
        <p:spPr>
          <a:xfrm>
            <a:off x="6898640" y="277495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Connector 452">
            <a:extLst>
              <a:ext uri="{FF2B5EF4-FFF2-40B4-BE49-F238E27FC236}">
                <a16:creationId xmlns:a16="http://schemas.microsoft.com/office/drawing/2014/main" id="{B1F8694E-AF09-44CD-8EB2-246929902B9B}"/>
              </a:ext>
            </a:extLst>
          </p:cNvPr>
          <p:cNvCxnSpPr>
            <a:cxnSpLocks/>
          </p:cNvCxnSpPr>
          <p:nvPr/>
        </p:nvCxnSpPr>
        <p:spPr>
          <a:xfrm flipV="1">
            <a:off x="6910070" y="2609850"/>
            <a:ext cx="0" cy="1651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Straight Connector 452">
            <a:extLst>
              <a:ext uri="{FF2B5EF4-FFF2-40B4-BE49-F238E27FC236}">
                <a16:creationId xmlns:a16="http://schemas.microsoft.com/office/drawing/2014/main" id="{D49ED8AE-157A-40E1-BB45-10583B7EACD6}"/>
              </a:ext>
            </a:extLst>
          </p:cNvPr>
          <p:cNvCxnSpPr>
            <a:cxnSpLocks/>
          </p:cNvCxnSpPr>
          <p:nvPr/>
        </p:nvCxnSpPr>
        <p:spPr>
          <a:xfrm>
            <a:off x="6663690" y="2336800"/>
            <a:ext cx="218440" cy="863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452">
            <a:extLst>
              <a:ext uri="{FF2B5EF4-FFF2-40B4-BE49-F238E27FC236}">
                <a16:creationId xmlns:a16="http://schemas.microsoft.com/office/drawing/2014/main" id="{88EEBBE6-E793-4AA4-A7E4-05DDDD9CDF10}"/>
              </a:ext>
            </a:extLst>
          </p:cNvPr>
          <p:cNvCxnSpPr>
            <a:cxnSpLocks/>
          </p:cNvCxnSpPr>
          <p:nvPr/>
        </p:nvCxnSpPr>
        <p:spPr>
          <a:xfrm flipV="1">
            <a:off x="7124700" y="2114550"/>
            <a:ext cx="971550" cy="3873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452">
            <a:extLst>
              <a:ext uri="{FF2B5EF4-FFF2-40B4-BE49-F238E27FC236}">
                <a16:creationId xmlns:a16="http://schemas.microsoft.com/office/drawing/2014/main" id="{7CA2A197-AA01-4F69-B7E4-18F886C21442}"/>
              </a:ext>
            </a:extLst>
          </p:cNvPr>
          <p:cNvCxnSpPr>
            <a:cxnSpLocks/>
          </p:cNvCxnSpPr>
          <p:nvPr/>
        </p:nvCxnSpPr>
        <p:spPr>
          <a:xfrm flipV="1">
            <a:off x="7133590" y="2505710"/>
            <a:ext cx="0" cy="1803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452">
            <a:extLst>
              <a:ext uri="{FF2B5EF4-FFF2-40B4-BE49-F238E27FC236}">
                <a16:creationId xmlns:a16="http://schemas.microsoft.com/office/drawing/2014/main" id="{B99EE976-33AA-479D-8D5F-90095AC65960}"/>
              </a:ext>
            </a:extLst>
          </p:cNvPr>
          <p:cNvCxnSpPr>
            <a:cxnSpLocks/>
          </p:cNvCxnSpPr>
          <p:nvPr/>
        </p:nvCxnSpPr>
        <p:spPr>
          <a:xfrm flipV="1">
            <a:off x="9025890" y="3159760"/>
            <a:ext cx="238760" cy="8763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Straight Connector 452">
            <a:extLst>
              <a:ext uri="{FF2B5EF4-FFF2-40B4-BE49-F238E27FC236}">
                <a16:creationId xmlns:a16="http://schemas.microsoft.com/office/drawing/2014/main" id="{0C4A2D19-152B-4439-9527-7388CBE4E51F}"/>
              </a:ext>
            </a:extLst>
          </p:cNvPr>
          <p:cNvCxnSpPr>
            <a:cxnSpLocks/>
          </p:cNvCxnSpPr>
          <p:nvPr/>
        </p:nvCxnSpPr>
        <p:spPr>
          <a:xfrm flipV="1">
            <a:off x="8829040" y="3048000"/>
            <a:ext cx="207010" cy="787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Straight Connector 452">
            <a:extLst>
              <a:ext uri="{FF2B5EF4-FFF2-40B4-BE49-F238E27FC236}">
                <a16:creationId xmlns:a16="http://schemas.microsoft.com/office/drawing/2014/main" id="{343422AE-6C2E-4292-A65D-39062DF670EE}"/>
              </a:ext>
            </a:extLst>
          </p:cNvPr>
          <p:cNvCxnSpPr>
            <a:cxnSpLocks/>
          </p:cNvCxnSpPr>
          <p:nvPr/>
        </p:nvCxnSpPr>
        <p:spPr>
          <a:xfrm flipH="1" flipV="1">
            <a:off x="9486900" y="3048000"/>
            <a:ext cx="2540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Connector 452">
            <a:extLst>
              <a:ext uri="{FF2B5EF4-FFF2-40B4-BE49-F238E27FC236}">
                <a16:creationId xmlns:a16="http://schemas.microsoft.com/office/drawing/2014/main" id="{99C37C21-4B56-4988-90FD-CC79C129B3D5}"/>
              </a:ext>
            </a:extLst>
          </p:cNvPr>
          <p:cNvCxnSpPr>
            <a:cxnSpLocks/>
          </p:cNvCxnSpPr>
          <p:nvPr/>
        </p:nvCxnSpPr>
        <p:spPr>
          <a:xfrm flipH="1">
            <a:off x="9737090" y="3026410"/>
            <a:ext cx="240030" cy="1295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452">
            <a:extLst>
              <a:ext uri="{FF2B5EF4-FFF2-40B4-BE49-F238E27FC236}">
                <a16:creationId xmlns:a16="http://schemas.microsoft.com/office/drawing/2014/main" id="{9D788AAE-DFD7-4D4F-A1BB-0DA77A5F3F03}"/>
              </a:ext>
            </a:extLst>
          </p:cNvPr>
          <p:cNvCxnSpPr>
            <a:cxnSpLocks/>
          </p:cNvCxnSpPr>
          <p:nvPr/>
        </p:nvCxnSpPr>
        <p:spPr>
          <a:xfrm flipH="1" flipV="1">
            <a:off x="9956800" y="3035300"/>
            <a:ext cx="488950" cy="2095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Connector 452">
            <a:extLst>
              <a:ext uri="{FF2B5EF4-FFF2-40B4-BE49-F238E27FC236}">
                <a16:creationId xmlns:a16="http://schemas.microsoft.com/office/drawing/2014/main" id="{D6813623-5E48-49BD-B673-31EED60FB510}"/>
              </a:ext>
            </a:extLst>
          </p:cNvPr>
          <p:cNvCxnSpPr>
            <a:cxnSpLocks/>
          </p:cNvCxnSpPr>
          <p:nvPr/>
        </p:nvCxnSpPr>
        <p:spPr>
          <a:xfrm flipH="1" flipV="1">
            <a:off x="10909300" y="4697730"/>
            <a:ext cx="488950" cy="1981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1" name="Straight Connector 452">
            <a:extLst>
              <a:ext uri="{FF2B5EF4-FFF2-40B4-BE49-F238E27FC236}">
                <a16:creationId xmlns:a16="http://schemas.microsoft.com/office/drawing/2014/main" id="{9DDCDF78-BF44-4DA1-B096-C486D186CE95}"/>
              </a:ext>
            </a:extLst>
          </p:cNvPr>
          <p:cNvCxnSpPr>
            <a:cxnSpLocks/>
          </p:cNvCxnSpPr>
          <p:nvPr/>
        </p:nvCxnSpPr>
        <p:spPr>
          <a:xfrm flipH="1">
            <a:off x="11620500" y="4678680"/>
            <a:ext cx="241300" cy="8890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Straight Connector 452">
            <a:extLst>
              <a:ext uri="{FF2B5EF4-FFF2-40B4-BE49-F238E27FC236}">
                <a16:creationId xmlns:a16="http://schemas.microsoft.com/office/drawing/2014/main" id="{622F2074-4314-43F3-BE04-808206B45B92}"/>
              </a:ext>
            </a:extLst>
          </p:cNvPr>
          <p:cNvCxnSpPr>
            <a:cxnSpLocks/>
          </p:cNvCxnSpPr>
          <p:nvPr/>
        </p:nvCxnSpPr>
        <p:spPr>
          <a:xfrm>
            <a:off x="11383012" y="48920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452">
            <a:extLst>
              <a:ext uri="{FF2B5EF4-FFF2-40B4-BE49-F238E27FC236}">
                <a16:creationId xmlns:a16="http://schemas.microsoft.com/office/drawing/2014/main" id="{AB7DE05A-A28A-4C22-A012-559FF6AEE59D}"/>
              </a:ext>
            </a:extLst>
          </p:cNvPr>
          <p:cNvCxnSpPr>
            <a:cxnSpLocks/>
          </p:cNvCxnSpPr>
          <p:nvPr/>
        </p:nvCxnSpPr>
        <p:spPr>
          <a:xfrm flipH="1">
            <a:off x="10914380" y="5054600"/>
            <a:ext cx="471170" cy="1930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452">
            <a:extLst>
              <a:ext uri="{FF2B5EF4-FFF2-40B4-BE49-F238E27FC236}">
                <a16:creationId xmlns:a16="http://schemas.microsoft.com/office/drawing/2014/main" id="{8330A7C2-793A-4157-BFCE-9BA5E7DE6020}"/>
              </a:ext>
            </a:extLst>
          </p:cNvPr>
          <p:cNvCxnSpPr>
            <a:cxnSpLocks/>
          </p:cNvCxnSpPr>
          <p:nvPr/>
        </p:nvCxnSpPr>
        <p:spPr>
          <a:xfrm>
            <a:off x="10925812" y="5228590"/>
            <a:ext cx="0" cy="9309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452">
            <a:extLst>
              <a:ext uri="{FF2B5EF4-FFF2-40B4-BE49-F238E27FC236}">
                <a16:creationId xmlns:a16="http://schemas.microsoft.com/office/drawing/2014/main" id="{183DA634-1164-417F-9A6D-85D76A5128DA}"/>
              </a:ext>
            </a:extLst>
          </p:cNvPr>
          <p:cNvCxnSpPr>
            <a:cxnSpLocks/>
          </p:cNvCxnSpPr>
          <p:nvPr/>
        </p:nvCxnSpPr>
        <p:spPr>
          <a:xfrm flipH="1">
            <a:off x="10920730" y="6057900"/>
            <a:ext cx="248920" cy="1041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452">
            <a:extLst>
              <a:ext uri="{FF2B5EF4-FFF2-40B4-BE49-F238E27FC236}">
                <a16:creationId xmlns:a16="http://schemas.microsoft.com/office/drawing/2014/main" id="{07F5EFD1-2B0C-4725-A75F-D6AB9E19AB81}"/>
              </a:ext>
            </a:extLst>
          </p:cNvPr>
          <p:cNvCxnSpPr>
            <a:cxnSpLocks/>
          </p:cNvCxnSpPr>
          <p:nvPr/>
        </p:nvCxnSpPr>
        <p:spPr>
          <a:xfrm>
            <a:off x="11154412" y="5330190"/>
            <a:ext cx="0" cy="7340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Connector 452">
            <a:extLst>
              <a:ext uri="{FF2B5EF4-FFF2-40B4-BE49-F238E27FC236}">
                <a16:creationId xmlns:a16="http://schemas.microsoft.com/office/drawing/2014/main" id="{CAE82356-C3DE-4057-A10D-590832C0A86A}"/>
              </a:ext>
            </a:extLst>
          </p:cNvPr>
          <p:cNvCxnSpPr>
            <a:cxnSpLocks/>
          </p:cNvCxnSpPr>
          <p:nvPr/>
        </p:nvCxnSpPr>
        <p:spPr>
          <a:xfrm flipH="1">
            <a:off x="11162030" y="5149850"/>
            <a:ext cx="471170" cy="19304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Straight Connector 452">
            <a:extLst>
              <a:ext uri="{FF2B5EF4-FFF2-40B4-BE49-F238E27FC236}">
                <a16:creationId xmlns:a16="http://schemas.microsoft.com/office/drawing/2014/main" id="{DD5A768E-7A17-4CF8-8FEE-50E5D7434313}"/>
              </a:ext>
            </a:extLst>
          </p:cNvPr>
          <p:cNvCxnSpPr>
            <a:cxnSpLocks/>
          </p:cNvCxnSpPr>
          <p:nvPr/>
        </p:nvCxnSpPr>
        <p:spPr>
          <a:xfrm>
            <a:off x="11598912" y="49999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Straight Connector 452">
            <a:extLst>
              <a:ext uri="{FF2B5EF4-FFF2-40B4-BE49-F238E27FC236}">
                <a16:creationId xmlns:a16="http://schemas.microsoft.com/office/drawing/2014/main" id="{6A5F43C2-F341-40D6-A505-07B11BD9DD45}"/>
              </a:ext>
            </a:extLst>
          </p:cNvPr>
          <p:cNvCxnSpPr>
            <a:cxnSpLocks/>
          </p:cNvCxnSpPr>
          <p:nvPr/>
        </p:nvCxnSpPr>
        <p:spPr>
          <a:xfrm flipH="1">
            <a:off x="11582400" y="4870450"/>
            <a:ext cx="273050" cy="1574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Connector 452">
            <a:extLst>
              <a:ext uri="{FF2B5EF4-FFF2-40B4-BE49-F238E27FC236}">
                <a16:creationId xmlns:a16="http://schemas.microsoft.com/office/drawing/2014/main" id="{DF0D5208-1601-4AB9-9F50-CC3AA28E5F80}"/>
              </a:ext>
            </a:extLst>
          </p:cNvPr>
          <p:cNvCxnSpPr>
            <a:cxnSpLocks/>
          </p:cNvCxnSpPr>
          <p:nvPr/>
        </p:nvCxnSpPr>
        <p:spPr>
          <a:xfrm flipH="1" flipV="1">
            <a:off x="11873230" y="48780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Straight Connector 452">
            <a:extLst>
              <a:ext uri="{FF2B5EF4-FFF2-40B4-BE49-F238E27FC236}">
                <a16:creationId xmlns:a16="http://schemas.microsoft.com/office/drawing/2014/main" id="{E0BEFA17-E52F-4EEB-A7EB-338BEE37BED0}"/>
              </a:ext>
            </a:extLst>
          </p:cNvPr>
          <p:cNvCxnSpPr>
            <a:cxnSpLocks/>
          </p:cNvCxnSpPr>
          <p:nvPr/>
        </p:nvCxnSpPr>
        <p:spPr>
          <a:xfrm>
            <a:off x="12106912" y="496824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Straight Connector 452">
            <a:extLst>
              <a:ext uri="{FF2B5EF4-FFF2-40B4-BE49-F238E27FC236}">
                <a16:creationId xmlns:a16="http://schemas.microsoft.com/office/drawing/2014/main" id="{5B7D7509-5799-4110-B641-9314DFDB1D66}"/>
              </a:ext>
            </a:extLst>
          </p:cNvPr>
          <p:cNvCxnSpPr>
            <a:cxnSpLocks/>
          </p:cNvCxnSpPr>
          <p:nvPr/>
        </p:nvCxnSpPr>
        <p:spPr>
          <a:xfrm flipH="1" flipV="1">
            <a:off x="11873230" y="50495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Connector 452">
            <a:extLst>
              <a:ext uri="{FF2B5EF4-FFF2-40B4-BE49-F238E27FC236}">
                <a16:creationId xmlns:a16="http://schemas.microsoft.com/office/drawing/2014/main" id="{C28DE5CA-E509-473B-A0AB-9042FBFFD9C1}"/>
              </a:ext>
            </a:extLst>
          </p:cNvPr>
          <p:cNvCxnSpPr>
            <a:cxnSpLocks/>
          </p:cNvCxnSpPr>
          <p:nvPr/>
        </p:nvCxnSpPr>
        <p:spPr>
          <a:xfrm>
            <a:off x="11859262" y="5050790"/>
            <a:ext cx="0" cy="3848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Straight Connector 452">
            <a:extLst>
              <a:ext uri="{FF2B5EF4-FFF2-40B4-BE49-F238E27FC236}">
                <a16:creationId xmlns:a16="http://schemas.microsoft.com/office/drawing/2014/main" id="{15C7D2D8-CEB3-4312-B9F5-59F6010E1AC1}"/>
              </a:ext>
            </a:extLst>
          </p:cNvPr>
          <p:cNvCxnSpPr>
            <a:cxnSpLocks/>
          </p:cNvCxnSpPr>
          <p:nvPr/>
        </p:nvCxnSpPr>
        <p:spPr>
          <a:xfrm flipH="1" flipV="1">
            <a:off x="11879580" y="542417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452">
            <a:extLst>
              <a:ext uri="{FF2B5EF4-FFF2-40B4-BE49-F238E27FC236}">
                <a16:creationId xmlns:a16="http://schemas.microsoft.com/office/drawing/2014/main" id="{CE252A6E-100E-492C-A3A3-E7BFA8B58146}"/>
              </a:ext>
            </a:extLst>
          </p:cNvPr>
          <p:cNvCxnSpPr>
            <a:cxnSpLocks/>
          </p:cNvCxnSpPr>
          <p:nvPr/>
        </p:nvCxnSpPr>
        <p:spPr>
          <a:xfrm>
            <a:off x="12119612" y="5527040"/>
            <a:ext cx="0" cy="3657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452">
            <a:extLst>
              <a:ext uri="{FF2B5EF4-FFF2-40B4-BE49-F238E27FC236}">
                <a16:creationId xmlns:a16="http://schemas.microsoft.com/office/drawing/2014/main" id="{A22A24FF-CDC8-40EE-BF8F-247B6DD98781}"/>
              </a:ext>
            </a:extLst>
          </p:cNvPr>
          <p:cNvCxnSpPr>
            <a:cxnSpLocks/>
          </p:cNvCxnSpPr>
          <p:nvPr/>
        </p:nvCxnSpPr>
        <p:spPr>
          <a:xfrm flipH="1" flipV="1">
            <a:off x="11854180" y="57861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Straight Connector 452">
            <a:extLst>
              <a:ext uri="{FF2B5EF4-FFF2-40B4-BE49-F238E27FC236}">
                <a16:creationId xmlns:a16="http://schemas.microsoft.com/office/drawing/2014/main" id="{79ECC5C7-6B35-47E3-BC7A-32EE34C3D9DA}"/>
              </a:ext>
            </a:extLst>
          </p:cNvPr>
          <p:cNvCxnSpPr>
            <a:cxnSpLocks/>
          </p:cNvCxnSpPr>
          <p:nvPr/>
        </p:nvCxnSpPr>
        <p:spPr>
          <a:xfrm>
            <a:off x="11878312" y="5622290"/>
            <a:ext cx="0" cy="16002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Straight Connector 452">
            <a:extLst>
              <a:ext uri="{FF2B5EF4-FFF2-40B4-BE49-F238E27FC236}">
                <a16:creationId xmlns:a16="http://schemas.microsoft.com/office/drawing/2014/main" id="{59ACEB86-2364-4F3B-ADDC-15D97464BE5E}"/>
              </a:ext>
            </a:extLst>
          </p:cNvPr>
          <p:cNvCxnSpPr>
            <a:cxnSpLocks/>
          </p:cNvCxnSpPr>
          <p:nvPr/>
        </p:nvCxnSpPr>
        <p:spPr>
          <a:xfrm flipH="1">
            <a:off x="11645900" y="5594350"/>
            <a:ext cx="2413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1" name="Straight Connector 452">
            <a:extLst>
              <a:ext uri="{FF2B5EF4-FFF2-40B4-BE49-F238E27FC236}">
                <a16:creationId xmlns:a16="http://schemas.microsoft.com/office/drawing/2014/main" id="{F66866D5-CA58-4943-B26C-31857BA7542B}"/>
              </a:ext>
            </a:extLst>
          </p:cNvPr>
          <p:cNvCxnSpPr>
            <a:cxnSpLocks/>
          </p:cNvCxnSpPr>
          <p:nvPr/>
        </p:nvCxnSpPr>
        <p:spPr>
          <a:xfrm flipH="1" flipV="1">
            <a:off x="11390630" y="5595620"/>
            <a:ext cx="248920" cy="10541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452">
            <a:extLst>
              <a:ext uri="{FF2B5EF4-FFF2-40B4-BE49-F238E27FC236}">
                <a16:creationId xmlns:a16="http://schemas.microsoft.com/office/drawing/2014/main" id="{5EFFE477-6F29-40A1-B58D-03C5C8983000}"/>
              </a:ext>
            </a:extLst>
          </p:cNvPr>
          <p:cNvCxnSpPr>
            <a:cxnSpLocks/>
          </p:cNvCxnSpPr>
          <p:nvPr/>
        </p:nvCxnSpPr>
        <p:spPr>
          <a:xfrm>
            <a:off x="11395712" y="5622290"/>
            <a:ext cx="0" cy="36576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452">
            <a:extLst>
              <a:ext uri="{FF2B5EF4-FFF2-40B4-BE49-F238E27FC236}">
                <a16:creationId xmlns:a16="http://schemas.microsoft.com/office/drawing/2014/main" id="{6C5B38FE-DBBB-4890-87F9-CB4CE4E600FC}"/>
              </a:ext>
            </a:extLst>
          </p:cNvPr>
          <p:cNvCxnSpPr>
            <a:cxnSpLocks/>
          </p:cNvCxnSpPr>
          <p:nvPr/>
        </p:nvCxnSpPr>
        <p:spPr>
          <a:xfrm flipH="1" flipV="1">
            <a:off x="11607800" y="5886450"/>
            <a:ext cx="266700" cy="10668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452">
            <a:extLst>
              <a:ext uri="{FF2B5EF4-FFF2-40B4-BE49-F238E27FC236}">
                <a16:creationId xmlns:a16="http://schemas.microsoft.com/office/drawing/2014/main" id="{A28FF7E2-9E4C-4BDC-A25E-B76B2A4F1F72}"/>
              </a:ext>
            </a:extLst>
          </p:cNvPr>
          <p:cNvCxnSpPr>
            <a:cxnSpLocks/>
          </p:cNvCxnSpPr>
          <p:nvPr/>
        </p:nvCxnSpPr>
        <p:spPr>
          <a:xfrm>
            <a:off x="6425440" y="7397750"/>
            <a:ext cx="0" cy="166435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Straight Connector 452">
            <a:extLst>
              <a:ext uri="{FF2B5EF4-FFF2-40B4-BE49-F238E27FC236}">
                <a16:creationId xmlns:a16="http://schemas.microsoft.com/office/drawing/2014/main" id="{6AC0DD2F-0006-4F61-8DA0-EDBAA4089CD8}"/>
              </a:ext>
            </a:extLst>
          </p:cNvPr>
          <p:cNvCxnSpPr>
            <a:cxnSpLocks/>
          </p:cNvCxnSpPr>
          <p:nvPr/>
        </p:nvCxnSpPr>
        <p:spPr>
          <a:xfrm flipH="1" flipV="1">
            <a:off x="6438900" y="7531100"/>
            <a:ext cx="254000" cy="1270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452">
            <a:extLst>
              <a:ext uri="{FF2B5EF4-FFF2-40B4-BE49-F238E27FC236}">
                <a16:creationId xmlns:a16="http://schemas.microsoft.com/office/drawing/2014/main" id="{9A658BE2-3ED2-49FF-BFCE-25457725996E}"/>
              </a:ext>
            </a:extLst>
          </p:cNvPr>
          <p:cNvCxnSpPr>
            <a:cxnSpLocks/>
          </p:cNvCxnSpPr>
          <p:nvPr/>
        </p:nvCxnSpPr>
        <p:spPr>
          <a:xfrm flipH="1">
            <a:off x="6677660" y="7548753"/>
            <a:ext cx="256922" cy="120777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452">
            <a:extLst>
              <a:ext uri="{FF2B5EF4-FFF2-40B4-BE49-F238E27FC236}">
                <a16:creationId xmlns:a16="http://schemas.microsoft.com/office/drawing/2014/main" id="{771A5B99-A8D8-46C6-B746-FC325CCA07FC}"/>
              </a:ext>
            </a:extLst>
          </p:cNvPr>
          <p:cNvCxnSpPr>
            <a:cxnSpLocks/>
          </p:cNvCxnSpPr>
          <p:nvPr/>
        </p:nvCxnSpPr>
        <p:spPr>
          <a:xfrm flipH="1" flipV="1">
            <a:off x="6692900" y="7454900"/>
            <a:ext cx="254000" cy="127000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0" name="Straight Connector 452">
            <a:extLst>
              <a:ext uri="{FF2B5EF4-FFF2-40B4-BE49-F238E27FC236}">
                <a16:creationId xmlns:a16="http://schemas.microsoft.com/office/drawing/2014/main" id="{A26F8843-8F59-492F-93BF-BCB419AF2BF4}"/>
              </a:ext>
            </a:extLst>
          </p:cNvPr>
          <p:cNvCxnSpPr>
            <a:cxnSpLocks/>
          </p:cNvCxnSpPr>
          <p:nvPr/>
        </p:nvCxnSpPr>
        <p:spPr>
          <a:xfrm flipH="1">
            <a:off x="7873238" y="6527800"/>
            <a:ext cx="248412" cy="10363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452">
            <a:extLst>
              <a:ext uri="{FF2B5EF4-FFF2-40B4-BE49-F238E27FC236}">
                <a16:creationId xmlns:a16="http://schemas.microsoft.com/office/drawing/2014/main" id="{F6E6270E-6462-459E-94E4-29DEA0417614}"/>
              </a:ext>
            </a:extLst>
          </p:cNvPr>
          <p:cNvCxnSpPr>
            <a:cxnSpLocks/>
          </p:cNvCxnSpPr>
          <p:nvPr/>
        </p:nvCxnSpPr>
        <p:spPr>
          <a:xfrm flipV="1">
            <a:off x="8095234" y="6334507"/>
            <a:ext cx="0" cy="193293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Connector 452">
            <a:extLst>
              <a:ext uri="{FF2B5EF4-FFF2-40B4-BE49-F238E27FC236}">
                <a16:creationId xmlns:a16="http://schemas.microsoft.com/office/drawing/2014/main" id="{85AA3338-6E46-4DCA-8AC1-76C00D1CC051}"/>
              </a:ext>
            </a:extLst>
          </p:cNvPr>
          <p:cNvCxnSpPr>
            <a:cxnSpLocks/>
          </p:cNvCxnSpPr>
          <p:nvPr/>
        </p:nvCxnSpPr>
        <p:spPr>
          <a:xfrm flipH="1">
            <a:off x="7842952" y="6341745"/>
            <a:ext cx="252409" cy="119066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452">
            <a:extLst>
              <a:ext uri="{FF2B5EF4-FFF2-40B4-BE49-F238E27FC236}">
                <a16:creationId xmlns:a16="http://schemas.microsoft.com/office/drawing/2014/main" id="{2DE6AEF6-8A94-439B-9B6C-DC48F4C94EAD}"/>
              </a:ext>
            </a:extLst>
          </p:cNvPr>
          <p:cNvCxnSpPr>
            <a:cxnSpLocks/>
          </p:cNvCxnSpPr>
          <p:nvPr/>
        </p:nvCxnSpPr>
        <p:spPr>
          <a:xfrm flipH="1">
            <a:off x="11385550" y="5861050"/>
            <a:ext cx="241300" cy="120650"/>
          </a:xfrm>
          <a:prstGeom prst="line">
            <a:avLst/>
          </a:prstGeom>
          <a:ln w="38100">
            <a:solidFill>
              <a:srgbClr val="FF99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Straight Connector 452">
            <a:extLst>
              <a:ext uri="{FF2B5EF4-FFF2-40B4-BE49-F238E27FC236}">
                <a16:creationId xmlns:a16="http://schemas.microsoft.com/office/drawing/2014/main" id="{FADF8C93-BBCD-4A8A-B680-862D2EA19BE0}"/>
              </a:ext>
            </a:extLst>
          </p:cNvPr>
          <p:cNvCxnSpPr>
            <a:cxnSpLocks/>
          </p:cNvCxnSpPr>
          <p:nvPr/>
        </p:nvCxnSpPr>
        <p:spPr>
          <a:xfrm>
            <a:off x="7608826" y="6518656"/>
            <a:ext cx="252474" cy="9804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91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9.0.20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20700" y="1012190"/>
            <a:ext cx="8736330" cy="8836660"/>
            <a:chOff x="520700" y="1012189"/>
            <a:chExt cx="8736330" cy="883666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7550149"/>
              <a:ext cx="708026" cy="276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3764" y="7405688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738187" cy="304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483" y="751808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26757" cy="3057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6309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08989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83629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9979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9450" y="94741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>
              <a:off x="2915920" y="890904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49022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648699"/>
              <a:ext cx="0" cy="1447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0250" y="80111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2250" y="7778749"/>
              <a:ext cx="41275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" y="7556499"/>
              <a:ext cx="471170" cy="170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400" y="7086599"/>
              <a:ext cx="713424" cy="281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6902449"/>
              <a:ext cx="707074" cy="257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349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50" y="6253480"/>
              <a:ext cx="273050" cy="102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3047999"/>
              <a:ext cx="23368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483870" cy="158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050" y="92722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9DE5342B-B964-479C-B4E9-87EAE848F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750" y="83515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08C64700-CEC2-436F-A06B-2A9B4619EF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50" y="84645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8FA87A83-A776-419A-BA88-7E04C3D65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8724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DEA5441E-2950-4C02-AFF2-0B5069B7A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30" y="87122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73012F78-6688-474A-944A-58E3D3D27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380" y="8705849"/>
              <a:ext cx="0" cy="412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18BA48D8-928E-4C48-8AE0-DF2BB0264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89928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9B48DAF3-F522-4D06-A803-11BD4DABF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000" y="9075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DD291E8A-993E-474E-B2C8-2920BA2A4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9080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AE2C2BC-7795-401E-92CD-5545A6089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250" y="93548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1A829D5D-1DC7-4F33-8781-A2FB9C97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3230" y="93471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0850" y="971550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1262541-7999-4716-966D-5A95361BA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8180" y="9461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8CC5BF06-BEBC-4781-A440-53C6C901D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700" y="89357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E588D59C-9EE8-458A-A11D-5E29DF72F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4400" y="8369299"/>
              <a:ext cx="74295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005E676E-80E7-402F-B6BF-2F35757C1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380" y="81914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4A187263-5646-40C3-AE3F-6B7E1F6C8A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8096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5B148817-65D4-4BBD-9331-81C7EDA1D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130" y="8089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5A5C9B01-541D-48C6-BDA6-46D3A22F4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400" y="81787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C07AB925-BA07-4BE3-B877-380EAF3D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9830" y="81851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9340DBB2-4E29-42B4-AC16-52B9E5CA6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450" y="83604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CE9D7953-E664-4EF3-B44F-9A7B50959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750" y="7788911"/>
              <a:ext cx="712470" cy="294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CD76898-37EF-4288-852C-B3F8ABD80C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130" y="79120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B4B1D9BE-8DA0-4D91-A156-9C6DCEADE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700" y="78168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3C2194E8-074D-43CB-BE5C-E4616F4C8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00" y="77190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033A6520-790B-4AF1-9043-D29CF156A3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350" y="7715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D9348E9C-0C99-4BA0-844B-33162DEEF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300" y="77063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A11E711D-356D-44EE-AA2D-0D9D8CC37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00" y="74460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3A3B9BCB-1BF1-444D-A60E-D381F3B12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300" y="7448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B21B44DC-4335-4129-BD90-2DCDD79C8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73405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8E4E5B2-A5FF-407C-84FA-B209AAC4FE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72389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2E255CBA-C88D-4218-87C2-BAECB8C10F2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0" y="70865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3D981BB4-A7E7-4708-BCD2-1927F9A0A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50" y="67856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3EAFB5E3-ED0A-4B1C-941E-D36B57051539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63626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567A4ADD-7163-4B0D-BD5A-656709F626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432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E4450229-0499-41DE-917D-CC20855751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0327" y="8270239"/>
              <a:ext cx="955993" cy="3841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FEC0152D-EBEA-4E20-97F1-045FD903CB10}"/>
                </a:ext>
              </a:extLst>
            </p:cNvPr>
            <p:cNvCxnSpPr>
              <a:cxnSpLocks/>
            </p:cNvCxnSpPr>
            <p:nvPr/>
          </p:nvCxnSpPr>
          <p:spPr>
            <a:xfrm>
              <a:off x="7364730" y="8139429"/>
              <a:ext cx="0" cy="1111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2" cy="3394075"/>
            <a:chOff x="5009843" y="7275513"/>
            <a:chExt cx="2613332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1049" y="8575040"/>
              <a:ext cx="492126" cy="21812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449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49" y="7956550"/>
              <a:ext cx="488950" cy="1778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838440"/>
              <a:ext cx="251777" cy="1006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5840" y="7720013"/>
              <a:ext cx="988061" cy="3927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9699" y="6267450"/>
              <a:ext cx="1638301" cy="628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730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8105" y="9016684"/>
              <a:ext cx="266694" cy="1082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51A9816F-040C-45B8-BD58-F6BF32ABF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5199" y="3801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98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C7F80FD8-08A2-4428-8D45-7CE29DEB9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705" y="9003984"/>
              <a:ext cx="476244" cy="1717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3899" y="9183689"/>
              <a:ext cx="271464" cy="8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699" y="92075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28BD9151-74BC-4118-9B9F-E24A51A2D68A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38" y="9220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>
              <a:off x="9975849" y="87503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5508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2456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47625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58599" y="836295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1882438" y="8375650"/>
              <a:ext cx="0" cy="3730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5200380" y="703522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20315982">
            <a:off x="8036308" y="6970683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659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111440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9.0.19_</a:t>
            </a:r>
            <a:r>
              <a:rPr lang="zh-CN" altLang="en-US" sz="1801" dirty="0">
                <a:solidFill>
                  <a:schemeClr val="bg1"/>
                </a:solidFill>
              </a:rPr>
              <a:t>二</a:t>
            </a: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34670" y="1012190"/>
            <a:ext cx="8722360" cy="8572500"/>
            <a:chOff x="534670" y="1012189"/>
            <a:chExt cx="8722360" cy="857250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7550149"/>
              <a:ext cx="708026" cy="276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3764" y="7405688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738187" cy="304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483" y="751808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26757" cy="3057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6309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274049"/>
              <a:ext cx="0" cy="539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7300" y="8915399"/>
              <a:ext cx="22860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4850" y="8195310"/>
              <a:ext cx="215900" cy="72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7300" y="7708899"/>
              <a:ext cx="647700" cy="26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0" y="736599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978649"/>
              <a:ext cx="465774" cy="1816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5550" y="6330949"/>
              <a:ext cx="2667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5803899"/>
              <a:ext cx="463550" cy="1841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440" y="6159499"/>
              <a:ext cx="0" cy="1816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5900" y="6000749"/>
              <a:ext cx="457200" cy="1587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3450" y="5530849"/>
              <a:ext cx="956310" cy="351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950" y="4648199"/>
              <a:ext cx="0" cy="698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>
              <a:off x="1477010" y="4686299"/>
              <a:ext cx="0" cy="175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68502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89499"/>
              <a:ext cx="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965699"/>
              <a:ext cx="0" cy="215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050" y="4500879"/>
              <a:ext cx="981710" cy="40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213099"/>
              <a:ext cx="0" cy="336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50190" cy="1130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2120899"/>
              <a:ext cx="237807" cy="1012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342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250" y="2225039"/>
              <a:ext cx="219710" cy="800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150" y="2484119"/>
              <a:ext cx="252730" cy="939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6150" y="2933699"/>
              <a:ext cx="0" cy="400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227330" cy="97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717550" cy="2870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7150" y="3054349"/>
              <a:ext cx="457200" cy="1841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91389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9350" y="909955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13C78496-CF52-4652-87B3-96EBA1D5E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9004299"/>
              <a:ext cx="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2FD7A409-54E6-4992-A8BF-10B946C59C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9680" y="9192260"/>
              <a:ext cx="966470" cy="3835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646D4E6D-DD58-4CD1-BC57-D437F0DC2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1230" y="9194799"/>
              <a:ext cx="0" cy="3898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7B36DCCD-2B7E-42BA-B419-9D5146057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450" y="90881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2906051C-A3D2-4817-A02C-E1893CFA3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8832849"/>
              <a:ext cx="736600" cy="266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DE2625DE-419E-4781-8670-03EA89623D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1900" y="7162799"/>
              <a:ext cx="463550" cy="215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C6529101-3A4D-4D3E-84AB-D908818DA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873" y="57073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CE744097-60AA-4377-8556-DD0D56A8C9F2}"/>
                </a:ext>
              </a:extLst>
            </p:cNvPr>
            <p:cNvCxnSpPr>
              <a:cxnSpLocks/>
            </p:cNvCxnSpPr>
            <p:nvPr/>
          </p:nvCxnSpPr>
          <p:spPr>
            <a:xfrm>
              <a:off x="1253490" y="53555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823B5CD1-CB6B-40F5-A6DC-3FC274216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373" y="54279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AF42E229-C61A-45FC-A228-C870CCDFC0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6660" y="550290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D49C9FE7-868E-4D97-8A8B-B066BDECD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653" y="37757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8AA5CBFE-9FA4-4720-BA58-59F137149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70" y="2666999"/>
              <a:ext cx="252730" cy="100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807EBF83-64BB-4F6E-A8EB-F8548DB88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25933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2DE8C425-5268-42A3-993E-995A4A511851}"/>
                </a:ext>
              </a:extLst>
            </p:cNvPr>
            <p:cNvCxnSpPr>
              <a:cxnSpLocks/>
            </p:cNvCxnSpPr>
            <p:nvPr/>
          </p:nvCxnSpPr>
          <p:spPr>
            <a:xfrm>
              <a:off x="534670" y="2506979"/>
              <a:ext cx="265430" cy="1155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F97BBA3-F61D-4EF7-AE55-A284EB7E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053" y="24104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67342DEC-AA10-4C80-932A-A2D0AAB57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073" y="29413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452">
              <a:extLst>
                <a:ext uri="{FF2B5EF4-FFF2-40B4-BE49-F238E27FC236}">
                  <a16:creationId xmlns:a16="http://schemas.microsoft.com/office/drawing/2014/main" id="{915F06EB-3B51-452E-8728-7CB9DA6B70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450" y="4794249"/>
              <a:ext cx="46990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F98BB5CF-D12F-4A1A-A0D7-DE75CE1D3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88790" y="3053079"/>
              <a:ext cx="740410" cy="248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452">
              <a:extLst>
                <a:ext uri="{FF2B5EF4-FFF2-40B4-BE49-F238E27FC236}">
                  <a16:creationId xmlns:a16="http://schemas.microsoft.com/office/drawing/2014/main" id="{6830AEAC-99E6-4ABF-8D4D-44D1A2571A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1100" y="2793999"/>
              <a:ext cx="145415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637A04C0-FBFB-459D-81B9-5E673FA74D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3650" y="4333239"/>
              <a:ext cx="207010" cy="99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452">
              <a:extLst>
                <a:ext uri="{FF2B5EF4-FFF2-40B4-BE49-F238E27FC236}">
                  <a16:creationId xmlns:a16="http://schemas.microsoft.com/office/drawing/2014/main" id="{7D657815-E29B-4F5F-BA35-90D8374BE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460" y="381380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E5A33E9E-D984-431B-8ABC-CE0565E5A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110" y="4330699"/>
              <a:ext cx="0" cy="209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752A84C8-C3BD-4C55-85C5-50FF8DE1E2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5810249"/>
              <a:ext cx="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C567393E-A3B4-4F02-B4FE-88B4DB79CF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823" y="59613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BAA900D7-66AD-4433-948D-8ACF571C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0850" y="918210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467C9EFC-A90D-4728-A81D-A5B7FEDDB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6090" y="8642349"/>
              <a:ext cx="0" cy="539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E604B270-39DF-4F6F-BFF1-D5B834CBDD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4950" y="86245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BD6AE9E9-A280-405A-96A9-1BF4E0EC4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064" y="87477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FCD747ED-8F8B-4AC4-9D37-DC49ECCDD7A9}"/>
                </a:ext>
              </a:extLst>
            </p:cNvPr>
            <p:cNvCxnSpPr>
              <a:cxnSpLocks/>
            </p:cNvCxnSpPr>
            <p:nvPr/>
          </p:nvCxnSpPr>
          <p:spPr>
            <a:xfrm>
              <a:off x="1742440" y="5730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86FDE0AA-B5BE-4AD9-81E5-B61CA00D2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3390" y="5713729"/>
              <a:ext cx="0" cy="217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609FE900-13FB-473F-8EC7-08A234733F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423" y="58915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5715CFB1-2B5E-450B-ACE3-E9C2381DA677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0722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67C7B991-102C-406F-A5A4-73E53C6B7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3520" y="4330699"/>
              <a:ext cx="0" cy="146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54F0710-9F63-409D-A384-60BDA2D6C4D5}"/>
                </a:ext>
              </a:extLst>
            </p:cNvPr>
            <p:cNvCxnSpPr>
              <a:cxnSpLocks/>
            </p:cNvCxnSpPr>
            <p:nvPr/>
          </p:nvCxnSpPr>
          <p:spPr>
            <a:xfrm>
              <a:off x="1499870" y="4881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827FE4EB-7A01-4D8E-9E70-421E86F384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150" y="4989829"/>
              <a:ext cx="232410" cy="96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16C6266F-61B0-4E7A-A04D-96270C6EC4BC}"/>
                </a:ext>
              </a:extLst>
            </p:cNvPr>
            <p:cNvCxnSpPr>
              <a:cxnSpLocks/>
            </p:cNvCxnSpPr>
            <p:nvPr/>
          </p:nvCxnSpPr>
          <p:spPr>
            <a:xfrm>
              <a:off x="1445260" y="5105399"/>
              <a:ext cx="0" cy="175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13D8D7C6-0B91-4D6A-93BD-B9F6489FBA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7800" y="5167629"/>
              <a:ext cx="232410" cy="96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F41624CE-2FC5-4CBC-9C6A-4AC8669FD291}"/>
                </a:ext>
              </a:extLst>
            </p:cNvPr>
            <p:cNvCxnSpPr>
              <a:cxnSpLocks/>
            </p:cNvCxnSpPr>
            <p:nvPr/>
          </p:nvCxnSpPr>
          <p:spPr>
            <a:xfrm>
              <a:off x="1678940" y="5157469"/>
              <a:ext cx="51816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912F4C00-EC76-4FDB-ABEE-CB2054C7A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3610" y="5349239"/>
              <a:ext cx="0" cy="1816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1AAF733-370D-4259-9EA9-7819EBE05581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206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7D3BD7BD-967F-4C6B-B7C1-834AD3E9B0D2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10" y="2319019"/>
              <a:ext cx="0" cy="2019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16F24BAF-73D2-462A-8A26-F8D437E5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50" y="2402839"/>
              <a:ext cx="219710" cy="800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F2CDC855-4B0C-4B59-B1E2-C81B56403D95}"/>
                </a:ext>
              </a:extLst>
            </p:cNvPr>
            <p:cNvCxnSpPr>
              <a:cxnSpLocks/>
            </p:cNvCxnSpPr>
            <p:nvPr/>
          </p:nvCxnSpPr>
          <p:spPr>
            <a:xfrm>
              <a:off x="1512570" y="24904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CD5B4984-0F15-40C9-AA63-57D6FF22C6B5}"/>
                </a:ext>
              </a:extLst>
            </p:cNvPr>
            <p:cNvCxnSpPr>
              <a:cxnSpLocks/>
            </p:cNvCxnSpPr>
            <p:nvPr/>
          </p:nvCxnSpPr>
          <p:spPr>
            <a:xfrm>
              <a:off x="1049020" y="21412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AA56DB20-87EA-48B4-AC93-06E537FB77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8570" y="208660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887E5B9-7D15-4EF0-9C27-37B533321F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300" y="1958339"/>
              <a:ext cx="219710" cy="800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AD2E9DA-D94E-49D0-9A60-53B35F8E03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3009899"/>
              <a:ext cx="485140" cy="2044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46959510-87BB-44D4-ABCA-40DA0D7E8C67}"/>
                </a:ext>
              </a:extLst>
            </p:cNvPr>
            <p:cNvCxnSpPr>
              <a:cxnSpLocks/>
            </p:cNvCxnSpPr>
            <p:nvPr/>
          </p:nvCxnSpPr>
          <p:spPr>
            <a:xfrm>
              <a:off x="1277620" y="2964179"/>
              <a:ext cx="240030" cy="64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3CE309F7-58FC-498B-8D41-42D55B665F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2350" y="2932429"/>
              <a:ext cx="232410" cy="96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B22AD0C-BCB7-49F7-BB6C-C0A19E651FDA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10" y="2851149"/>
              <a:ext cx="0" cy="175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E99EA97E-2C62-4659-9C62-F9B9B5659F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2748279"/>
              <a:ext cx="232410" cy="96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83668CA0-1B04-4233-84D1-795FD73D1513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2665729"/>
              <a:ext cx="246380" cy="838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DCDDD889-0E52-4569-9F74-11700ADFC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4050029"/>
              <a:ext cx="232410" cy="96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A8C2A2BE-D248-47B8-91EE-989E270780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1110" y="4022089"/>
              <a:ext cx="0" cy="4229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E0E40C51-7E4B-4BA2-9C29-465D566E3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1010" y="4583429"/>
              <a:ext cx="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577DB2EA-B623-43B0-B894-653AB75B6E11}"/>
                </a:ext>
              </a:extLst>
            </p:cNvPr>
            <p:cNvCxnSpPr>
              <a:cxnSpLocks/>
            </p:cNvCxnSpPr>
            <p:nvPr/>
          </p:nvCxnSpPr>
          <p:spPr>
            <a:xfrm>
              <a:off x="2222500" y="3689349"/>
              <a:ext cx="43561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5458E992-8848-4F68-8B1A-8A5EFD151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0850" y="3681729"/>
              <a:ext cx="500380" cy="2044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68603655-328F-4ECA-AE28-8B7FC956BE0D}"/>
                </a:ext>
              </a:extLst>
            </p:cNvPr>
            <p:cNvCxnSpPr>
              <a:cxnSpLocks/>
            </p:cNvCxnSpPr>
            <p:nvPr/>
          </p:nvCxnSpPr>
          <p:spPr>
            <a:xfrm>
              <a:off x="1009650" y="3600449"/>
              <a:ext cx="734060" cy="285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8C8FD28C-72A5-4121-814A-6BE15B39A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8343" y="33045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EB197AD2-BDE8-4C3A-9360-F69BDDF9ACCE}"/>
                </a:ext>
              </a:extLst>
            </p:cNvPr>
            <p:cNvCxnSpPr>
              <a:cxnSpLocks/>
            </p:cNvCxnSpPr>
            <p:nvPr/>
          </p:nvCxnSpPr>
          <p:spPr>
            <a:xfrm>
              <a:off x="1701800" y="3308349"/>
              <a:ext cx="28575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F1833998-D722-4FC9-A070-B439AD06F0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6693" y="3310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1086ABB0-52C0-4F1A-AD9A-AA9A9EAD9EA9}"/>
                </a:ext>
              </a:extLst>
            </p:cNvPr>
            <p:cNvCxnSpPr>
              <a:cxnSpLocks/>
            </p:cNvCxnSpPr>
            <p:nvPr/>
          </p:nvCxnSpPr>
          <p:spPr>
            <a:xfrm>
              <a:off x="1258570" y="3324859"/>
              <a:ext cx="227330" cy="97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D75C29D8-BDF4-4055-8142-11081EEF4A28}"/>
                </a:ext>
              </a:extLst>
            </p:cNvPr>
            <p:cNvCxnSpPr>
              <a:cxnSpLocks/>
            </p:cNvCxnSpPr>
            <p:nvPr/>
          </p:nvCxnSpPr>
          <p:spPr>
            <a:xfrm>
              <a:off x="1245870" y="33312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0EEE3F18-6FCC-4AC8-98AB-111C913267D3}"/>
                </a:ext>
              </a:extLst>
            </p:cNvPr>
            <p:cNvCxnSpPr>
              <a:cxnSpLocks/>
            </p:cNvCxnSpPr>
            <p:nvPr/>
          </p:nvCxnSpPr>
          <p:spPr>
            <a:xfrm>
              <a:off x="1277620" y="3515359"/>
              <a:ext cx="227330" cy="97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0FD8DB66-695C-4671-A103-7C0CFEFE3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5743" y="349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4AEC0111-5A75-47F5-9945-328882DB6548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3483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121CF97-738A-43A0-8FE0-761F0D9C9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643" y="3511549"/>
              <a:ext cx="504507" cy="2079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9D51E00C-3D94-4505-9FCC-3D30FB4F9715}"/>
                </a:ext>
              </a:extLst>
            </p:cNvPr>
            <p:cNvCxnSpPr>
              <a:cxnSpLocks/>
            </p:cNvCxnSpPr>
            <p:nvPr/>
          </p:nvCxnSpPr>
          <p:spPr>
            <a:xfrm>
              <a:off x="2197100" y="3511549"/>
              <a:ext cx="28575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B3E9ACB5-1B82-4853-A353-97AC3C14B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1100" y="3238499"/>
              <a:ext cx="0" cy="400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308C2C6-6F87-4E18-BB4D-637074D917AC}"/>
                </a:ext>
              </a:extLst>
            </p:cNvPr>
            <p:cNvCxnSpPr>
              <a:cxnSpLocks/>
            </p:cNvCxnSpPr>
            <p:nvPr/>
          </p:nvCxnSpPr>
          <p:spPr>
            <a:xfrm>
              <a:off x="2406650" y="3225799"/>
              <a:ext cx="247650" cy="101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CCDF559-C5D9-4280-8E59-D11904397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080" y="31318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84A0FAF-6819-4C43-A741-B57F8C3ACAAE}"/>
                </a:ext>
              </a:extLst>
            </p:cNvPr>
            <p:cNvCxnSpPr>
              <a:cxnSpLocks/>
            </p:cNvCxnSpPr>
            <p:nvPr/>
          </p:nvCxnSpPr>
          <p:spPr>
            <a:xfrm>
              <a:off x="2471420" y="3064509"/>
              <a:ext cx="227330" cy="97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B822D18D-F91B-4BAB-9088-37F188B99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7030" y="30518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FEE4962F-B5DC-47F4-B30C-76489F1AC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9093" y="31203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2" cy="3394075"/>
            <a:chOff x="5009843" y="7275513"/>
            <a:chExt cx="2613332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4549" y="8140700"/>
              <a:ext cx="1698626" cy="65246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699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9699" y="6267450"/>
              <a:ext cx="1638301" cy="628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3603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5875" y="87264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9311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949" y="7651750"/>
              <a:ext cx="471170" cy="1816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374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8105" y="8813800"/>
              <a:ext cx="476244" cy="2028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751" y="4988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494030" cy="194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5550" y="6701663"/>
              <a:ext cx="682373" cy="2960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364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15649" y="4331970"/>
              <a:ext cx="483870" cy="201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7453" y="68887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1714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632700"/>
              <a:ext cx="450850" cy="215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349" y="882650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5299" y="9183690"/>
              <a:ext cx="500064" cy="214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26699" y="910590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5849" y="8623300"/>
              <a:ext cx="24130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112250"/>
              <a:ext cx="657224" cy="2527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717550" cy="292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7199" y="789940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2104688" y="7924800"/>
              <a:ext cx="0" cy="9636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D71A32A7-C611-4216-814B-DB46738660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80699" y="8978900"/>
              <a:ext cx="488950" cy="234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CB0852EC-1FB9-48AC-9D60-6C5F2C7D7411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9004300"/>
              <a:ext cx="0" cy="207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C3A41386-C839-4102-9A7B-4588572660A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2388" y="8832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6F3E631E-2241-46B0-AAAD-65D9A5AAB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3049" y="8997950"/>
              <a:ext cx="26670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A0C8AFFE-EAD2-4DCD-B371-803192CFF012}"/>
                </a:ext>
              </a:extLst>
            </p:cNvPr>
            <p:cNvCxnSpPr>
              <a:cxnSpLocks/>
            </p:cNvCxnSpPr>
            <p:nvPr/>
          </p:nvCxnSpPr>
          <p:spPr>
            <a:xfrm>
              <a:off x="11850688" y="89344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21C9FD91-0DE2-4CC3-8AF5-1994372007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0499" y="882650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28CBAAE4-666E-4805-AA30-F11AFDE98D2C}"/>
                </a:ext>
              </a:extLst>
            </p:cNvPr>
            <p:cNvCxnSpPr>
              <a:cxnSpLocks/>
            </p:cNvCxnSpPr>
            <p:nvPr/>
          </p:nvCxnSpPr>
          <p:spPr>
            <a:xfrm>
              <a:off x="11622088" y="88138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3B460E0D-38FC-42CE-809D-A4874431D2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975" y="89852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61B4C3D9-FA9E-4778-A313-A2D00A500D1D}"/>
                </a:ext>
              </a:extLst>
            </p:cNvPr>
            <p:cNvCxnSpPr>
              <a:cxnSpLocks/>
            </p:cNvCxnSpPr>
            <p:nvPr/>
          </p:nvCxnSpPr>
          <p:spPr>
            <a:xfrm>
              <a:off x="11869738" y="8007350"/>
              <a:ext cx="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0F36C1A2-3FE6-4F53-AB24-E9BEF34D2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0499" y="842010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76F867A1-BDCB-41C7-8B2A-3B0777C5B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10949" y="782955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DCCEE618-8FEA-4AB9-A619-33CDF08FB564}"/>
                </a:ext>
              </a:extLst>
            </p:cNvPr>
            <p:cNvCxnSpPr>
              <a:cxnSpLocks/>
            </p:cNvCxnSpPr>
            <p:nvPr/>
          </p:nvCxnSpPr>
          <p:spPr>
            <a:xfrm>
              <a:off x="11412538" y="76327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B9E84B3C-FECC-41A8-8ECD-D53C6D938B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96749" y="75438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AB992FA6-F7A3-4E60-8DB1-AD41A8D32FB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5149" y="5207000"/>
              <a:ext cx="1123950" cy="1873250"/>
            </a:xfrm>
            <a:prstGeom prst="line">
              <a:avLst/>
            </a:prstGeom>
            <a:ln w="9525">
              <a:solidFill>
                <a:srgbClr val="FF99CC"/>
              </a:solidFill>
              <a:prstDash val="sys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7B5F0E78-D3DA-4388-9563-EF1CFDD952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6822" y="52299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4247880" y="76638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20315982">
            <a:off x="8036308" y="6970683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194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9.0.18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34670" y="1012190"/>
            <a:ext cx="8722360" cy="8572500"/>
            <a:chOff x="534670" y="1012189"/>
            <a:chExt cx="8722360" cy="857250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7550149"/>
              <a:ext cx="708026" cy="276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3764" y="7405688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738187" cy="304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483" y="751808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26757" cy="3057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6309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274049"/>
              <a:ext cx="0" cy="539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7300" y="9023349"/>
              <a:ext cx="692150" cy="247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4850" y="8195310"/>
              <a:ext cx="215900" cy="723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7300" y="7708899"/>
              <a:ext cx="647700" cy="26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0" y="736599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978649"/>
              <a:ext cx="465774" cy="1816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5550" y="6330949"/>
              <a:ext cx="2667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5803899"/>
              <a:ext cx="463550" cy="1841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440" y="596264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2753" y="58902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950" y="4648199"/>
              <a:ext cx="0" cy="698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4349"/>
              <a:ext cx="440690" cy="217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3350" y="4500879"/>
              <a:ext cx="232410" cy="96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882899"/>
              <a:ext cx="0" cy="889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0" cy="2019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2139949"/>
              <a:ext cx="187960" cy="85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>
              <a:off x="1752600" y="2406649"/>
              <a:ext cx="208280" cy="774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6150" y="2933699"/>
              <a:ext cx="201930" cy="109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227330" cy="97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5600" y="2956559"/>
              <a:ext cx="259080" cy="977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717550" cy="2870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7150" y="3054349"/>
              <a:ext cx="457200" cy="1841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91389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9350" y="909955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13C78496-CF52-4652-87B3-96EBA1D5E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9004299"/>
              <a:ext cx="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2FD7A409-54E6-4992-A8BF-10B946C59C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9680" y="9192260"/>
              <a:ext cx="966470" cy="3835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646D4E6D-DD58-4CD1-BC57-D437F0DC24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1230" y="9194799"/>
              <a:ext cx="0" cy="3898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7B36DCCD-2B7E-42BA-B419-9D5146057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450" y="90881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2906051C-A3D2-4817-A02C-E1893CFA3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8832849"/>
              <a:ext cx="736600" cy="266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DE2625DE-419E-4781-8670-03EA89623D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1900" y="7162799"/>
              <a:ext cx="463550" cy="215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C6529101-3A4D-4D3E-84AB-D908818DA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873" y="57073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CE744097-60AA-4377-8556-DD0D56A8C9F2}"/>
                </a:ext>
              </a:extLst>
            </p:cNvPr>
            <p:cNvCxnSpPr>
              <a:cxnSpLocks/>
            </p:cNvCxnSpPr>
            <p:nvPr/>
          </p:nvCxnSpPr>
          <p:spPr>
            <a:xfrm>
              <a:off x="1253490" y="53555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823B5CD1-CB6B-40F5-A6DC-3FC274216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373" y="54279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AF42E229-C61A-45FC-A228-C870CCDFC0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6660" y="550290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D49C9FE7-868E-4D97-8A8B-B066BDECD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653" y="37757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8AA5CBFE-9FA4-4720-BA58-59F137149D12}"/>
                </a:ext>
              </a:extLst>
            </p:cNvPr>
            <p:cNvCxnSpPr>
              <a:cxnSpLocks/>
            </p:cNvCxnSpPr>
            <p:nvPr/>
          </p:nvCxnSpPr>
          <p:spPr>
            <a:xfrm>
              <a:off x="775970" y="2767329"/>
              <a:ext cx="265430" cy="1155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807EBF83-64BB-4F6E-A8EB-F8548DB88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25933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2DE8C425-5268-42A3-993E-995A4A511851}"/>
                </a:ext>
              </a:extLst>
            </p:cNvPr>
            <p:cNvCxnSpPr>
              <a:cxnSpLocks/>
            </p:cNvCxnSpPr>
            <p:nvPr/>
          </p:nvCxnSpPr>
          <p:spPr>
            <a:xfrm>
              <a:off x="534670" y="2506979"/>
              <a:ext cx="265430" cy="1155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F97BBA3-F61D-4EF7-AE55-A284EB7EB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053" y="24104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67342DEC-AA10-4C80-932A-A2D0AAB57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073" y="29413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Straight Connector 452">
              <a:extLst>
                <a:ext uri="{FF2B5EF4-FFF2-40B4-BE49-F238E27FC236}">
                  <a16:creationId xmlns:a16="http://schemas.microsoft.com/office/drawing/2014/main" id="{915F06EB-3B51-452E-8728-7CB9DA6B70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4620" y="459358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F98BB5CF-D12F-4A1A-A0D7-DE75CE1D3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88790" y="3053079"/>
              <a:ext cx="740410" cy="248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452">
              <a:extLst>
                <a:ext uri="{FF2B5EF4-FFF2-40B4-BE49-F238E27FC236}">
                  <a16:creationId xmlns:a16="http://schemas.microsoft.com/office/drawing/2014/main" id="{6830AEAC-99E6-4ABF-8D4D-44D1A2571A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1100" y="2793999"/>
              <a:ext cx="145415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637A04C0-FBFB-459D-81B9-5E673FA74DAF}"/>
                </a:ext>
              </a:extLst>
            </p:cNvPr>
            <p:cNvCxnSpPr>
              <a:cxnSpLocks/>
            </p:cNvCxnSpPr>
            <p:nvPr/>
          </p:nvCxnSpPr>
          <p:spPr>
            <a:xfrm>
              <a:off x="125222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452">
              <a:extLst>
                <a:ext uri="{FF2B5EF4-FFF2-40B4-BE49-F238E27FC236}">
                  <a16:creationId xmlns:a16="http://schemas.microsoft.com/office/drawing/2014/main" id="{7D657815-E29B-4F5F-BA35-90D8374BE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2060" y="404240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A8E792B-FF8B-479A-ADA8-18E2B733FA6C}"/>
                </a:ext>
              </a:extLst>
            </p:cNvPr>
            <p:cNvCxnSpPr>
              <a:cxnSpLocks/>
            </p:cNvCxnSpPr>
            <p:nvPr/>
          </p:nvCxnSpPr>
          <p:spPr>
            <a:xfrm>
              <a:off x="998220" y="3954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E5A33E9E-D984-431B-8ABC-CE0565E5A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110" y="3953509"/>
              <a:ext cx="0" cy="383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2" cy="3394075"/>
            <a:chOff x="5009843" y="7275513"/>
            <a:chExt cx="2613332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4549" y="8140700"/>
              <a:ext cx="1698626" cy="65246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699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9699" y="6267450"/>
              <a:ext cx="1638301" cy="628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3603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5875" y="87264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9311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410949" y="7651750"/>
              <a:ext cx="471170" cy="1816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374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8105" y="8813800"/>
              <a:ext cx="476244" cy="2028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751" y="4988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494030" cy="194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364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15649" y="4331970"/>
              <a:ext cx="483870" cy="2019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1714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632700"/>
              <a:ext cx="450850" cy="215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51A9816F-040C-45B8-BD58-F6BF32ABF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5199" y="3801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349" y="882650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5299" y="9183690"/>
              <a:ext cx="500064" cy="214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26699" y="910590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5849" y="8623300"/>
              <a:ext cx="24130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112250"/>
              <a:ext cx="657224" cy="2527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717550" cy="292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87199" y="789940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2104688" y="7924800"/>
              <a:ext cx="0" cy="9636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D71A32A7-C611-4216-814B-DB46738660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80699" y="8978900"/>
              <a:ext cx="488950" cy="234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CB0852EC-1FB9-48AC-9D60-6C5F2C7D7411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9004300"/>
              <a:ext cx="0" cy="207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C3A41386-C839-4102-9A7B-4588572660A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2388" y="8832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6F3E631E-2241-46B0-AAAD-65D9A5AAB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3049" y="8997950"/>
              <a:ext cx="26670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A0C8AFFE-EAD2-4DCD-B371-803192CFF012}"/>
                </a:ext>
              </a:extLst>
            </p:cNvPr>
            <p:cNvCxnSpPr>
              <a:cxnSpLocks/>
            </p:cNvCxnSpPr>
            <p:nvPr/>
          </p:nvCxnSpPr>
          <p:spPr>
            <a:xfrm>
              <a:off x="11850688" y="89344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21C9FD91-0DE2-4CC3-8AF5-1994372007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0499" y="882650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28CBAAE4-666E-4805-AA30-F11AFDE98D2C}"/>
                </a:ext>
              </a:extLst>
            </p:cNvPr>
            <p:cNvCxnSpPr>
              <a:cxnSpLocks/>
            </p:cNvCxnSpPr>
            <p:nvPr/>
          </p:nvCxnSpPr>
          <p:spPr>
            <a:xfrm>
              <a:off x="11622088" y="88138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3B460E0D-38FC-42CE-809D-A4874431D2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56975" y="89852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61B4C3D9-FA9E-4778-A313-A2D00A500D1D}"/>
                </a:ext>
              </a:extLst>
            </p:cNvPr>
            <p:cNvCxnSpPr>
              <a:cxnSpLocks/>
            </p:cNvCxnSpPr>
            <p:nvPr/>
          </p:nvCxnSpPr>
          <p:spPr>
            <a:xfrm>
              <a:off x="11869738" y="8007350"/>
              <a:ext cx="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0F36C1A2-3FE6-4F53-AB24-E9BEF34D2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20499" y="842010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76F867A1-BDCB-41C7-8B2A-3B0777C5B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10949" y="7829550"/>
              <a:ext cx="24765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DCCEE618-8FEA-4AB9-A619-33CDF08FB564}"/>
                </a:ext>
              </a:extLst>
            </p:cNvPr>
            <p:cNvCxnSpPr>
              <a:cxnSpLocks/>
            </p:cNvCxnSpPr>
            <p:nvPr/>
          </p:nvCxnSpPr>
          <p:spPr>
            <a:xfrm>
              <a:off x="11412538" y="76327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B9E84B3C-FECC-41A8-8ECD-D53C6D938B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96749" y="75438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AB992FA6-F7A3-4E60-8DB1-AD41A8D32FB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5149" y="5207000"/>
              <a:ext cx="1123950" cy="1873250"/>
            </a:xfrm>
            <a:prstGeom prst="line">
              <a:avLst/>
            </a:prstGeom>
            <a:ln w="9525">
              <a:solidFill>
                <a:srgbClr val="FF99CC"/>
              </a:solidFill>
              <a:prstDash val="sys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452">
              <a:extLst>
                <a:ext uri="{FF2B5EF4-FFF2-40B4-BE49-F238E27FC236}">
                  <a16:creationId xmlns:a16="http://schemas.microsoft.com/office/drawing/2014/main" id="{687DF843-BD04-4BF5-94B5-EEF3639D3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2860" y="5435600"/>
              <a:ext cx="3304540" cy="3860800"/>
            </a:xfrm>
            <a:prstGeom prst="line">
              <a:avLst/>
            </a:prstGeom>
            <a:ln w="9525">
              <a:solidFill>
                <a:srgbClr val="FF99CC"/>
              </a:solidFill>
              <a:prstDash val="sys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4247880" y="76638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20315982">
            <a:off x="8036308" y="6970683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3352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9.0.16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20700" y="1012190"/>
            <a:ext cx="8736330" cy="8836660"/>
            <a:chOff x="520700" y="1012189"/>
            <a:chExt cx="8736330" cy="883666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7550149"/>
              <a:ext cx="708026" cy="276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3764" y="7405688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738187" cy="304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08989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83629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9979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9450" y="94741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>
              <a:off x="2915920" y="890904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49022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648699"/>
              <a:ext cx="0" cy="1447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0250" y="80111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2250" y="7778749"/>
              <a:ext cx="41275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" y="7556499"/>
              <a:ext cx="471170" cy="170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400" y="7086599"/>
              <a:ext cx="713424" cy="281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6902449"/>
              <a:ext cx="707074" cy="257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349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50" y="6253480"/>
              <a:ext cx="273050" cy="102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3047999"/>
              <a:ext cx="23368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483870" cy="158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050" y="92722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9DE5342B-B964-479C-B4E9-87EAE848F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750" y="83515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08C64700-CEC2-436F-A06B-2A9B4619EF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50" y="84645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8FA87A83-A776-419A-BA88-7E04C3D65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8724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DEA5441E-2950-4C02-AFF2-0B5069B7A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30" y="87122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73012F78-6688-474A-944A-58E3D3D27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380" y="8705849"/>
              <a:ext cx="0" cy="412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18BA48D8-928E-4C48-8AE0-DF2BB0264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89928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9B48DAF3-F522-4D06-A803-11BD4DABF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000" y="9075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DD291E8A-993E-474E-B2C8-2920BA2A4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9080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AE2C2BC-7795-401E-92CD-5545A6089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250" y="93548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1A829D5D-1DC7-4F33-8781-A2FB9C97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3230" y="93471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0850" y="971550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1262541-7999-4716-966D-5A95361BA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8180" y="9461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8CC5BF06-BEBC-4781-A440-53C6C901D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700" y="89357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E588D59C-9EE8-458A-A11D-5E29DF72F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4400" y="8369299"/>
              <a:ext cx="74295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005E676E-80E7-402F-B6BF-2F35757C1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380" y="81914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4A187263-5646-40C3-AE3F-6B7E1F6C8A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8096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5B148817-65D4-4BBD-9331-81C7EDA1D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130" y="8089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5A5C9B01-541D-48C6-BDA6-46D3A22F4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400" y="81787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C07AB925-BA07-4BE3-B877-380EAF3D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9830" y="81851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9340DBB2-4E29-42B4-AC16-52B9E5CA6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450" y="83604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CE9D7953-E664-4EF3-B44F-9A7B50959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750" y="7788911"/>
              <a:ext cx="712470" cy="294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CD76898-37EF-4288-852C-B3F8ABD80C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130" y="79120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B4B1D9BE-8DA0-4D91-A156-9C6DCEADE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700" y="78168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3C2194E8-074D-43CB-BE5C-E4616F4C8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00" y="77190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033A6520-790B-4AF1-9043-D29CF156A3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350" y="7715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D9348E9C-0C99-4BA0-844B-33162DEEF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300" y="77063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A11E711D-356D-44EE-AA2D-0D9D8CC37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00" y="74460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3A3B9BCB-1BF1-444D-A60E-D381F3B12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300" y="7448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B21B44DC-4335-4129-BD90-2DCDD79C8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73405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8E4E5B2-A5FF-407C-84FA-B209AAC4FE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72389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2E255CBA-C88D-4218-87C2-BAECB8C10F2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0" y="70865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3D981BB4-A7E7-4708-BCD2-1927F9A0A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50" y="67856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3EAFB5E3-ED0A-4B1C-941E-D36B57051539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63626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567A4ADD-7163-4B0D-BD5A-656709F626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432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0113"/>
            <a:ext cx="2613331" cy="3394075"/>
            <a:chOff x="5009843" y="7275513"/>
            <a:chExt cx="2613331" cy="3394075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449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49" y="7956550"/>
              <a:ext cx="488950" cy="1778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D1D29885-1DF8-40FB-A0FB-0CA41C33F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574" y="7470775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399" y="7353300"/>
              <a:ext cx="212725" cy="1206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75513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9699" y="6267450"/>
              <a:ext cx="1638301" cy="628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730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8105" y="9016684"/>
              <a:ext cx="266694" cy="1082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51A9816F-040C-45B8-BD58-F6BF32ABF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5199" y="3801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98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C7F80FD8-08A2-4428-8D45-7CE29DEB9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705" y="9003984"/>
              <a:ext cx="476244" cy="1717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3899" y="9183689"/>
              <a:ext cx="271464" cy="8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699" y="92075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28BD9151-74BC-4118-9B9F-E24A51A2D68A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38" y="9220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>
              <a:off x="9975849" y="87503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5508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2456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47625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58599" y="836295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1882438" y="8375650"/>
              <a:ext cx="0" cy="3730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6089380" y="85147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20315982">
            <a:off x="6648832" y="7342158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6188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9.0.9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58483" y="1012190"/>
            <a:ext cx="8698547" cy="8589010"/>
            <a:chOff x="558483" y="1012189"/>
            <a:chExt cx="8698547" cy="858901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909049"/>
              <a:ext cx="252413" cy="1111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62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789940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689" y="7550149"/>
              <a:ext cx="0" cy="3556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37163" y="7416800"/>
              <a:ext cx="287337" cy="133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9140" y="8000999"/>
              <a:ext cx="0" cy="213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7300" y="8450579"/>
              <a:ext cx="436564" cy="185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442959"/>
              <a:ext cx="0" cy="767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6190" y="9202420"/>
              <a:ext cx="938530" cy="3581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>
              <a:off x="2915920" y="9108439"/>
              <a:ext cx="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695960" cy="2895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28039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7550" y="82016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4760" y="7701279"/>
              <a:ext cx="65024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0" y="7167879"/>
              <a:ext cx="0" cy="558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4760" y="7157719"/>
              <a:ext cx="500064" cy="210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960" y="6949439"/>
              <a:ext cx="500064" cy="210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518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123" y="625347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2975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210300" y="8648699"/>
              <a:ext cx="0" cy="2317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C1AAB6F1-453F-4464-B354-C936310921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5739" y="7105649"/>
              <a:ext cx="0" cy="3556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BCC7285E-9CB2-42DC-80CC-C6FF43FBA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7163" y="92735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235262" y="8356931"/>
            <a:ext cx="2394263" cy="2287257"/>
            <a:chOff x="5228911" y="8382331"/>
            <a:chExt cx="2394263" cy="2287257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7856222"/>
            <a:chOff x="3820160" y="1737360"/>
            <a:chExt cx="8535669" cy="7856222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5603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81252" y="647414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62259" y="7627620"/>
              <a:ext cx="942340" cy="3733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0258591C-6AB0-4830-AE32-3270CCF12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50513" y="7061200"/>
              <a:ext cx="0" cy="566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624638"/>
              <a:ext cx="0" cy="352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3300" y="6505575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299" y="6926580"/>
              <a:ext cx="449580" cy="1905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3702D992-078D-4BC6-B45F-584D00826E3A}"/>
                </a:ext>
              </a:extLst>
            </p:cNvPr>
            <p:cNvCxnSpPr>
              <a:cxnSpLocks/>
            </p:cNvCxnSpPr>
            <p:nvPr/>
          </p:nvCxnSpPr>
          <p:spPr>
            <a:xfrm>
              <a:off x="10197787" y="9025573"/>
              <a:ext cx="505772" cy="1539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B4E04244-6246-4308-A03D-54E53EE47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8798560"/>
              <a:ext cx="956944" cy="4089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10575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205" y="7823200"/>
              <a:ext cx="0" cy="13055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088120"/>
              <a:ext cx="1205864" cy="505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>
              <a:off x="9738359" y="9189720"/>
              <a:ext cx="97028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8C7F0281-9A6B-4AE2-B6D9-5EDBCF93253A}"/>
                </a:ext>
              </a:extLst>
            </p:cNvPr>
            <p:cNvCxnSpPr>
              <a:cxnSpLocks/>
            </p:cNvCxnSpPr>
            <p:nvPr/>
          </p:nvCxnSpPr>
          <p:spPr>
            <a:xfrm>
              <a:off x="9748525" y="865155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6615" y="8463280"/>
              <a:ext cx="464184" cy="2057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271A447B-283B-4BD6-A1C3-130471AC60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6010" y="845045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6E335424-7DAA-4225-91E8-667FADE2AC45}"/>
                </a:ext>
              </a:extLst>
            </p:cNvPr>
            <p:cNvCxnSpPr>
              <a:cxnSpLocks/>
            </p:cNvCxnSpPr>
            <p:nvPr/>
          </p:nvCxnSpPr>
          <p:spPr>
            <a:xfrm>
              <a:off x="5720590" y="7246366"/>
              <a:ext cx="245870" cy="106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02FDB74A-C5AF-41C3-9ACF-B0E18D011A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0150" y="7995793"/>
              <a:ext cx="726822" cy="2973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7702550" y="10293350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67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Picture 826" hidden="1">
            <a:extLst>
              <a:ext uri="{FF2B5EF4-FFF2-40B4-BE49-F238E27FC236}">
                <a16:creationId xmlns:a16="http://schemas.microsoft.com/office/drawing/2014/main" id="{0D32E68B-18E0-408D-B931-62630E3472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" y="701185"/>
            <a:ext cx="12947650" cy="10441653"/>
          </a:xfrm>
          <a:prstGeom prst="rect">
            <a:avLst/>
          </a:prstGeom>
        </p:spPr>
      </p:pic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9.0.15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20700" y="1012190"/>
            <a:ext cx="8736330" cy="8836660"/>
            <a:chOff x="520700" y="1012189"/>
            <a:chExt cx="8736330" cy="883666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7550149"/>
              <a:ext cx="708026" cy="276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3764" y="7405688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738187" cy="304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08989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83629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9979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9450" y="94741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>
              <a:off x="2915920" y="890904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49022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648699"/>
              <a:ext cx="0" cy="1447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0250" y="80111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2250" y="7778749"/>
              <a:ext cx="41275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" y="7556499"/>
              <a:ext cx="471170" cy="170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400" y="7086599"/>
              <a:ext cx="713424" cy="281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6902449"/>
              <a:ext cx="707074" cy="257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349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50" y="6253480"/>
              <a:ext cx="273050" cy="102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3047999"/>
              <a:ext cx="23368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483870" cy="158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050" y="92722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9DE5342B-B964-479C-B4E9-87EAE848F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750" y="83515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08C64700-CEC2-436F-A06B-2A9B4619EF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50" y="84645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8FA87A83-A776-419A-BA88-7E04C3D65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8724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DEA5441E-2950-4C02-AFF2-0B5069B7A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30" y="87122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73012F78-6688-474A-944A-58E3D3D27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380" y="8705849"/>
              <a:ext cx="0" cy="412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18BA48D8-928E-4C48-8AE0-DF2BB0264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89928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9B48DAF3-F522-4D06-A803-11BD4DABF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000" y="9075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DD291E8A-993E-474E-B2C8-2920BA2A4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9080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AE2C2BC-7795-401E-92CD-5545A6089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250" y="93548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1A829D5D-1DC7-4F33-8781-A2FB9C97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3230" y="93471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0850" y="971550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1262541-7999-4716-966D-5A95361BA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8180" y="9461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8CC5BF06-BEBC-4781-A440-53C6C901D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700" y="89357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E588D59C-9EE8-458A-A11D-5E29DF72F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4400" y="8369299"/>
              <a:ext cx="74295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005E676E-80E7-402F-B6BF-2F35757C1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380" y="81914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4A187263-5646-40C3-AE3F-6B7E1F6C8A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8096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5B148817-65D4-4BBD-9331-81C7EDA1D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130" y="8089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5A5C9B01-541D-48C6-BDA6-46D3A22F4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400" y="81787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C07AB925-BA07-4BE3-B877-380EAF3D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9830" y="81851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9340DBB2-4E29-42B4-AC16-52B9E5CA6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450" y="83604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CE9D7953-E664-4EF3-B44F-9A7B50959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750" y="7788911"/>
              <a:ext cx="712470" cy="294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CD76898-37EF-4288-852C-B3F8ABD80C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130" y="79120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B4B1D9BE-8DA0-4D91-A156-9C6DCEADE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700" y="78168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3C2194E8-074D-43CB-BE5C-E4616F4C8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00" y="77190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033A6520-790B-4AF1-9043-D29CF156A3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350" y="7715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D9348E9C-0C99-4BA0-844B-33162DEEF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300" y="77063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A11E711D-356D-44EE-AA2D-0D9D8CC37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00" y="74460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3A3B9BCB-1BF1-444D-A60E-D381F3B12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300" y="7448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B21B44DC-4335-4129-BD90-2DCDD79C8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73405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8E4E5B2-A5FF-407C-84FA-B209AAC4FE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72389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2E255CBA-C88D-4218-87C2-BAECB8C10F2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0" y="70865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3D981BB4-A7E7-4708-BCD2-1927F9A0A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50" y="67856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3EAFB5E3-ED0A-4B1C-941E-D36B57051539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63626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567A4ADD-7163-4B0D-BD5A-656709F626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432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254875"/>
            <a:ext cx="2613331" cy="3389313"/>
            <a:chOff x="5009843" y="7280275"/>
            <a:chExt cx="2613331" cy="3389313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2462" y="7859714"/>
              <a:ext cx="1" cy="19526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031163"/>
              <a:ext cx="717856" cy="27496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7224" y="8016875"/>
              <a:ext cx="238126" cy="123826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04B0A5B4-A4A0-42A1-BA5C-778169B3F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8299" y="7369175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8F790638-E079-4EAF-A70E-6E6EC5D309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2400" y="7473950"/>
              <a:ext cx="252412" cy="10001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30A0CF22-15B0-48D4-81E1-B64787DDE7FF}"/>
                </a:ext>
              </a:extLst>
            </p:cNvPr>
            <p:cNvCxnSpPr>
              <a:cxnSpLocks/>
            </p:cNvCxnSpPr>
            <p:nvPr/>
          </p:nvCxnSpPr>
          <p:spPr>
            <a:xfrm>
              <a:off x="5254311" y="7280275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604E03FA-BA75-4A23-91D8-6C2288CA73BD}"/>
                </a:ext>
              </a:extLst>
            </p:cNvPr>
            <p:cNvCxnSpPr>
              <a:cxnSpLocks/>
            </p:cNvCxnSpPr>
            <p:nvPr/>
          </p:nvCxnSpPr>
          <p:spPr>
            <a:xfrm>
              <a:off x="5473386" y="7356475"/>
              <a:ext cx="0" cy="2143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F6C0670E-CD17-423D-8B12-5C830E6CC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3574" y="7512050"/>
              <a:ext cx="198438" cy="2286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83B8CCDE-CAE2-42F3-90F6-4CA013F61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987" y="7754938"/>
              <a:ext cx="204787" cy="10001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730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8105" y="9016684"/>
              <a:ext cx="266694" cy="1082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51A9816F-040C-45B8-BD58-F6BF32ABF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5199" y="3801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98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C7F80FD8-08A2-4428-8D45-7CE29DEB9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705" y="9003984"/>
              <a:ext cx="476244" cy="1717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3899" y="9183689"/>
              <a:ext cx="271464" cy="8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699" y="92075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28BD9151-74BC-4118-9B9F-E24A51A2D68A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38" y="9220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>
              <a:off x="9975849" y="87503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5508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2456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47625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58599" y="836295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1882438" y="8375650"/>
              <a:ext cx="0" cy="3730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6089380" y="85147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5918878">
            <a:off x="6519293" y="8325137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530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9.0.14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20700" y="1012190"/>
            <a:ext cx="8736330" cy="8836660"/>
            <a:chOff x="520700" y="1012189"/>
            <a:chExt cx="8736330" cy="883666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53100" y="7467599"/>
              <a:ext cx="923926" cy="3587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5450" y="7454899"/>
              <a:ext cx="241300" cy="984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51450" y="7461249"/>
              <a:ext cx="254000" cy="95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340" y="808989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83629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9979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9450" y="94741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>
              <a:off x="2915920" y="890904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49022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648699"/>
              <a:ext cx="0" cy="1447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0250" y="80111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2250" y="7778749"/>
              <a:ext cx="412750" cy="196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050" y="7556499"/>
              <a:ext cx="471170" cy="170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400" y="7086599"/>
              <a:ext cx="713424" cy="281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6902449"/>
              <a:ext cx="707074" cy="2578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349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9550" y="6253480"/>
              <a:ext cx="273050" cy="102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2975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F345436B-B9EC-4211-A0AF-BACC2156F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050" y="92722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9DE5342B-B964-479C-B4E9-87EAE848F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750" y="83515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08C64700-CEC2-436F-A06B-2A9B4619EF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9150" y="8464549"/>
              <a:ext cx="671514" cy="2730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8FA87A83-A776-419A-BA88-7E04C3D65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8724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DEA5441E-2950-4C02-AFF2-0B5069B7AB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30" y="87122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73012F78-6688-474A-944A-58E3D3D27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380" y="8705849"/>
              <a:ext cx="0" cy="4127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18BA48D8-928E-4C48-8AE0-DF2BB02648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899286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9B48DAF3-F522-4D06-A803-11BD4DABF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000" y="9075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DD291E8A-993E-474E-B2C8-2920BA2A4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8280" y="9080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DAE2C2BC-7795-401E-92CD-5545A6089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2250" y="93548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1A829D5D-1DC7-4F33-8781-A2FB9C97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3230" y="93471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969B4A5F-AE32-4221-88DC-EE042489A5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0850" y="9715500"/>
              <a:ext cx="228600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31262541-7999-4716-966D-5A95361BA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8180" y="9461499"/>
              <a:ext cx="0" cy="387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8CC5BF06-BEBC-4781-A440-53C6C901DF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700" y="89357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E588D59C-9EE8-458A-A11D-5E29DF72F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4400" y="8369299"/>
              <a:ext cx="74295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005E676E-80E7-402F-B6BF-2F35757C1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380" y="81914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4A187263-5646-40C3-AE3F-6B7E1F6C8A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8096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5B148817-65D4-4BBD-9331-81C7EDA1D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1130" y="80898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5A5C9B01-541D-48C6-BDA6-46D3A22F4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400" y="81787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C07AB925-BA07-4BE3-B877-380EAF3D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9830" y="818514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9340DBB2-4E29-42B4-AC16-52B9E5CA6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3450" y="83604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CE9D7953-E664-4EF3-B44F-9A7B50959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750" y="7788911"/>
              <a:ext cx="712470" cy="294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CD76898-37EF-4288-852C-B3F8ABD80C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130" y="79120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B4B1D9BE-8DA0-4D91-A156-9C6DCEADE2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700" y="78168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3C2194E8-074D-43CB-BE5C-E4616F4C8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700" y="77190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033A6520-790B-4AF1-9043-D29CF156A3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8350" y="77152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D9348E9C-0C99-4BA0-844B-33162DEEFD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300" y="770636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A11E711D-356D-44EE-AA2D-0D9D8CC378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00" y="74460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3A3B9BCB-1BF1-444D-A60E-D381F3B12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300" y="7448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B21B44DC-4335-4129-BD90-2DCDD79C88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7340599"/>
              <a:ext cx="0" cy="2120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8E4E5B2-A5FF-407C-84FA-B209AAC4FE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950" y="723899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2E255CBA-C88D-4218-87C2-BAECB8C10F2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50" y="70865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3D981BB4-A7E7-4708-BCD2-1927F9A0A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50" y="6785611"/>
              <a:ext cx="248920" cy="977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3EAFB5E3-ED0A-4B1C-941E-D36B57051539}"/>
                </a:ext>
              </a:extLst>
            </p:cNvPr>
            <p:cNvCxnSpPr>
              <a:cxnSpLocks/>
            </p:cNvCxnSpPr>
            <p:nvPr/>
          </p:nvCxnSpPr>
          <p:spPr>
            <a:xfrm>
              <a:off x="1485900" y="636269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567A4ADD-7163-4B0D-BD5A-656709F626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8250" y="6432549"/>
              <a:ext cx="255270" cy="863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4DCE5837-B8E4-46F3-ADC2-9A1F73172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4150" y="7086599"/>
              <a:ext cx="0" cy="373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8070850"/>
            <a:ext cx="2613331" cy="2573338"/>
            <a:chOff x="5009843" y="8096250"/>
            <a:chExt cx="2613331" cy="2573338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21650"/>
              <a:ext cx="501956" cy="1844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41489097-C326-405B-9310-4EBA51D06F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3699" y="809625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46D1FC91-9C43-49AD-907C-52E64030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40700"/>
              <a:ext cx="2540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7C9AB219-1FB3-46FF-AF25-470236DB51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4399" y="8140700"/>
              <a:ext cx="285750" cy="10795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8194040"/>
            <a:chOff x="3820160" y="1737360"/>
            <a:chExt cx="8535669" cy="8194040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730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73125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4742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8639" y="9570720"/>
              <a:ext cx="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2299" y="8559800"/>
              <a:ext cx="4635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8105" y="9016684"/>
              <a:ext cx="266694" cy="1082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51A9816F-040C-45B8-BD58-F6BF32ABF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5199" y="3801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868F3CB7-FAAC-4741-84FE-5BAF064B69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98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C7F80FD8-08A2-4428-8D45-7CE29DEB96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705" y="9003984"/>
              <a:ext cx="476244" cy="1717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E58AB215-FAEF-436B-962A-BD95ED60A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3899" y="9183689"/>
              <a:ext cx="271464" cy="8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DB908661-075E-418B-A26E-6BECC8D3A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0699" y="92075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28BD9151-74BC-4118-9B9F-E24A51A2D68A}"/>
                </a:ext>
              </a:extLst>
            </p:cNvPr>
            <p:cNvCxnSpPr>
              <a:cxnSpLocks/>
            </p:cNvCxnSpPr>
            <p:nvPr/>
          </p:nvCxnSpPr>
          <p:spPr>
            <a:xfrm>
              <a:off x="10688638" y="9220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15CA67C3-C21D-475A-B98B-EA39ADB2E0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6799" y="9099550"/>
              <a:ext cx="711200" cy="2857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9BB1DB63-1AC3-497C-90A4-0DBA99A7875F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88" y="8750300"/>
              <a:ext cx="0" cy="3413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6EAE95A9-824A-4DD9-A860-E30716CAEDC8}"/>
                </a:ext>
              </a:extLst>
            </p:cNvPr>
            <p:cNvCxnSpPr>
              <a:cxnSpLocks/>
            </p:cNvCxnSpPr>
            <p:nvPr/>
          </p:nvCxnSpPr>
          <p:spPr>
            <a:xfrm>
              <a:off x="9975849" y="87503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0017CC33-091E-4199-895D-02D8390765F5}"/>
                </a:ext>
              </a:extLst>
            </p:cNvPr>
            <p:cNvCxnSpPr>
              <a:cxnSpLocks/>
            </p:cNvCxnSpPr>
            <p:nvPr/>
          </p:nvCxnSpPr>
          <p:spPr>
            <a:xfrm>
              <a:off x="10225088" y="8299450"/>
              <a:ext cx="0" cy="5508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52A11352-3144-4CD9-BB68-9A409AF492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7275" y="82629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A2EFC58C-4054-44CC-ADE0-96B8F1C2E1FB}"/>
                </a:ext>
              </a:extLst>
            </p:cNvPr>
            <p:cNvCxnSpPr>
              <a:cxnSpLocks/>
            </p:cNvCxnSpPr>
            <p:nvPr/>
          </p:nvCxnSpPr>
          <p:spPr>
            <a:xfrm>
              <a:off x="9964738" y="83883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23073573-39FC-422A-80CA-627E29D6A54D}"/>
                </a:ext>
              </a:extLst>
            </p:cNvPr>
            <p:cNvCxnSpPr>
              <a:cxnSpLocks/>
            </p:cNvCxnSpPr>
            <p:nvPr/>
          </p:nvCxnSpPr>
          <p:spPr>
            <a:xfrm>
              <a:off x="9518649" y="87439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2D37B55D-F376-4952-8B91-7E6B059B0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5475" y="88217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4CC1946E-06D8-499D-AFFC-DCEABEAC5522}"/>
                </a:ext>
              </a:extLst>
            </p:cNvPr>
            <p:cNvCxnSpPr>
              <a:cxnSpLocks/>
            </p:cNvCxnSpPr>
            <p:nvPr/>
          </p:nvCxnSpPr>
          <p:spPr>
            <a:xfrm>
              <a:off x="9505949" y="89154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035C1817-01FE-4535-87F9-0CD1AD38C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8993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862E15DD-E7ED-4710-99C4-3E5441506A33}"/>
                </a:ext>
              </a:extLst>
            </p:cNvPr>
            <p:cNvCxnSpPr>
              <a:cxnSpLocks/>
            </p:cNvCxnSpPr>
            <p:nvPr/>
          </p:nvCxnSpPr>
          <p:spPr>
            <a:xfrm>
              <a:off x="9520238" y="91059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5EC0614E-B913-433D-AD81-C84AFAD27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2775" y="91900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66529B1-CF03-4935-AAEE-7BFCFDD4731C}"/>
                </a:ext>
              </a:extLst>
            </p:cNvPr>
            <p:cNvCxnSpPr>
              <a:cxnSpLocks/>
            </p:cNvCxnSpPr>
            <p:nvPr/>
          </p:nvCxnSpPr>
          <p:spPr>
            <a:xfrm>
              <a:off x="9761538" y="92011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8475AB8B-26BD-4EBA-88CA-B0ACC388B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8675" y="92725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9ECEEF2B-6959-4697-8E57-9EB26B65806E}"/>
                </a:ext>
              </a:extLst>
            </p:cNvPr>
            <p:cNvCxnSpPr>
              <a:cxnSpLocks/>
            </p:cNvCxnSpPr>
            <p:nvPr/>
          </p:nvCxnSpPr>
          <p:spPr>
            <a:xfrm>
              <a:off x="9983788" y="93027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2691A22F-CEC3-4A46-857C-63C6E1C36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2675" y="9374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F1540CDC-EDE8-4EAF-B2F8-B57F99BB8251}"/>
                </a:ext>
              </a:extLst>
            </p:cNvPr>
            <p:cNvCxnSpPr>
              <a:cxnSpLocks/>
            </p:cNvCxnSpPr>
            <p:nvPr/>
          </p:nvCxnSpPr>
          <p:spPr>
            <a:xfrm>
              <a:off x="10198099" y="937260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0F518277-CD42-4069-A1F7-06276BB50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6825" y="94630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97C7CAB3-0B51-48F8-BFBD-BDE95C8BBEC1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449" y="9544050"/>
              <a:ext cx="247650" cy="76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1F582C84-87B6-4B5F-BA15-D9618672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9525" y="962818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DCFC1851-B419-4717-8AF6-5B72FDCAF1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3499" y="97536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7EE02471-274C-40DE-8CFC-1B633B499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475" y="924560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A6C16F4E-D85A-43D9-A905-445E11D351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5175" y="9556750"/>
              <a:ext cx="250824" cy="119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A60568A6-D7CE-4A7C-BDBD-A1B29749E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538" y="94742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D2EB2E38-F40C-454A-B42C-AC5D1BDB395B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888" y="937260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7FD3FC26-FD33-43C5-BB15-2A8BB7E1FC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6949" y="8648700"/>
              <a:ext cx="254000" cy="952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A8D4DA8D-BEF9-4652-BEAD-111E60D91885}"/>
                </a:ext>
              </a:extLst>
            </p:cNvPr>
            <p:cNvCxnSpPr>
              <a:cxnSpLocks/>
            </p:cNvCxnSpPr>
            <p:nvPr/>
          </p:nvCxnSpPr>
          <p:spPr>
            <a:xfrm>
              <a:off x="11171238" y="84772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F5FB758A-F91E-480E-B752-BAE893D8A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8349" y="8394700"/>
              <a:ext cx="228600" cy="57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DE831CB7-6F54-44FF-A621-4CFC3D71A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9299" y="8204200"/>
              <a:ext cx="48895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9EBE619C-21C6-4E1E-A79D-8780337ABB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74438" y="8210550"/>
              <a:ext cx="0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84321BFE-8041-41B2-BC86-30173E1B71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8547100"/>
              <a:ext cx="47625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4D9B0D4A-6715-4C74-B030-ED824AB4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58599" y="8362950"/>
              <a:ext cx="215900" cy="1206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3D1EE6E7-9BD8-49C1-937B-3B5CE92827B2}"/>
                </a:ext>
              </a:extLst>
            </p:cNvPr>
            <p:cNvCxnSpPr>
              <a:cxnSpLocks/>
            </p:cNvCxnSpPr>
            <p:nvPr/>
          </p:nvCxnSpPr>
          <p:spPr>
            <a:xfrm>
              <a:off x="11882438" y="8375650"/>
              <a:ext cx="0" cy="3730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6089380" y="85147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5918878">
            <a:off x="6519293" y="8325137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8348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9.0.13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58483" y="1012190"/>
            <a:ext cx="8698547" cy="8550910"/>
            <a:chOff x="558483" y="1012189"/>
            <a:chExt cx="8698547" cy="855091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7637466"/>
              <a:ext cx="1871663" cy="7127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6386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73737"/>
              <a:ext cx="0" cy="1116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3520" y="72440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2410" y="6883399"/>
              <a:ext cx="93599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2975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035F2B76-4BB0-4B5C-9DE2-C64C00B66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750" y="9061449"/>
              <a:ext cx="0" cy="323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0507751-AC86-4456-9F0E-9EB60D61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3350" y="6070599"/>
              <a:ext cx="46990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E8C207F0-72F6-45E9-A980-23581FA65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970" y="7574281"/>
              <a:ext cx="0" cy="426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AE4982C-9B91-4D34-95AA-B85DF3DAAC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250" y="8635999"/>
              <a:ext cx="488950" cy="215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5885577F-1CFE-499A-9973-2BD2E8A3C2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900" y="8858249"/>
              <a:ext cx="0" cy="317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E76B24B6-04FA-40BD-B53F-D3C96CFC5AEB}"/>
                </a:ext>
              </a:extLst>
            </p:cNvPr>
            <p:cNvCxnSpPr>
              <a:cxnSpLocks/>
            </p:cNvCxnSpPr>
            <p:nvPr/>
          </p:nvCxnSpPr>
          <p:spPr>
            <a:xfrm>
              <a:off x="1212850" y="9207499"/>
              <a:ext cx="99060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D4CCB6FD-262C-43A7-9154-40C6E8DDB9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450" y="9207499"/>
              <a:ext cx="0" cy="342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06D4BB08-33FC-44C2-ACA1-9F460AC934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750" y="9099549"/>
              <a:ext cx="26670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C4612CE9-484E-4A92-B8BC-D98C3D7575F6}"/>
                </a:ext>
              </a:extLst>
            </p:cNvPr>
            <p:cNvCxnSpPr>
              <a:cxnSpLocks/>
            </p:cNvCxnSpPr>
            <p:nvPr/>
          </p:nvCxnSpPr>
          <p:spPr>
            <a:xfrm>
              <a:off x="2436813" y="9099550"/>
              <a:ext cx="268287" cy="1206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9AB3B135-E64D-4AE4-B33C-90ECA12EBF35}"/>
                </a:ext>
              </a:extLst>
            </p:cNvPr>
            <p:cNvCxnSpPr>
              <a:cxnSpLocks/>
            </p:cNvCxnSpPr>
            <p:nvPr/>
          </p:nvCxnSpPr>
          <p:spPr>
            <a:xfrm>
              <a:off x="2197100" y="8826499"/>
              <a:ext cx="49530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86E24B5B-8ECD-4992-9171-86A3540759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450" y="8515349"/>
              <a:ext cx="0" cy="323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A2450C42-4052-40B1-9C1F-EF8E5748D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1863" y="8274049"/>
              <a:ext cx="490537" cy="19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C84424D9-3DF5-4CDC-808E-CCED4A259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970" y="8147049"/>
              <a:ext cx="0" cy="1282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1F205209-05C5-45CA-A387-22570B086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6261099"/>
              <a:ext cx="46355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3050B957-6339-4326-B816-ACB977AD85A3}"/>
                </a:ext>
              </a:extLst>
            </p:cNvPr>
            <p:cNvCxnSpPr>
              <a:cxnSpLocks/>
            </p:cNvCxnSpPr>
            <p:nvPr/>
          </p:nvCxnSpPr>
          <p:spPr>
            <a:xfrm>
              <a:off x="984250" y="5968999"/>
              <a:ext cx="723900" cy="3111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EA7A1F2-185E-4EC3-A385-02D371AC1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570" y="57835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A87C5FB2-0434-4B8D-9BDF-2C31AB62D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300" y="5695949"/>
              <a:ext cx="22860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30C0734-8E68-426E-9160-B9972851D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9520" y="568833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449671D1-4371-4CC5-99AB-4595DE824849}"/>
                </a:ext>
              </a:extLst>
            </p:cNvPr>
            <p:cNvCxnSpPr>
              <a:cxnSpLocks/>
            </p:cNvCxnSpPr>
            <p:nvPr/>
          </p:nvCxnSpPr>
          <p:spPr>
            <a:xfrm>
              <a:off x="1231900" y="5880099"/>
              <a:ext cx="50165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69C9F5F6-9F90-4872-AD68-02115ACC9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5721349"/>
              <a:ext cx="0" cy="3759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5C48C385-4C62-4B5A-B36A-20D66143B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1800" y="5511799"/>
              <a:ext cx="501650" cy="215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4B2E1928-891D-4D89-8F7F-6BACB864862C}"/>
                </a:ext>
              </a:extLst>
            </p:cNvPr>
            <p:cNvCxnSpPr>
              <a:cxnSpLocks/>
            </p:cNvCxnSpPr>
            <p:nvPr/>
          </p:nvCxnSpPr>
          <p:spPr>
            <a:xfrm>
              <a:off x="2171700" y="5505449"/>
              <a:ext cx="98425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141D0A8E-6B4E-4FF7-ADC5-CE1C2E8FA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0870" y="58597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788D6FB5-1A3C-43BB-8E48-5232787A7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4620" y="623443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9D57039C-D920-4403-8FD7-7BE5EB6FE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50" y="6159499"/>
              <a:ext cx="72390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33248A59-3A53-466E-9879-D449F761BB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3120" y="5810249"/>
              <a:ext cx="0" cy="3441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D6D73A66-3664-4CFB-A588-618D858A9C27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0" y="5505449"/>
              <a:ext cx="736600" cy="3111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D44130F4-6AE9-4960-B6B6-94F9829311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050" y="5008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519988"/>
            <a:ext cx="2613331" cy="3124200"/>
            <a:chOff x="5009843" y="7545388"/>
            <a:chExt cx="2613331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449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49" y="7956550"/>
              <a:ext cx="488950" cy="1778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020050"/>
              <a:ext cx="692456" cy="28608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7856222"/>
            <a:chOff x="3820160" y="1737360"/>
            <a:chExt cx="8535669" cy="7856222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B4E04244-6246-4308-A03D-54E53EE47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1899" y="879856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10575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883650"/>
              <a:ext cx="0" cy="3937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264650"/>
              <a:ext cx="733424" cy="3289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>
              <a:off x="9738359" y="9189720"/>
              <a:ext cx="97028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8C7F0281-9A6B-4AE2-B6D9-5EDBCF93253A}"/>
                </a:ext>
              </a:extLst>
            </p:cNvPr>
            <p:cNvCxnSpPr>
              <a:cxnSpLocks/>
            </p:cNvCxnSpPr>
            <p:nvPr/>
          </p:nvCxnSpPr>
          <p:spPr>
            <a:xfrm>
              <a:off x="9748525" y="865155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6615" y="8463280"/>
              <a:ext cx="464184" cy="2057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5405" y="8509000"/>
              <a:ext cx="0" cy="450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728075" y="1017428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6089380" y="85147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5918878">
            <a:off x="6519293" y="8325137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940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9.0.6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58483" y="1012190"/>
            <a:ext cx="8698547" cy="8548370"/>
            <a:chOff x="558483" y="1012189"/>
            <a:chExt cx="8698547" cy="8548370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9140" y="8000999"/>
              <a:ext cx="0" cy="213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62039"/>
              <a:ext cx="711200" cy="292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7300" y="8450579"/>
              <a:ext cx="436564" cy="185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947856AC-748A-4AEE-AE5A-3A0F36594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3230" y="91668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452">
              <a:extLst>
                <a:ext uri="{FF2B5EF4-FFF2-40B4-BE49-F238E27FC236}">
                  <a16:creationId xmlns:a16="http://schemas.microsoft.com/office/drawing/2014/main" id="{AAB7DA9B-F69F-4C29-8695-973C6F97C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00" y="865631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452">
              <a:extLst>
                <a:ext uri="{FF2B5EF4-FFF2-40B4-BE49-F238E27FC236}">
                  <a16:creationId xmlns:a16="http://schemas.microsoft.com/office/drawing/2014/main" id="{69336C04-58EB-4C2C-B641-D0DB2EDD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2380" y="8442959"/>
              <a:ext cx="0" cy="767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65360807-C456-43CF-BA89-A81C5A9FE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6190" y="9202420"/>
              <a:ext cx="938530" cy="3581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E20734DE-DB6B-4970-BE33-4B100627A9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404" y="902207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D94568-249C-46F6-8A85-63CC887FE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5830" y="9004300"/>
              <a:ext cx="48133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0C0C9685-C188-4B6E-A5FC-C9285DB154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510" y="9108439"/>
              <a:ext cx="232410" cy="1041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C52F4547-7470-46D3-B7E4-D52EF7A97B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9480" y="8813799"/>
              <a:ext cx="695960" cy="2895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16B521B5-981C-438A-AF10-002ED34A8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484" y="8280399"/>
              <a:ext cx="0" cy="5130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89591612-FFDF-4EB2-BDBB-A59F77FD42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7550" y="820165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62A533A8-D41B-4A43-888F-A7F6EAC4B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4760" y="7701279"/>
              <a:ext cx="65024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468554C0-4310-4767-A33E-D272AE802E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0" y="7167879"/>
              <a:ext cx="0" cy="558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C39E32BF-A7E0-40A4-A406-5C0BF7F0BC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4760" y="7157719"/>
              <a:ext cx="500064" cy="210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820" y="71551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960" y="6949439"/>
              <a:ext cx="500064" cy="210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AD5D2218-AE42-4B61-BC0B-79BF9C428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40" y="6451599"/>
              <a:ext cx="0" cy="518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E5B9D496-8E64-4272-8E4A-D5EC1115E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123" y="625347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215C5F07-3C3D-42FC-9ABF-C30449A76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920" y="5979159"/>
              <a:ext cx="72136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33806FD4-6BF2-441A-BDC9-F8A65174D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581659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D32EC63B-EA09-44F0-9D78-9BE65F38E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" y="56972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42B9FC8A-04CF-4D78-AF35-616AB157F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440" y="5704839"/>
              <a:ext cx="0" cy="165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2BDB545E-529D-4DFF-8DE1-351B5F13BF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4440" y="5892799"/>
              <a:ext cx="51308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F9B191A9-A301-4626-B650-69D0B7FA6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5714999"/>
              <a:ext cx="0" cy="3784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E72E6C3C-187D-40CF-981F-3749E8733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6403" y="5521959"/>
              <a:ext cx="518477" cy="200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68073E84-F85D-4991-A199-D7D2BB9F21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9960" y="5516879"/>
              <a:ext cx="939800" cy="365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AF7808AB-0610-4CD5-80D4-002171EDC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9440" y="584707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425D5A0A-6FC0-48A8-87B4-201AF9C0A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047739"/>
              <a:ext cx="46228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923E59ED-973C-4057-A41E-7BD4F2F8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621283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2E9B0E48-2431-4D1F-8E5E-D9B589F83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280" y="5816599"/>
              <a:ext cx="0" cy="345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64AD1F89-F009-48E5-AF17-9DCDE190D9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760" y="5496559"/>
              <a:ext cx="756920" cy="325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064E15D6-E156-4611-87AC-F6A0DE2D7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2240" y="4983479"/>
              <a:ext cx="0" cy="533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2975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2" y="7519988"/>
            <a:ext cx="2613333" cy="3124200"/>
            <a:chOff x="5009841" y="7545388"/>
            <a:chExt cx="2613333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76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7700" y="8032751"/>
              <a:ext cx="965199" cy="374649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1" y="8040688"/>
              <a:ext cx="703571" cy="26544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7856222"/>
            <a:chOff x="3820160" y="1737360"/>
            <a:chExt cx="8535669" cy="7856222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9942" y="6757988"/>
              <a:ext cx="0" cy="10715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399" y="7823200"/>
              <a:ext cx="45720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0258591C-6AB0-4830-AE32-3270CCF12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50513" y="7061200"/>
              <a:ext cx="0" cy="9093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BC44E1E8-74E6-4021-B46E-2492BFC6B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4199" y="6977062"/>
              <a:ext cx="390526" cy="1857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624638"/>
              <a:ext cx="0" cy="352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3300" y="6505575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467" y="708501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3702D992-078D-4BC6-B45F-584D00826E3A}"/>
                </a:ext>
              </a:extLst>
            </p:cNvPr>
            <p:cNvCxnSpPr>
              <a:cxnSpLocks/>
            </p:cNvCxnSpPr>
            <p:nvPr/>
          </p:nvCxnSpPr>
          <p:spPr>
            <a:xfrm>
              <a:off x="10197787" y="9025573"/>
              <a:ext cx="505772" cy="1539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B4E04244-6246-4308-A03D-54E53EE47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8798560"/>
              <a:ext cx="956944" cy="4089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10575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205" y="7823200"/>
              <a:ext cx="0" cy="13055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088120"/>
              <a:ext cx="1205864" cy="505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>
              <a:off x="9738359" y="9189720"/>
              <a:ext cx="97028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8C7F0281-9A6B-4AE2-B6D9-5EDBCF93253A}"/>
                </a:ext>
              </a:extLst>
            </p:cNvPr>
            <p:cNvCxnSpPr>
              <a:cxnSpLocks/>
            </p:cNvCxnSpPr>
            <p:nvPr/>
          </p:nvCxnSpPr>
          <p:spPr>
            <a:xfrm>
              <a:off x="9748525" y="865155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6615" y="8463280"/>
              <a:ext cx="464184" cy="2057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>
              <a:off x="10210805" y="8092440"/>
              <a:ext cx="0" cy="3971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EBBFB10A-7E46-4FFC-80F3-2474EAC400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3655" y="7970520"/>
              <a:ext cx="281304" cy="1295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6426200" y="8902700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61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9.0.11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58483" y="1012190"/>
            <a:ext cx="8698547" cy="8541385"/>
            <a:chOff x="558483" y="1012189"/>
            <a:chExt cx="8698547" cy="8541385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7637466"/>
              <a:ext cx="1871663" cy="7127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6627" y="5868987"/>
              <a:ext cx="0" cy="1116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3520" y="72440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2410" y="6978649"/>
              <a:ext cx="70104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2975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66CB9067-8ED9-4B04-95EA-DACC12606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450" y="5773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035F2B76-4BB0-4B5C-9DE2-C64C00B66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750" y="92786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372A89BB-12FF-45DB-879B-27573DBE3D45}"/>
                </a:ext>
              </a:extLst>
            </p:cNvPr>
            <p:cNvCxnSpPr>
              <a:cxnSpLocks/>
            </p:cNvCxnSpPr>
            <p:nvPr/>
          </p:nvCxnSpPr>
          <p:spPr>
            <a:xfrm>
              <a:off x="1231900" y="695959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D0186FE0-D970-44BE-8C9D-0AA5BD677A5F}"/>
                </a:ext>
              </a:extLst>
            </p:cNvPr>
            <p:cNvCxnSpPr>
              <a:cxnSpLocks/>
            </p:cNvCxnSpPr>
            <p:nvPr/>
          </p:nvCxnSpPr>
          <p:spPr>
            <a:xfrm>
              <a:off x="1689100" y="7353299"/>
              <a:ext cx="74930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1DE47148-6992-41C9-97EE-2A027F73F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2050" y="7537449"/>
              <a:ext cx="260350" cy="95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594B5EA1-B3E9-42E9-826C-1530535971A3}"/>
                </a:ext>
              </a:extLst>
            </p:cNvPr>
            <p:cNvCxnSpPr>
              <a:cxnSpLocks/>
            </p:cNvCxnSpPr>
            <p:nvPr/>
          </p:nvCxnSpPr>
          <p:spPr>
            <a:xfrm>
              <a:off x="2406650" y="744219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58331A8A-3286-4BFC-A28B-F3A7AA911937}"/>
                </a:ext>
              </a:extLst>
            </p:cNvPr>
            <p:cNvCxnSpPr>
              <a:cxnSpLocks/>
            </p:cNvCxnSpPr>
            <p:nvPr/>
          </p:nvCxnSpPr>
          <p:spPr>
            <a:xfrm>
              <a:off x="2432050" y="6743699"/>
              <a:ext cx="0" cy="717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8251D321-DC32-4BC9-80EC-45FC4079B311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70559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5A23C134-0A5B-477F-A406-352D48D6C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5100" y="6686549"/>
              <a:ext cx="215900" cy="133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08F3DFF-87DC-4365-A272-B65012E3D948}"/>
                </a:ext>
              </a:extLst>
            </p:cNvPr>
            <p:cNvCxnSpPr>
              <a:cxnSpLocks/>
            </p:cNvCxnSpPr>
            <p:nvPr/>
          </p:nvCxnSpPr>
          <p:spPr>
            <a:xfrm>
              <a:off x="2908300" y="6521449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07D0E6F8-972B-4000-B859-0D7DAB68653E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0" y="641984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519988"/>
            <a:ext cx="2613331" cy="3124200"/>
            <a:chOff x="5009843" y="7545388"/>
            <a:chExt cx="2613331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449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49" y="7956550"/>
              <a:ext cx="488950" cy="1778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026400"/>
              <a:ext cx="705156" cy="27973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7856222"/>
            <a:chOff x="3820160" y="1737360"/>
            <a:chExt cx="8535669" cy="7856222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B4E04244-6246-4308-A03D-54E53EE47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1899" y="879856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10575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883650"/>
              <a:ext cx="0" cy="3937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264650"/>
              <a:ext cx="733424" cy="3289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>
              <a:off x="9738359" y="9189720"/>
              <a:ext cx="97028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8C7F0281-9A6B-4AE2-B6D9-5EDBCF93253A}"/>
                </a:ext>
              </a:extLst>
            </p:cNvPr>
            <p:cNvCxnSpPr>
              <a:cxnSpLocks/>
            </p:cNvCxnSpPr>
            <p:nvPr/>
          </p:nvCxnSpPr>
          <p:spPr>
            <a:xfrm>
              <a:off x="9748525" y="865155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6615" y="8463280"/>
              <a:ext cx="464184" cy="2057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5405" y="8509000"/>
              <a:ext cx="0" cy="450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6089380" y="85147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5918878">
            <a:off x="6519293" y="8325137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293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lack, light, dark, tiled&#10;&#10;Description automatically generated" hidden="1">
            <a:extLst>
              <a:ext uri="{FF2B5EF4-FFF2-40B4-BE49-F238E27FC236}">
                <a16:creationId xmlns:a16="http://schemas.microsoft.com/office/drawing/2014/main" id="{FDD5770A-3E6D-4525-9A1B-1EA7C633DE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6" y="501996"/>
            <a:ext cx="12592050" cy="99916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76815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9.0.12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558483" y="1012190"/>
            <a:ext cx="8698547" cy="8541385"/>
            <a:chOff x="558483" y="1012189"/>
            <a:chExt cx="8698547" cy="8541385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7637466"/>
              <a:ext cx="1871663" cy="7127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6627" y="5868987"/>
              <a:ext cx="0" cy="1116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DDAF09E9-22C8-45E0-A9E7-7D9522CA3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3520" y="7244081"/>
              <a:ext cx="0" cy="231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CD8E3EDC-B6E2-461A-85CE-25C0019492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2410" y="6978649"/>
              <a:ext cx="70104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215B7F8C-D64B-437F-9456-94A26F5E2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7003" y="48717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3384E08E-6DD4-47D8-9373-7E62CEC75221}"/>
                </a:ext>
              </a:extLst>
            </p:cNvPr>
            <p:cNvCxnSpPr>
              <a:cxnSpLocks/>
            </p:cNvCxnSpPr>
            <p:nvPr/>
          </p:nvCxnSpPr>
          <p:spPr>
            <a:xfrm>
              <a:off x="2682240" y="4790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D734BC92-192B-4696-AE44-C5473ACE7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3483" y="47802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F0394837-2BDC-4C3A-8864-763DB0097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881879"/>
              <a:ext cx="0" cy="538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A3E85F44-D25D-4362-8CC1-7F8E0F1067EB}"/>
                </a:ext>
              </a:extLst>
            </p:cNvPr>
            <p:cNvCxnSpPr>
              <a:cxnSpLocks/>
            </p:cNvCxnSpPr>
            <p:nvPr/>
          </p:nvCxnSpPr>
          <p:spPr>
            <a:xfrm>
              <a:off x="1711960" y="5146039"/>
              <a:ext cx="731520" cy="274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8FFD4B5-0416-4B26-BB71-2A07FA279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963" y="51409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930D0056-9A8E-4D49-A272-855CC24D6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5227319"/>
              <a:ext cx="0" cy="243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CC5EF666-DCAF-428C-A59B-FAB4DB99D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963" y="54508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02921248-C2DD-4A33-BCE2-135A2E3A9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4600" y="4617719"/>
              <a:ext cx="0" cy="944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94B1A79F-B591-45D5-9F81-09128DF4CF8B}"/>
                </a:ext>
              </a:extLst>
            </p:cNvPr>
            <p:cNvCxnSpPr>
              <a:cxnSpLocks/>
            </p:cNvCxnSpPr>
            <p:nvPr/>
          </p:nvCxnSpPr>
          <p:spPr>
            <a:xfrm>
              <a:off x="1005840" y="4531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2A429069-563E-410B-9C37-5473C1413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60" y="4323079"/>
              <a:ext cx="0" cy="2184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837A669-E43F-49EA-B335-1B69CFB79B3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" y="4226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0E7C3662-BB42-41DE-BF89-3922EA408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000" y="38658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452">
              <a:extLst>
                <a:ext uri="{FF2B5EF4-FFF2-40B4-BE49-F238E27FC236}">
                  <a16:creationId xmlns:a16="http://schemas.microsoft.com/office/drawing/2014/main" id="{66E19E21-39D3-4B1C-AFA2-5D7A883B3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1843" y="375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F45A91A-9D4E-48A6-A5A7-05BBCD095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37642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266A750B-74D7-4DA9-B143-DDFCBD263E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52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EEDB808A-C3F4-4516-B50A-3EB212C39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60" y="4069079"/>
              <a:ext cx="0" cy="360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4653095F-EDDB-45B7-B46B-1CA68DA507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443" y="43230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452">
              <a:extLst>
                <a:ext uri="{FF2B5EF4-FFF2-40B4-BE49-F238E27FC236}">
                  <a16:creationId xmlns:a16="http://schemas.microsoft.com/office/drawing/2014/main" id="{4D83EE3A-6079-46A1-849A-CC700DC88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29767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14656CA3-7B0B-4E32-9284-9B9DDF6AD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803" y="4627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FAA59E55-AE96-4D55-A88F-F8220CEE8055}"/>
                </a:ext>
              </a:extLst>
            </p:cNvPr>
            <p:cNvCxnSpPr>
              <a:cxnSpLocks/>
            </p:cNvCxnSpPr>
            <p:nvPr/>
          </p:nvCxnSpPr>
          <p:spPr>
            <a:xfrm>
              <a:off x="1493520" y="4526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452">
              <a:extLst>
                <a:ext uri="{FF2B5EF4-FFF2-40B4-BE49-F238E27FC236}">
                  <a16:creationId xmlns:a16="http://schemas.microsoft.com/office/drawing/2014/main" id="{3DCE817F-C2F3-4079-8BE6-43261AB3E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3360" y="4688839"/>
              <a:ext cx="0" cy="406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87B85B00-6929-4532-A92E-BFEBFF472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2723" y="4983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9A3431C6-53E7-46F4-A070-B09B01772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960" y="478535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AACED90E-A1AA-466B-8BA4-3B4F67D038CB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20" y="47802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452">
              <a:extLst>
                <a:ext uri="{FF2B5EF4-FFF2-40B4-BE49-F238E27FC236}">
                  <a16:creationId xmlns:a16="http://schemas.microsoft.com/office/drawing/2014/main" id="{855E1B2C-16CC-4E01-9F6F-9B0F9D198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560" y="4841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452">
              <a:extLst>
                <a:ext uri="{FF2B5EF4-FFF2-40B4-BE49-F238E27FC236}">
                  <a16:creationId xmlns:a16="http://schemas.microsoft.com/office/drawing/2014/main" id="{98BAE2B5-7A99-499A-A3AC-F8E38FF2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1040" y="50749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452">
              <a:extLst>
                <a:ext uri="{FF2B5EF4-FFF2-40B4-BE49-F238E27FC236}">
                  <a16:creationId xmlns:a16="http://schemas.microsoft.com/office/drawing/2014/main" id="{D0BC21FE-8CDB-4336-AF37-926554793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720" y="4810759"/>
              <a:ext cx="0" cy="370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452">
              <a:extLst>
                <a:ext uri="{FF2B5EF4-FFF2-40B4-BE49-F238E27FC236}">
                  <a16:creationId xmlns:a16="http://schemas.microsoft.com/office/drawing/2014/main" id="{2DA55187-EC2E-42DB-B2F6-5D0E63FC6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4500879"/>
              <a:ext cx="716597" cy="3070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452">
              <a:extLst>
                <a:ext uri="{FF2B5EF4-FFF2-40B4-BE49-F238E27FC236}">
                  <a16:creationId xmlns:a16="http://schemas.microsoft.com/office/drawing/2014/main" id="{C7B4DE3F-0495-44D5-928C-87CFBEDD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5920" y="43078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38679261-8250-42F7-83A8-DFBB16D00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31799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452">
              <a:extLst>
                <a:ext uri="{FF2B5EF4-FFF2-40B4-BE49-F238E27FC236}">
                  <a16:creationId xmlns:a16="http://schemas.microsoft.com/office/drawing/2014/main" id="{D9E96186-C7B9-4509-ADFD-A49BEB1235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640" y="44246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3BBFA163-E0FB-4116-BED4-75F884380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9800" y="4206239"/>
              <a:ext cx="0" cy="23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C00CEEA4-C5A6-448B-8B20-8D97B5601C7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246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23985478-0458-48DE-A748-8F861AB2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7920" y="4150359"/>
              <a:ext cx="49276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CE054429-D661-4C81-B6FB-E0AEF8BA2F26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40538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452">
              <a:extLst>
                <a:ext uri="{FF2B5EF4-FFF2-40B4-BE49-F238E27FC236}">
                  <a16:creationId xmlns:a16="http://schemas.microsoft.com/office/drawing/2014/main" id="{ECB0654A-6176-46F2-ADB2-B10AC49510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3003" y="4043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6CEE003D-F17D-4B67-95E7-3E947EDED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480" y="39573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452">
              <a:extLst>
                <a:ext uri="{FF2B5EF4-FFF2-40B4-BE49-F238E27FC236}">
                  <a16:creationId xmlns:a16="http://schemas.microsoft.com/office/drawing/2014/main" id="{C98E96A8-D1A9-4A7A-9920-3AAE7ABEE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7923" y="3876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556F4A67-74C4-438A-8089-E7CACBBCE9F5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698239"/>
              <a:ext cx="467360" cy="172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604BDAC-210D-4032-9E8A-3B1FAA5E5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2280" y="368807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630DEDBB-5B20-40C0-A1C9-428E08584A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000" y="357631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58600ED5-EFD7-474F-9676-33469A2C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34086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BCDE26AB-0CBA-41E4-9499-7B40CA1FBD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" y="3403599"/>
              <a:ext cx="72136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1846DC95-E13D-4415-B470-9E576AA9B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7040" y="35204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0F7394DC-30AA-4F82-9DB3-96579FDB5887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3515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82EB9282-B069-4740-932A-A9FB22A1B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344423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31FF3BC1-BED9-46C1-B300-E41B24F8877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120" y="33375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D8790B54-5E6D-4EAA-82C9-68E998D65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7360" y="334263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DE990C03-BD8F-47AF-B063-0B8882B15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20" y="333247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6684615C-5D5B-4419-98EC-09B2619AD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8603" y="33121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452">
              <a:extLst>
                <a:ext uri="{FF2B5EF4-FFF2-40B4-BE49-F238E27FC236}">
                  <a16:creationId xmlns:a16="http://schemas.microsoft.com/office/drawing/2014/main" id="{64010A27-93B5-40A4-90FB-D0ABB9A32172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3220719"/>
              <a:ext cx="508000" cy="198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EBDE0EF8-84CB-4715-995C-C5AB5D072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920" y="3042919"/>
              <a:ext cx="482600" cy="1879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32EBC218-AD4F-4EE1-A3DC-C0DF93B49D8A}"/>
                </a:ext>
              </a:extLst>
            </p:cNvPr>
            <p:cNvCxnSpPr>
              <a:cxnSpLocks/>
            </p:cNvCxnSpPr>
            <p:nvPr/>
          </p:nvCxnSpPr>
          <p:spPr>
            <a:xfrm>
              <a:off x="1259840" y="2941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0FB7B77E-8565-4004-BB34-EADF3D218A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9362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4951D83C-4D80-447C-9E40-B3F75C4A1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760" y="28701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452">
              <a:extLst>
                <a:ext uri="{FF2B5EF4-FFF2-40B4-BE49-F238E27FC236}">
                  <a16:creationId xmlns:a16="http://schemas.microsoft.com/office/drawing/2014/main" id="{D64037ED-60D5-4D2A-BC7D-352E8B60B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0603" y="2788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13917CE8-1E84-4A84-AA6E-4551C1DC7ECD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" y="26923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EB55E222-23AC-478D-858C-F589542DD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323" y="26974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C30E09E9-6AFC-425B-884E-CBA0241F49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560" y="261111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E69790DB-8EE5-4E1F-95A4-A435FC4A2D69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" y="25145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452">
              <a:extLst>
                <a:ext uri="{FF2B5EF4-FFF2-40B4-BE49-F238E27FC236}">
                  <a16:creationId xmlns:a16="http://schemas.microsoft.com/office/drawing/2014/main" id="{481E3C48-EDAF-4090-871C-FE7E26A4C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83" y="24129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91CABBD4-AC41-44F5-A486-0633894EF0B7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" y="241299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42137627-ED04-4C92-9352-075F40F1F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080" y="22961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0B1B098E-894A-421C-BE08-000EFA7101E7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" y="2230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452">
              <a:extLst>
                <a:ext uri="{FF2B5EF4-FFF2-40B4-BE49-F238E27FC236}">
                  <a16:creationId xmlns:a16="http://schemas.microsoft.com/office/drawing/2014/main" id="{CC12DE78-E5E5-4511-B52F-60B7C8E66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7243" y="1935479"/>
              <a:ext cx="711517" cy="2867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C8538461-47A4-4331-AC16-A6C1027E1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3680" y="193039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3B489348-8155-4696-8BD4-297A4660D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523" y="211835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2D7AC1C4-3484-434F-9217-B7BD38FDBDE0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2199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8D9BF685-5A02-4ED1-BAFD-919BA376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883" y="22250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C4DB97F8-9EEC-4FAE-8533-CA91C8B18B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2120" y="2194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2D6336A7-D4F4-4D22-8E7F-5D3CF62C6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8123" y="23926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452">
              <a:extLst>
                <a:ext uri="{FF2B5EF4-FFF2-40B4-BE49-F238E27FC236}">
                  <a16:creationId xmlns:a16="http://schemas.microsoft.com/office/drawing/2014/main" id="{A646B3FF-4650-4583-989C-CBA5C6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1518920" y="25044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37C9DE92-56A0-4745-836D-96187198D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1803" y="24841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C54D1612-FF4D-4C7D-9893-4BBAB3D903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0" y="2484119"/>
              <a:ext cx="0" cy="228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357719A0-752E-4850-9375-BA438E93061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6873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8AE462DD-A4D3-4277-8C35-BE509A5F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7635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DF22F750-90AB-46DB-9533-0863CC583CBD}"/>
                </a:ext>
              </a:extLst>
            </p:cNvPr>
            <p:cNvCxnSpPr>
              <a:cxnSpLocks/>
            </p:cNvCxnSpPr>
            <p:nvPr/>
          </p:nvCxnSpPr>
          <p:spPr>
            <a:xfrm>
              <a:off x="197612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452">
              <a:extLst>
                <a:ext uri="{FF2B5EF4-FFF2-40B4-BE49-F238E27FC236}">
                  <a16:creationId xmlns:a16="http://schemas.microsoft.com/office/drawing/2014/main" id="{CCB1DEBC-BDC6-4412-96D4-D9140391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5323" y="29463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FFE1DD5D-0844-40DB-B6A7-E73D9FAB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991360" y="3058159"/>
              <a:ext cx="706120" cy="279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452">
              <a:extLst>
                <a:ext uri="{FF2B5EF4-FFF2-40B4-BE49-F238E27FC236}">
                  <a16:creationId xmlns:a16="http://schemas.microsoft.com/office/drawing/2014/main" id="{62136CFC-A5EC-4659-AE5B-C5A927BEF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083" y="322579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9B0739CD-E30E-45D2-8E81-C8AE495F532B}"/>
                </a:ext>
              </a:extLst>
            </p:cNvPr>
            <p:cNvCxnSpPr>
              <a:cxnSpLocks/>
            </p:cNvCxnSpPr>
            <p:nvPr/>
          </p:nvCxnSpPr>
          <p:spPr>
            <a:xfrm>
              <a:off x="2418080" y="304291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319EB8AF-855F-4BD6-BEAD-6F2EE4046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2843" y="29616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00237231-BB36-42F6-AF62-0970F3A6514D}"/>
                </a:ext>
              </a:extLst>
            </p:cNvPr>
            <p:cNvCxnSpPr>
              <a:cxnSpLocks/>
            </p:cNvCxnSpPr>
            <p:nvPr/>
          </p:nvCxnSpPr>
          <p:spPr>
            <a:xfrm>
              <a:off x="2687320" y="2956559"/>
              <a:ext cx="49784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4E6EA4DC-3078-4FDA-83FF-EA57A9533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680" y="2956559"/>
              <a:ext cx="0" cy="1930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545BA17B-8F08-4EC1-A5CE-0E716E1ACF1E}"/>
                </a:ext>
              </a:extLst>
            </p:cNvPr>
            <p:cNvCxnSpPr>
              <a:cxnSpLocks/>
            </p:cNvCxnSpPr>
            <p:nvPr/>
          </p:nvCxnSpPr>
          <p:spPr>
            <a:xfrm>
              <a:off x="3149600" y="2951479"/>
              <a:ext cx="49276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452">
              <a:extLst>
                <a:ext uri="{FF2B5EF4-FFF2-40B4-BE49-F238E27FC236}">
                  <a16:creationId xmlns:a16="http://schemas.microsoft.com/office/drawing/2014/main" id="{D5CB089A-CD2E-4B5D-82E8-B6723E803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2040" y="2598419"/>
              <a:ext cx="0" cy="520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5A1C5171-8747-4B92-A159-587E31F6A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60" y="2487929"/>
              <a:ext cx="25400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CC74879C-92F5-4A64-A84D-65DA55984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4450" y="2484119"/>
              <a:ext cx="0" cy="9258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16F9CBDC-206F-4666-A921-6F70E2F7EAF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590" y="340105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E4BBA8F3-F371-4F4F-953A-0A12F29E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780" y="35318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CEFA29C9-0902-4CF7-A618-F823A878593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0" y="3694429"/>
              <a:ext cx="1209040" cy="4622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A73DF055-6A78-49EA-996F-7D0FB7F6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41516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43343C22-32CA-48A9-AB9F-9DA0F8A4BA4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480" y="4502149"/>
              <a:ext cx="279400" cy="1193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E053B9E4-F897-4E16-89C5-8C3DDD3C7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3863" y="45097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BF72AF67-312E-47ED-ACDE-CA32B2E46668}"/>
                </a:ext>
              </a:extLst>
            </p:cNvPr>
            <p:cNvCxnSpPr>
              <a:cxnSpLocks/>
            </p:cNvCxnSpPr>
            <p:nvPr/>
          </p:nvCxnSpPr>
          <p:spPr>
            <a:xfrm>
              <a:off x="5740400" y="45135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6C7209FA-37EB-4AA3-9492-0CB2EFFDE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45148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7ED2681A-2905-4FE2-928E-A9D9ED9AF3E7}"/>
                </a:ext>
              </a:extLst>
            </p:cNvPr>
            <p:cNvCxnSpPr>
              <a:cxnSpLocks/>
            </p:cNvCxnSpPr>
            <p:nvPr/>
          </p:nvCxnSpPr>
          <p:spPr>
            <a:xfrm>
              <a:off x="5736590" y="4323079"/>
              <a:ext cx="473710" cy="176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8F13DF9E-11C6-490D-AC4F-86FF3444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4813" y="4319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B1141844-470A-43F7-80D4-55811137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6720" y="4240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E83CC939-BB33-4EA2-BFAF-72E828638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93" y="41440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0ABA96BE-A063-495D-A88E-30D218732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4370" y="39623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15DD42F0-E0C6-482F-8C8B-5C6C6DF66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73" y="39458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321412F6-6AF6-44A2-B847-57E997289A87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0" y="3604259"/>
              <a:ext cx="1211580" cy="457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5B858BD7-6D62-47B1-B91B-F81EEF27E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190" y="34366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E5551927-FF48-4235-8FCC-E1DDB137E192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33413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6AB45449-C9E7-4D6C-A223-B47717823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9400" y="275843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8EBA145D-64B2-4FE0-8F69-A4E151E3F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733" y="265810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05648990-371B-4B71-90E4-8C8D8E242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6570" y="2666999"/>
              <a:ext cx="0" cy="5803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DB565658-9286-4FBA-AC5A-B0DC7B489CE5}"/>
                </a:ext>
              </a:extLst>
            </p:cNvPr>
            <p:cNvCxnSpPr>
              <a:cxnSpLocks/>
            </p:cNvCxnSpPr>
            <p:nvPr/>
          </p:nvCxnSpPr>
          <p:spPr>
            <a:xfrm>
              <a:off x="4314190" y="32308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EC11E678-496E-41B8-845F-0024F000D5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3740" y="3337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E085B49A-CB66-4ADC-B0D5-26EAE20B8904}"/>
                </a:ext>
              </a:extLst>
            </p:cNvPr>
            <p:cNvCxnSpPr>
              <a:cxnSpLocks/>
            </p:cNvCxnSpPr>
            <p:nvPr/>
          </p:nvCxnSpPr>
          <p:spPr>
            <a:xfrm>
              <a:off x="4516120" y="3501389"/>
              <a:ext cx="741680" cy="2971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42222DCE-0021-4980-BCE8-69AE854A4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163" y="3608069"/>
              <a:ext cx="515937" cy="1978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BB361A31-1CB5-42B4-A193-2137A8EF5DF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230" y="36080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83E08154-129E-4F55-97D8-4298C22E6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543" y="3580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AC8771A-3753-4202-9C18-294DE7417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3230879"/>
              <a:ext cx="0" cy="3594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1DDBC892-9DDD-4EC5-B1F8-F30EEA679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8683" y="32181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C157020C-9257-416D-BF5A-5051B2B1C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6780" y="33299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3BE5B9AD-166F-43AC-AF68-CCD6426833C2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30" y="34061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AC22029C-D2AD-430A-A732-DE3E0AF64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0180" y="3401059"/>
              <a:ext cx="508000" cy="191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64C0DD48-681F-4068-83CF-84B085FF0170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70" y="342137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BEF0DE2E-6302-4763-9242-F1B06B7B9B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5200" y="32461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896F3C97-AD21-4897-9B00-ECB1C4A643F5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50" y="324992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16C78238-C16A-4798-9E86-1B543656A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4310" y="32499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F5AA27D6-82AD-422B-BDA6-A11044B88B14}"/>
                </a:ext>
              </a:extLst>
            </p:cNvPr>
            <p:cNvCxnSpPr>
              <a:cxnSpLocks/>
            </p:cNvCxnSpPr>
            <p:nvPr/>
          </p:nvCxnSpPr>
          <p:spPr>
            <a:xfrm>
              <a:off x="4762500" y="3067049"/>
              <a:ext cx="49784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CA672978-0174-4267-90E1-10BFC9338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8503" y="304291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4509704C-4AD0-492D-944F-13A8EBEE1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90" y="2617469"/>
              <a:ext cx="0" cy="527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F9DDF3CD-8B11-4DE1-BA9A-812D78EB0318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2324099"/>
              <a:ext cx="718820" cy="284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899F6E4D-B9CB-4A6D-88C5-8B6B75CEB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370" y="21564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F38CDD4F-FEBD-4DD2-8C69-1E220C042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0323" y="203326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ACAA0DBD-B173-412C-B899-074746AD0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6540" y="20345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9CCDD6C8-E771-4CB7-96CC-468CDB031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85590" y="22174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5DD9889A-1797-4D58-A6FF-4A6194AB3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380" y="196214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157C72EC-E8B2-4FC1-8B2F-DB6217FB8C69}"/>
                </a:ext>
              </a:extLst>
            </p:cNvPr>
            <p:cNvCxnSpPr>
              <a:cxnSpLocks/>
            </p:cNvCxnSpPr>
            <p:nvPr/>
          </p:nvCxnSpPr>
          <p:spPr>
            <a:xfrm>
              <a:off x="4307523" y="19465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072274F8-2D63-4C4B-A725-F015AEB38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0410" y="20421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26F0FAF3-E792-43E0-9810-DA9AD743EAD4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23" y="2403793"/>
              <a:ext cx="260667" cy="1031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2DF51908-BD6D-4692-A686-83ACF039E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2820" y="250697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33AC03DE-D4B2-4D03-B03E-F967BCA00A92}"/>
                </a:ext>
              </a:extLst>
            </p:cNvPr>
            <p:cNvCxnSpPr>
              <a:cxnSpLocks/>
            </p:cNvCxnSpPr>
            <p:nvPr/>
          </p:nvCxnSpPr>
          <p:spPr>
            <a:xfrm>
              <a:off x="4768533" y="2872423"/>
              <a:ext cx="733107" cy="270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65A1DE99-C1F2-4253-BA63-F8958DC0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9100" y="31432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3DE1C1F4-D957-4646-8C08-899EA0C4E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0053" y="3150869"/>
              <a:ext cx="489267" cy="1825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38AF89C0-0AFF-4931-BCF3-09C69EAC4038}"/>
                </a:ext>
              </a:extLst>
            </p:cNvPr>
            <p:cNvCxnSpPr>
              <a:cxnSpLocks/>
            </p:cNvCxnSpPr>
            <p:nvPr/>
          </p:nvCxnSpPr>
          <p:spPr>
            <a:xfrm>
              <a:off x="5010150" y="2766059"/>
              <a:ext cx="986790" cy="396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B7F0D77B-44A6-4AA8-A897-80171E27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850" y="241172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88F4CABD-D2EC-4516-82D1-44C92A6CE4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90" y="232790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016FD76C-4C6A-46FD-B128-91430CEBE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0440" y="1965959"/>
              <a:ext cx="0" cy="363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63B797E9-AA08-49F0-BAE0-6512EA7AE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203" y="18313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D6C317FE-7C4D-4DE1-BA51-BCD5871FD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1420" y="1832609"/>
              <a:ext cx="0" cy="3771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547629BA-4EBC-41E6-99A9-E85CAA121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7613" y="21170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EA045132-BE74-428D-80B4-4C974F7C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830" y="2118359"/>
              <a:ext cx="0" cy="567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8E6348D6-8C4C-4241-BE83-29645C5C1EFC}"/>
                </a:ext>
              </a:extLst>
            </p:cNvPr>
            <p:cNvCxnSpPr>
              <a:cxnSpLocks/>
            </p:cNvCxnSpPr>
            <p:nvPr/>
          </p:nvCxnSpPr>
          <p:spPr>
            <a:xfrm>
              <a:off x="5232400" y="2670809"/>
              <a:ext cx="120269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6C294E7A-9220-48F4-A63D-7467173FE0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0170" y="29756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EFD22DA9-EF5C-49F7-874F-78E02AEF2F37}"/>
                </a:ext>
              </a:extLst>
            </p:cNvPr>
            <p:cNvCxnSpPr>
              <a:cxnSpLocks/>
            </p:cNvCxnSpPr>
            <p:nvPr/>
          </p:nvCxnSpPr>
          <p:spPr>
            <a:xfrm>
              <a:off x="6215380" y="28765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F6C3553A-E2B6-47A6-91F5-109F3CFFD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950" y="26936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01D9CFC4-14F6-495E-8284-AB35E285764D}"/>
                </a:ext>
              </a:extLst>
            </p:cNvPr>
            <p:cNvCxnSpPr>
              <a:cxnSpLocks/>
            </p:cNvCxnSpPr>
            <p:nvPr/>
          </p:nvCxnSpPr>
          <p:spPr>
            <a:xfrm>
              <a:off x="6211570" y="2701289"/>
              <a:ext cx="452120" cy="1562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1DAA5DE4-5B1F-4A9F-8275-B8BBA4C22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4010" y="2701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4E6D56B6-8716-49EF-B4CD-C4D24B4300C4}"/>
                </a:ext>
              </a:extLst>
            </p:cNvPr>
            <p:cNvCxnSpPr>
              <a:cxnSpLocks/>
            </p:cNvCxnSpPr>
            <p:nvPr/>
          </p:nvCxnSpPr>
          <p:spPr>
            <a:xfrm>
              <a:off x="5958840" y="2407919"/>
              <a:ext cx="720090" cy="2819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63900DE2-BFDF-4830-8FF5-A4B76C4B9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110" y="240791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7FF46131-04EE-4264-937B-8C983EFED829}"/>
                </a:ext>
              </a:extLst>
            </p:cNvPr>
            <p:cNvCxnSpPr>
              <a:cxnSpLocks/>
            </p:cNvCxnSpPr>
            <p:nvPr/>
          </p:nvCxnSpPr>
          <p:spPr>
            <a:xfrm>
              <a:off x="5482590" y="2586989"/>
              <a:ext cx="482600" cy="1854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CBEFE1FB-97C4-4258-90A3-5C855909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24002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38293FD2-A32C-464C-BCC5-94B5A90654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4340" y="241934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EFCA105-5F8E-43C5-82FC-5E3F55C37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9130" y="213359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E571CA55-9495-41F3-B479-AAC32980B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212978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55D5A84F-2497-4365-B38F-B0DAC3D8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5290" y="188213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862F28F9-3485-4610-8374-C9E5405B0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7640" y="18668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5ABFFC7B-0C18-4ED9-9C6D-CB975FEB7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1450" y="17678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A626591D-CF31-4045-8809-154FBFDCD904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80" y="16687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02CA27D0-1462-453C-8394-37DB98A700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470" y="157352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5130D58B-5935-480B-B346-C1DCC35EA7CA}"/>
                </a:ext>
              </a:extLst>
            </p:cNvPr>
            <p:cNvCxnSpPr>
              <a:cxnSpLocks/>
            </p:cNvCxnSpPr>
            <p:nvPr/>
          </p:nvCxnSpPr>
          <p:spPr>
            <a:xfrm>
              <a:off x="5262880" y="15773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B1E82722-ED78-4F54-A7E5-ED6E423D9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910" y="1291589"/>
              <a:ext cx="0" cy="3556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22CE49F5-447F-4249-A3A7-69CE7246B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150" y="120776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104EA03-0894-47D1-AF64-2FEBAB9E9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320" y="1203959"/>
              <a:ext cx="0" cy="762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2D123998-CAB2-4E77-82CA-F53449EB5EBC}"/>
                </a:ext>
              </a:extLst>
            </p:cNvPr>
            <p:cNvCxnSpPr>
              <a:cxnSpLocks/>
            </p:cNvCxnSpPr>
            <p:nvPr/>
          </p:nvCxnSpPr>
          <p:spPr>
            <a:xfrm>
              <a:off x="5754370" y="195452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3A566AC1-894E-4F4C-AF2C-B0FB84E0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570" y="213359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7D68DA79-664F-43ED-BD08-666704BA1279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50" y="23202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ABC1F4F2-3946-431B-9C2C-48B5A40AB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2030729"/>
              <a:ext cx="0" cy="4051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BEE97B62-DF32-4866-AC3B-82C71A65A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67730" y="1851659"/>
              <a:ext cx="45974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ADAB4954-ECFE-47A9-877E-A4FBDA18E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920" y="1116329"/>
              <a:ext cx="0" cy="751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721000A-9204-4B54-8309-A3C3C1532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7730" y="1013459"/>
              <a:ext cx="242570" cy="1143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10720BA0-0E75-4000-9D0D-028AEED4D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5380" y="1032509"/>
              <a:ext cx="0" cy="735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4AF69CE6-686D-4632-8518-87CF783B715D}"/>
                </a:ext>
              </a:extLst>
            </p:cNvPr>
            <p:cNvCxnSpPr>
              <a:cxnSpLocks/>
            </p:cNvCxnSpPr>
            <p:nvPr/>
          </p:nvCxnSpPr>
          <p:spPr>
            <a:xfrm>
              <a:off x="6219190" y="177926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6FAA65D0-5637-4854-B406-F81FCECA8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503" y="175513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CD510799-5A82-4204-822C-2C4354B9A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6390" y="15735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644E6B3C-B130-4FC2-A3A7-386F62FEC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263" y="157987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31E3AEB2-3658-45DA-BE11-7197EA24E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8740" y="1131569"/>
              <a:ext cx="0" cy="5575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CE6F0AED-529F-41F8-BEB8-09594EEE82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3" y="101218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452">
              <a:extLst>
                <a:ext uri="{FF2B5EF4-FFF2-40B4-BE49-F238E27FC236}">
                  <a16:creationId xmlns:a16="http://schemas.microsoft.com/office/drawing/2014/main" id="{5F23FBC0-3B04-4584-B13C-6DEEAB56B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580" y="1017269"/>
              <a:ext cx="0" cy="3810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452">
              <a:extLst>
                <a:ext uri="{FF2B5EF4-FFF2-40B4-BE49-F238E27FC236}">
                  <a16:creationId xmlns:a16="http://schemas.microsoft.com/office/drawing/2014/main" id="{6B0AA3C7-DE36-456E-AD6A-6F045D27D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153" y="1294129"/>
              <a:ext cx="239077" cy="1038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Straight Connector 452">
              <a:extLst>
                <a:ext uri="{FF2B5EF4-FFF2-40B4-BE49-F238E27FC236}">
                  <a16:creationId xmlns:a16="http://schemas.microsoft.com/office/drawing/2014/main" id="{B459BC21-4365-4250-96B5-B738E99605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0230" y="11315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Straight Connector 452">
              <a:extLst>
                <a:ext uri="{FF2B5EF4-FFF2-40B4-BE49-F238E27FC236}">
                  <a16:creationId xmlns:a16="http://schemas.microsoft.com/office/drawing/2014/main" id="{831390AB-8868-4828-B2AE-40AFF9DAC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0230" y="1127759"/>
              <a:ext cx="46736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452">
              <a:extLst>
                <a:ext uri="{FF2B5EF4-FFF2-40B4-BE49-F238E27FC236}">
                  <a16:creationId xmlns:a16="http://schemas.microsoft.com/office/drawing/2014/main" id="{41353946-DE33-4475-8F64-56747C0A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29793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452">
              <a:extLst>
                <a:ext uri="{FF2B5EF4-FFF2-40B4-BE49-F238E27FC236}">
                  <a16:creationId xmlns:a16="http://schemas.microsoft.com/office/drawing/2014/main" id="{9F83C596-53EF-4ECC-9AB4-362734493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8800" y="150494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452">
              <a:extLst>
                <a:ext uri="{FF2B5EF4-FFF2-40B4-BE49-F238E27FC236}">
                  <a16:creationId xmlns:a16="http://schemas.microsoft.com/office/drawing/2014/main" id="{6283A4C9-817D-4252-B026-6869050A4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2290" y="1473199"/>
              <a:ext cx="500380" cy="2032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452">
              <a:extLst>
                <a:ext uri="{FF2B5EF4-FFF2-40B4-BE49-F238E27FC236}">
                  <a16:creationId xmlns:a16="http://schemas.microsoft.com/office/drawing/2014/main" id="{D84175B3-213A-4909-B443-3CE13CC0DAB0}"/>
                </a:ext>
              </a:extLst>
            </p:cNvPr>
            <p:cNvCxnSpPr>
              <a:cxnSpLocks/>
            </p:cNvCxnSpPr>
            <p:nvPr/>
          </p:nvCxnSpPr>
          <p:spPr>
            <a:xfrm>
              <a:off x="7385050" y="148208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452">
              <a:extLst>
                <a:ext uri="{FF2B5EF4-FFF2-40B4-BE49-F238E27FC236}">
                  <a16:creationId xmlns:a16="http://schemas.microsoft.com/office/drawing/2014/main" id="{5596D7D5-E9B0-4FD6-894A-4D4FE8CA9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070" y="1564639"/>
              <a:ext cx="915670" cy="393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452">
              <a:extLst>
                <a:ext uri="{FF2B5EF4-FFF2-40B4-BE49-F238E27FC236}">
                  <a16:creationId xmlns:a16="http://schemas.microsoft.com/office/drawing/2014/main" id="{932AADA3-89F5-40EA-9981-4652FE403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1150" y="1988819"/>
              <a:ext cx="0" cy="152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452">
              <a:extLst>
                <a:ext uri="{FF2B5EF4-FFF2-40B4-BE49-F238E27FC236}">
                  <a16:creationId xmlns:a16="http://schemas.microsoft.com/office/drawing/2014/main" id="{7E216F06-4E53-4FD6-8D6B-1A5C1B0BA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7020" y="165353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452">
              <a:extLst>
                <a:ext uri="{FF2B5EF4-FFF2-40B4-BE49-F238E27FC236}">
                  <a16:creationId xmlns:a16="http://schemas.microsoft.com/office/drawing/2014/main" id="{87D53169-87CC-4BAA-A9BD-5E1804FB9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490" y="164972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452">
              <a:extLst>
                <a:ext uri="{FF2B5EF4-FFF2-40B4-BE49-F238E27FC236}">
                  <a16:creationId xmlns:a16="http://schemas.microsoft.com/office/drawing/2014/main" id="{7FEC6BED-9880-42FE-BB37-C13793526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400" y="1836419"/>
              <a:ext cx="1223010" cy="4991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452">
              <a:extLst>
                <a:ext uri="{FF2B5EF4-FFF2-40B4-BE49-F238E27FC236}">
                  <a16:creationId xmlns:a16="http://schemas.microsoft.com/office/drawing/2014/main" id="{533EE0B2-8449-4379-B275-C0060294F8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2100" y="23393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452">
              <a:extLst>
                <a:ext uri="{FF2B5EF4-FFF2-40B4-BE49-F238E27FC236}">
                  <a16:creationId xmlns:a16="http://schemas.microsoft.com/office/drawing/2014/main" id="{2A2D0430-6814-4714-AF29-AAFAC514C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8450" y="1946909"/>
              <a:ext cx="1440180" cy="571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452">
              <a:extLst>
                <a:ext uri="{FF2B5EF4-FFF2-40B4-BE49-F238E27FC236}">
                  <a16:creationId xmlns:a16="http://schemas.microsoft.com/office/drawing/2014/main" id="{ED0A98A1-21CD-486C-BC52-95D864548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090" y="19392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452">
              <a:extLst>
                <a:ext uri="{FF2B5EF4-FFF2-40B4-BE49-F238E27FC236}">
                  <a16:creationId xmlns:a16="http://schemas.microsoft.com/office/drawing/2014/main" id="{71F992D1-E6A0-4C2F-9909-A4A923BAE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050" y="2118359"/>
              <a:ext cx="1219200" cy="480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452">
              <a:extLst>
                <a:ext uri="{FF2B5EF4-FFF2-40B4-BE49-F238E27FC236}">
                  <a16:creationId xmlns:a16="http://schemas.microsoft.com/office/drawing/2014/main" id="{83B50ED7-0EBF-49C7-A826-81849033D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7370" y="2606039"/>
              <a:ext cx="0" cy="3467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452">
              <a:extLst>
                <a:ext uri="{FF2B5EF4-FFF2-40B4-BE49-F238E27FC236}">
                  <a16:creationId xmlns:a16="http://schemas.microsoft.com/office/drawing/2014/main" id="{C08927D0-4D4E-4EDC-BCE6-AF0EF07BB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4990" y="285749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452">
              <a:extLst>
                <a:ext uri="{FF2B5EF4-FFF2-40B4-BE49-F238E27FC236}">
                  <a16:creationId xmlns:a16="http://schemas.microsoft.com/office/drawing/2014/main" id="{95C941CE-98CB-4483-B77E-75F8F50468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3590" y="269747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452">
              <a:extLst>
                <a:ext uri="{FF2B5EF4-FFF2-40B4-BE49-F238E27FC236}">
                  <a16:creationId xmlns:a16="http://schemas.microsoft.com/office/drawing/2014/main" id="{431728A5-92F3-4D6B-B384-60C9775E1E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350" y="2213609"/>
              <a:ext cx="1210310" cy="487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E61F1D14-56F4-46E0-B56F-CAD7C26F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30" y="205358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452">
              <a:extLst>
                <a:ext uri="{FF2B5EF4-FFF2-40B4-BE49-F238E27FC236}">
                  <a16:creationId xmlns:a16="http://schemas.microsoft.com/office/drawing/2014/main" id="{B2D39FB2-164C-407A-B582-CE58B1920B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2310" y="196214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1E466D90-C80D-48DC-BF86-43B930D9D691}"/>
                </a:ext>
              </a:extLst>
            </p:cNvPr>
            <p:cNvCxnSpPr>
              <a:cxnSpLocks/>
            </p:cNvCxnSpPr>
            <p:nvPr/>
          </p:nvCxnSpPr>
          <p:spPr>
            <a:xfrm>
              <a:off x="8562340" y="1958339"/>
              <a:ext cx="478790" cy="171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452">
              <a:extLst>
                <a:ext uri="{FF2B5EF4-FFF2-40B4-BE49-F238E27FC236}">
                  <a16:creationId xmlns:a16="http://schemas.microsoft.com/office/drawing/2014/main" id="{9856AA4D-AA8D-427F-AD28-9AA384765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70" y="2129789"/>
              <a:ext cx="0" cy="358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A91EB18-C302-44F6-B118-D7C87553C3E1}"/>
                </a:ext>
              </a:extLst>
            </p:cNvPr>
            <p:cNvCxnSpPr>
              <a:cxnSpLocks/>
            </p:cNvCxnSpPr>
            <p:nvPr/>
          </p:nvCxnSpPr>
          <p:spPr>
            <a:xfrm>
              <a:off x="9038590" y="248411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452">
              <a:extLst>
                <a:ext uri="{FF2B5EF4-FFF2-40B4-BE49-F238E27FC236}">
                  <a16:creationId xmlns:a16="http://schemas.microsoft.com/office/drawing/2014/main" id="{49BE13E4-0B3C-4FE9-8922-F92DAC922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8140" y="257555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452">
              <a:extLst>
                <a:ext uri="{FF2B5EF4-FFF2-40B4-BE49-F238E27FC236}">
                  <a16:creationId xmlns:a16="http://schemas.microsoft.com/office/drawing/2014/main" id="{2E566247-588E-4E25-A502-185F9C1566B3}"/>
                </a:ext>
              </a:extLst>
            </p:cNvPr>
            <p:cNvCxnSpPr>
              <a:cxnSpLocks/>
            </p:cNvCxnSpPr>
            <p:nvPr/>
          </p:nvCxnSpPr>
          <p:spPr>
            <a:xfrm>
              <a:off x="9027160" y="265937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452">
              <a:extLst>
                <a:ext uri="{FF2B5EF4-FFF2-40B4-BE49-F238E27FC236}">
                  <a16:creationId xmlns:a16="http://schemas.microsoft.com/office/drawing/2014/main" id="{F96605D7-B698-47DD-B205-8922062D5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8590" y="268223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B040C80B-223A-4F17-9963-8BE1C995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940" y="286130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452">
              <a:extLst>
                <a:ext uri="{FF2B5EF4-FFF2-40B4-BE49-F238E27FC236}">
                  <a16:creationId xmlns:a16="http://schemas.microsoft.com/office/drawing/2014/main" id="{3E4E16EA-AD96-4117-9A3D-17E1A527B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3800" y="296036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452">
              <a:extLst>
                <a:ext uri="{FF2B5EF4-FFF2-40B4-BE49-F238E27FC236}">
                  <a16:creationId xmlns:a16="http://schemas.microsoft.com/office/drawing/2014/main" id="{2EE1600E-DF79-44B5-9596-86F310E2A2C4}"/>
                </a:ext>
              </a:extLst>
            </p:cNvPr>
            <p:cNvCxnSpPr>
              <a:cxnSpLocks/>
            </p:cNvCxnSpPr>
            <p:nvPr/>
          </p:nvCxnSpPr>
          <p:spPr>
            <a:xfrm>
              <a:off x="8589010" y="30708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452">
              <a:extLst>
                <a:ext uri="{FF2B5EF4-FFF2-40B4-BE49-F238E27FC236}">
                  <a16:creationId xmlns:a16="http://schemas.microsoft.com/office/drawing/2014/main" id="{7D2A9C2A-0F53-4309-A997-4D63F8C11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90321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B23D3FDC-2DD9-40C4-9128-B976BA0D0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2820" y="2788919"/>
              <a:ext cx="238760" cy="876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A373E5B5-4E1D-402D-885C-E926B5D976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180" y="2247899"/>
              <a:ext cx="0" cy="5232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452">
              <a:extLst>
                <a:ext uri="{FF2B5EF4-FFF2-40B4-BE49-F238E27FC236}">
                  <a16:creationId xmlns:a16="http://schemas.microsoft.com/office/drawing/2014/main" id="{C5FC79BA-B0EF-4E8A-9A6C-535F7C2E8AAB}"/>
                </a:ext>
              </a:extLst>
            </p:cNvPr>
            <p:cNvCxnSpPr>
              <a:cxnSpLocks/>
            </p:cNvCxnSpPr>
            <p:nvPr/>
          </p:nvCxnSpPr>
          <p:spPr>
            <a:xfrm>
              <a:off x="8539480" y="2129789"/>
              <a:ext cx="273050" cy="12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DB53B679-659A-4B7D-B690-7A016EAB4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8530" y="2141219"/>
              <a:ext cx="0" cy="1905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452">
              <a:extLst>
                <a:ext uri="{FF2B5EF4-FFF2-40B4-BE49-F238E27FC236}">
                  <a16:creationId xmlns:a16="http://schemas.microsoft.com/office/drawing/2014/main" id="{4BF3BF97-80F6-443E-929E-B6F257AFF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50" y="2320289"/>
              <a:ext cx="960120" cy="350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864FA159-243F-453B-ADF1-8124C639A38A}"/>
                </a:ext>
              </a:extLst>
            </p:cNvPr>
            <p:cNvCxnSpPr>
              <a:cxnSpLocks/>
            </p:cNvCxnSpPr>
            <p:nvPr/>
          </p:nvCxnSpPr>
          <p:spPr>
            <a:xfrm>
              <a:off x="7609840" y="268223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452">
              <a:extLst>
                <a:ext uri="{FF2B5EF4-FFF2-40B4-BE49-F238E27FC236}">
                  <a16:creationId xmlns:a16="http://schemas.microsoft.com/office/drawing/2014/main" id="{D1802D0F-B586-42BB-88F2-8B7E5E8AF5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820" y="2510789"/>
              <a:ext cx="726440" cy="2705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452">
              <a:extLst>
                <a:ext uri="{FF2B5EF4-FFF2-40B4-BE49-F238E27FC236}">
                  <a16:creationId xmlns:a16="http://schemas.microsoft.com/office/drawing/2014/main" id="{32176E2A-4FE1-4412-AC9F-1D7317DA1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2340" y="2518409"/>
              <a:ext cx="0" cy="1803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452">
              <a:extLst>
                <a:ext uri="{FF2B5EF4-FFF2-40B4-BE49-F238E27FC236}">
                  <a16:creationId xmlns:a16="http://schemas.microsoft.com/office/drawing/2014/main" id="{0CDB7657-2DE2-4E14-85F8-DDD37DDE3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4820" y="2682239"/>
              <a:ext cx="457200" cy="1828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452">
              <a:extLst>
                <a:ext uri="{FF2B5EF4-FFF2-40B4-BE49-F238E27FC236}">
                  <a16:creationId xmlns:a16="http://schemas.microsoft.com/office/drawing/2014/main" id="{ECC9D6E2-0F5C-4E96-A22A-73B84EF40554}"/>
                </a:ext>
              </a:extLst>
            </p:cNvPr>
            <p:cNvCxnSpPr>
              <a:cxnSpLocks/>
            </p:cNvCxnSpPr>
            <p:nvPr/>
          </p:nvCxnSpPr>
          <p:spPr>
            <a:xfrm>
              <a:off x="8093710" y="2880359"/>
              <a:ext cx="218440" cy="863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452">
              <a:extLst>
                <a:ext uri="{FF2B5EF4-FFF2-40B4-BE49-F238E27FC236}">
                  <a16:creationId xmlns:a16="http://schemas.microsoft.com/office/drawing/2014/main" id="{294D8093-3BF1-4B8E-AACB-8758EF2F8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693149"/>
              <a:ext cx="0" cy="1111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66CB9067-8ED9-4B04-95EA-DACC12606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3450" y="57734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035F2B76-4BB0-4B5C-9DE2-C64C00B66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750" y="927861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372A89BB-12FF-45DB-879B-27573DBE3D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9450" y="7385049"/>
              <a:ext cx="247650" cy="69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D0186FE0-D970-44BE-8C9D-0AA5BD677A5F}"/>
                </a:ext>
              </a:extLst>
            </p:cNvPr>
            <p:cNvCxnSpPr>
              <a:cxnSpLocks/>
            </p:cNvCxnSpPr>
            <p:nvPr/>
          </p:nvCxnSpPr>
          <p:spPr>
            <a:xfrm>
              <a:off x="1200150" y="7150099"/>
              <a:ext cx="749300" cy="304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1DE47148-6992-41C9-97EE-2A027F73F7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2400" y="7537449"/>
              <a:ext cx="0" cy="9271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594B5EA1-B3E9-42E9-826C-1530535971A3}"/>
                </a:ext>
              </a:extLst>
            </p:cNvPr>
            <p:cNvCxnSpPr>
              <a:cxnSpLocks/>
            </p:cNvCxnSpPr>
            <p:nvPr/>
          </p:nvCxnSpPr>
          <p:spPr>
            <a:xfrm>
              <a:off x="2406650" y="744219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58331A8A-3286-4BFC-A28B-F3A7AA911937}"/>
                </a:ext>
              </a:extLst>
            </p:cNvPr>
            <p:cNvCxnSpPr>
              <a:cxnSpLocks/>
            </p:cNvCxnSpPr>
            <p:nvPr/>
          </p:nvCxnSpPr>
          <p:spPr>
            <a:xfrm>
              <a:off x="2190750" y="7353299"/>
              <a:ext cx="241300" cy="1079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8251D321-DC32-4BC9-80EC-45FC4079B311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70559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5A23C134-0A5B-477F-A406-352D48D6C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5100" y="6686549"/>
              <a:ext cx="215900" cy="133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08F3DFF-87DC-4365-A272-B65012E3D948}"/>
                </a:ext>
              </a:extLst>
            </p:cNvPr>
            <p:cNvCxnSpPr>
              <a:cxnSpLocks/>
            </p:cNvCxnSpPr>
            <p:nvPr/>
          </p:nvCxnSpPr>
          <p:spPr>
            <a:xfrm>
              <a:off x="2908300" y="6521449"/>
              <a:ext cx="0" cy="1778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07D0E6F8-972B-4000-B859-0D7DAB68653E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356349"/>
              <a:ext cx="0" cy="3429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61CD43A9-D4EE-4CB3-9CDF-BF4185486F4C}"/>
                </a:ext>
              </a:extLst>
            </p:cNvPr>
            <p:cNvCxnSpPr>
              <a:cxnSpLocks/>
            </p:cNvCxnSpPr>
            <p:nvPr/>
          </p:nvCxnSpPr>
          <p:spPr>
            <a:xfrm>
              <a:off x="2654300" y="6426199"/>
              <a:ext cx="273050" cy="1206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0507751-AC86-4456-9F0E-9EB60D614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159499"/>
              <a:ext cx="711200" cy="26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4" y="7519988"/>
            <a:ext cx="2613331" cy="3124200"/>
            <a:chOff x="5009843" y="7545388"/>
            <a:chExt cx="2613331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449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2749" y="7956550"/>
              <a:ext cx="488950" cy="1778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3" y="8115300"/>
              <a:ext cx="482906" cy="19083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A50D87B-FCCE-425E-850E-466AB24A7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1349" y="8121650"/>
              <a:ext cx="247650" cy="1016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C2ECF8BB-3681-4C84-821F-7799E717A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399" y="8134350"/>
              <a:ext cx="241300" cy="8890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3820160" y="1737360"/>
            <a:ext cx="8535670" cy="7856222"/>
            <a:chOff x="3820160" y="1737360"/>
            <a:chExt cx="8535669" cy="7856222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9971092" y="650081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445749" y="7632700"/>
              <a:ext cx="958850" cy="368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8008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1999" y="6505575"/>
              <a:ext cx="460377" cy="244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5791200"/>
              <a:ext cx="0" cy="5476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9982199" y="6927850"/>
              <a:ext cx="482600" cy="165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B4E04244-6246-4308-A03D-54E53EE47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91899" y="879856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B10152C8-7DCA-4EE4-A70F-2F4479745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125" y="7747000"/>
              <a:ext cx="0" cy="10575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1F6CA9C0-EC6D-455A-B711-CCDDB0753DA0}"/>
                </a:ext>
              </a:extLst>
            </p:cNvPr>
            <p:cNvCxnSpPr>
              <a:cxnSpLocks/>
            </p:cNvCxnSpPr>
            <p:nvPr/>
          </p:nvCxnSpPr>
          <p:spPr>
            <a:xfrm>
              <a:off x="11607799" y="7706360"/>
              <a:ext cx="274320" cy="127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8D3080E2-A056-4926-B0A4-94BBE7D9090B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605" y="8883650"/>
              <a:ext cx="0" cy="3937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9D70330F-A648-4185-8099-35CAD79A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1175" y="9264650"/>
              <a:ext cx="733424" cy="3289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001E08D9-82DF-44F4-A4F7-DBC111FF8154}"/>
                </a:ext>
              </a:extLst>
            </p:cNvPr>
            <p:cNvCxnSpPr>
              <a:cxnSpLocks/>
            </p:cNvCxnSpPr>
            <p:nvPr/>
          </p:nvCxnSpPr>
          <p:spPr>
            <a:xfrm>
              <a:off x="9738359" y="9189720"/>
              <a:ext cx="97028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8C7F0281-9A6B-4AE2-B6D9-5EDBCF93253A}"/>
                </a:ext>
              </a:extLst>
            </p:cNvPr>
            <p:cNvCxnSpPr>
              <a:cxnSpLocks/>
            </p:cNvCxnSpPr>
            <p:nvPr/>
          </p:nvCxnSpPr>
          <p:spPr>
            <a:xfrm>
              <a:off x="9748525" y="865155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204C235C-9F67-4E9F-B567-0F86F440E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6615" y="8463280"/>
              <a:ext cx="464184" cy="20574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0CCE8F25-A633-4753-93B3-8DB7B4B70BB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5405" y="8509000"/>
              <a:ext cx="0" cy="450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5E297896-B1B9-42BE-907D-F6D5454EC86F}"/>
                </a:ext>
              </a:extLst>
            </p:cNvPr>
            <p:cNvCxnSpPr>
              <a:cxnSpLocks/>
            </p:cNvCxnSpPr>
            <p:nvPr/>
          </p:nvCxnSpPr>
          <p:spPr>
            <a:xfrm>
              <a:off x="10927079" y="5425440"/>
              <a:ext cx="927100" cy="3568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ACBF6D63-C2B6-4D90-8E6A-FF7016C943A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4541" y="4536440"/>
              <a:ext cx="0" cy="856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B9FCCA2-1FDB-4C87-B617-6006185714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9559" y="4530090"/>
              <a:ext cx="476250" cy="184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44E5B1A-4F10-44C6-B228-E2FA97DF91E8}"/>
                </a:ext>
              </a:extLst>
            </p:cNvPr>
            <p:cNvCxnSpPr>
              <a:cxnSpLocks/>
            </p:cNvCxnSpPr>
            <p:nvPr/>
          </p:nvCxnSpPr>
          <p:spPr>
            <a:xfrm>
              <a:off x="10452101" y="473456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AC36FAA7-1066-4F81-8269-1F4C5CAA3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719" y="47904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C380027A-881C-4191-8328-D512F4634D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41" y="4450080"/>
              <a:ext cx="0" cy="3482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00822AB9-6A6A-4523-AD14-0EED54D45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424" y="52360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CEB1AF3-2F54-4F3E-BFF5-75C1922EE5EE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83" y="5333429"/>
              <a:ext cx="0" cy="3663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452">
              <a:extLst>
                <a:ext uri="{FF2B5EF4-FFF2-40B4-BE49-F238E27FC236}">
                  <a16:creationId xmlns:a16="http://schemas.microsoft.com/office/drawing/2014/main" id="{B9BB5225-3738-4813-983E-23B8C7E3D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1872" y="5687187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E49EC386-614B-44E1-B2FA-BE8E63FBE7EB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78" y="580644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A57BF7FF-F8A8-4F2D-8499-84D0DD483C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7552" y="59797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452">
              <a:extLst>
                <a:ext uri="{FF2B5EF4-FFF2-40B4-BE49-F238E27FC236}">
                  <a16:creationId xmlns:a16="http://schemas.microsoft.com/office/drawing/2014/main" id="{ECD6310F-BB0D-479D-8F7A-FF394373ADB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126" y="5705856"/>
              <a:ext cx="0" cy="3594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640FC1CE-138E-4AE0-801B-0F43A5580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032" y="561403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3F3EFC2F-00DF-4883-B908-64BCD80B0707}"/>
                </a:ext>
              </a:extLst>
            </p:cNvPr>
            <p:cNvCxnSpPr>
              <a:cxnSpLocks/>
            </p:cNvCxnSpPr>
            <p:nvPr/>
          </p:nvCxnSpPr>
          <p:spPr>
            <a:xfrm>
              <a:off x="8093966" y="54162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2245411C-DC89-4B0A-9A94-C0D4CE28A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1648" y="5334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BE712DC3-C3A6-4335-AFFC-0993CFA887C6}"/>
                </a:ext>
              </a:extLst>
            </p:cNvPr>
            <p:cNvCxnSpPr>
              <a:cxnSpLocks/>
            </p:cNvCxnSpPr>
            <p:nvPr/>
          </p:nvCxnSpPr>
          <p:spPr>
            <a:xfrm>
              <a:off x="7856222" y="533704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452">
              <a:extLst>
                <a:ext uri="{FF2B5EF4-FFF2-40B4-BE49-F238E27FC236}">
                  <a16:creationId xmlns:a16="http://schemas.microsoft.com/office/drawing/2014/main" id="{C0FD3FB3-A6DB-4F78-9B20-1E5EC6CA32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7808" y="542544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08E30AD6-E4DF-4F32-939B-4A2ED5B5CCE1}"/>
                </a:ext>
              </a:extLst>
            </p:cNvPr>
            <p:cNvCxnSpPr>
              <a:cxnSpLocks/>
            </p:cNvCxnSpPr>
            <p:nvPr/>
          </p:nvCxnSpPr>
          <p:spPr>
            <a:xfrm>
              <a:off x="7624574" y="5410200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E6B96573-D8EC-4B6D-9CD3-6AD8E3746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0352" y="578472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2161771-24BF-411D-9B94-4B7EFD9124CB}"/>
                </a:ext>
              </a:extLst>
            </p:cNvPr>
            <p:cNvCxnSpPr>
              <a:cxnSpLocks/>
            </p:cNvCxnSpPr>
            <p:nvPr/>
          </p:nvCxnSpPr>
          <p:spPr>
            <a:xfrm>
              <a:off x="7386830" y="5550408"/>
              <a:ext cx="0" cy="350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225118C7-18FE-402D-A79A-68857B404A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2608" y="552259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452">
              <a:extLst>
                <a:ext uri="{FF2B5EF4-FFF2-40B4-BE49-F238E27FC236}">
                  <a16:creationId xmlns:a16="http://schemas.microsoft.com/office/drawing/2014/main" id="{DDDB2B3F-E917-443C-9203-34F24075706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596392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ABC1FFE5-1AEE-425B-BCD2-3237F7910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4480" y="6172200"/>
              <a:ext cx="771018" cy="2830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889B09F1-F3BA-4FE4-BC92-033F50578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4736" y="633336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452">
              <a:extLst>
                <a:ext uri="{FF2B5EF4-FFF2-40B4-BE49-F238E27FC236}">
                  <a16:creationId xmlns:a16="http://schemas.microsoft.com/office/drawing/2014/main" id="{454BC7F5-5E08-422F-88E0-8CFD93C08A4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510" y="6130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7986A33B-0D11-463A-9FE5-34FFFA7A7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4384" y="6163056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06B51DF2-C81D-4CCC-8F1A-A58C9BBE6C92}"/>
                </a:ext>
              </a:extLst>
            </p:cNvPr>
            <p:cNvCxnSpPr>
              <a:cxnSpLocks/>
            </p:cNvCxnSpPr>
            <p:nvPr/>
          </p:nvCxnSpPr>
          <p:spPr>
            <a:xfrm>
              <a:off x="7875018" y="6247892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452">
              <a:extLst>
                <a:ext uri="{FF2B5EF4-FFF2-40B4-BE49-F238E27FC236}">
                  <a16:creationId xmlns:a16="http://schemas.microsoft.com/office/drawing/2014/main" id="{98339A5D-765F-4BB0-B385-C22EB9D45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8888" y="6412103"/>
              <a:ext cx="523114" cy="2320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398608D2-DA21-48AB-BDA6-9A566AE65D4E}"/>
                </a:ext>
              </a:extLst>
            </p:cNvPr>
            <p:cNvCxnSpPr>
              <a:cxnSpLocks/>
            </p:cNvCxnSpPr>
            <p:nvPr/>
          </p:nvCxnSpPr>
          <p:spPr>
            <a:xfrm>
              <a:off x="7381750" y="6632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0258FCDD-74FD-41E7-9F7C-3D0993894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040" y="6788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452">
              <a:extLst>
                <a:ext uri="{FF2B5EF4-FFF2-40B4-BE49-F238E27FC236}">
                  <a16:creationId xmlns:a16="http://schemas.microsoft.com/office/drawing/2014/main" id="{441D9169-2AF1-4ECC-A147-015020B48A3B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70" y="6973316"/>
              <a:ext cx="0" cy="2199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F785DE99-D723-4384-9E9E-C193F0F1B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4960" y="7351903"/>
              <a:ext cx="256922" cy="1207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B6F3F199-9ADA-4C5D-AE60-1BC97B775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7600" y="7264400"/>
              <a:ext cx="487554" cy="1835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452">
              <a:extLst>
                <a:ext uri="{FF2B5EF4-FFF2-40B4-BE49-F238E27FC236}">
                  <a16:creationId xmlns:a16="http://schemas.microsoft.com/office/drawing/2014/main" id="{1B8AA577-F86A-486C-B49F-0CAC955D6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6016" y="7166483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452">
              <a:extLst>
                <a:ext uri="{FF2B5EF4-FFF2-40B4-BE49-F238E27FC236}">
                  <a16:creationId xmlns:a16="http://schemas.microsoft.com/office/drawing/2014/main" id="{32F3793B-A65B-4159-B584-9F632D694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416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FC255645-AFFE-4D41-9F42-47048DD2F11B}"/>
                </a:ext>
              </a:extLst>
            </p:cNvPr>
            <p:cNvCxnSpPr>
              <a:cxnSpLocks/>
            </p:cNvCxnSpPr>
            <p:nvPr/>
          </p:nvCxnSpPr>
          <p:spPr>
            <a:xfrm>
              <a:off x="6685790" y="69225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52">
              <a:extLst>
                <a:ext uri="{FF2B5EF4-FFF2-40B4-BE49-F238E27FC236}">
                  <a16:creationId xmlns:a16="http://schemas.microsoft.com/office/drawing/2014/main" id="{156CEBFF-3CF3-4B3E-86FA-B72FAD708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5280" y="67372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52">
              <a:extLst>
                <a:ext uri="{FF2B5EF4-FFF2-40B4-BE49-F238E27FC236}">
                  <a16:creationId xmlns:a16="http://schemas.microsoft.com/office/drawing/2014/main" id="{77690CA1-1C52-427E-832C-C1491B6E5E95}"/>
                </a:ext>
              </a:extLst>
            </p:cNvPr>
            <p:cNvCxnSpPr>
              <a:cxnSpLocks/>
            </p:cNvCxnSpPr>
            <p:nvPr/>
          </p:nvCxnSpPr>
          <p:spPr>
            <a:xfrm>
              <a:off x="7148070" y="65262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EDBDBEB7-58CE-41EA-9801-D87BD12F7B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5120" y="6534023"/>
              <a:ext cx="465202" cy="1969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452">
              <a:extLst>
                <a:ext uri="{FF2B5EF4-FFF2-40B4-BE49-F238E27FC236}">
                  <a16:creationId xmlns:a16="http://schemas.microsoft.com/office/drawing/2014/main" id="{F6FDC1B8-90A7-48CD-AC77-D8A92C5E072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0" y="654151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B049A743-E528-4E15-88A7-871A7F266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65441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057955FA-E482-4768-8654-9BCEFF614234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90" y="6622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B0E6C35-3A43-4DD0-AF67-38A8F0CC4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760" y="68083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58AC6E46-D3DE-41AB-AEF2-2577D832ADC6}"/>
                </a:ext>
              </a:extLst>
            </p:cNvPr>
            <p:cNvCxnSpPr>
              <a:cxnSpLocks/>
            </p:cNvCxnSpPr>
            <p:nvPr/>
          </p:nvCxnSpPr>
          <p:spPr>
            <a:xfrm>
              <a:off x="6213350" y="6724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0581AC80-3003-4F46-918F-D6140D7D25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3920" y="67321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452">
              <a:extLst>
                <a:ext uri="{FF2B5EF4-FFF2-40B4-BE49-F238E27FC236}">
                  <a16:creationId xmlns:a16="http://schemas.microsoft.com/office/drawing/2014/main" id="{B2737EDA-D2F3-4B9D-82A5-8E3A4A5D4224}"/>
                </a:ext>
              </a:extLst>
            </p:cNvPr>
            <p:cNvCxnSpPr>
              <a:cxnSpLocks/>
            </p:cNvCxnSpPr>
            <p:nvPr/>
          </p:nvCxnSpPr>
          <p:spPr>
            <a:xfrm>
              <a:off x="5979670" y="644144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C4B4A926-7B7B-430C-B597-856345131D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6354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E0F7DC66-C00B-42F5-9B18-D2FA60B0B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85" y="6355080"/>
              <a:ext cx="0" cy="3823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452">
              <a:extLst>
                <a:ext uri="{FF2B5EF4-FFF2-40B4-BE49-F238E27FC236}">
                  <a16:creationId xmlns:a16="http://schemas.microsoft.com/office/drawing/2014/main" id="{68ADDDB3-71A7-4A63-9239-B32348F919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2150" y="6421120"/>
              <a:ext cx="0" cy="205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3C0C0E71-2007-4505-B50A-F5F3A1C83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675" y="6701663"/>
              <a:ext cx="952247" cy="3944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2ED43859-DE9B-43BD-8484-219629D53AE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942" y="5987288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452">
              <a:extLst>
                <a:ext uri="{FF2B5EF4-FFF2-40B4-BE49-F238E27FC236}">
                  <a16:creationId xmlns:a16="http://schemas.microsoft.com/office/drawing/2014/main" id="{D116521A-29C6-4FD9-839A-35A640A952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7368" y="599440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A33257D2-0167-42CC-BC00-FAA8C53F04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7688" y="5806441"/>
              <a:ext cx="499872" cy="1727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452">
              <a:extLst>
                <a:ext uri="{FF2B5EF4-FFF2-40B4-BE49-F238E27FC236}">
                  <a16:creationId xmlns:a16="http://schemas.microsoft.com/office/drawing/2014/main" id="{E6F9511E-9A9F-4D26-927D-A4C44F041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2608" y="5532120"/>
              <a:ext cx="261112" cy="1066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452">
              <a:extLst>
                <a:ext uri="{FF2B5EF4-FFF2-40B4-BE49-F238E27FC236}">
                  <a16:creationId xmlns:a16="http://schemas.microsoft.com/office/drawing/2014/main" id="{D6B005CE-4F77-4E8A-85B9-2A687093DD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5470" y="56184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AD5B9DB5-9D7F-458D-9E6C-84731E9B50E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70" y="554228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452">
              <a:extLst>
                <a:ext uri="{FF2B5EF4-FFF2-40B4-BE49-F238E27FC236}">
                  <a16:creationId xmlns:a16="http://schemas.microsoft.com/office/drawing/2014/main" id="{9B0B4420-F9D6-4B56-A85E-AE99B2B21B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6768" y="5715000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154418FF-CA88-41A2-8723-8618DFD970F3}"/>
                </a:ext>
              </a:extLst>
            </p:cNvPr>
            <p:cNvCxnSpPr>
              <a:cxnSpLocks/>
            </p:cNvCxnSpPr>
            <p:nvPr/>
          </p:nvCxnSpPr>
          <p:spPr>
            <a:xfrm>
              <a:off x="7137910" y="5628640"/>
              <a:ext cx="0" cy="203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E0645806-979D-4457-BD2D-65EDD9A87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2880" y="6445250"/>
              <a:ext cx="23622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452">
              <a:extLst>
                <a:ext uri="{FF2B5EF4-FFF2-40B4-BE49-F238E27FC236}">
                  <a16:creationId xmlns:a16="http://schemas.microsoft.com/office/drawing/2014/main" id="{8CD307C6-0D93-47D7-9C14-36C73B25D524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63789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2C26BF3B-B8A3-4DB0-AAB2-CCFD85D3A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63613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452">
              <a:extLst>
                <a:ext uri="{FF2B5EF4-FFF2-40B4-BE49-F238E27FC236}">
                  <a16:creationId xmlns:a16="http://schemas.microsoft.com/office/drawing/2014/main" id="{9EA1A644-7849-4EB8-92F0-5D34BBAA4762}"/>
                </a:ext>
              </a:extLst>
            </p:cNvPr>
            <p:cNvCxnSpPr>
              <a:cxnSpLocks/>
            </p:cNvCxnSpPr>
            <p:nvPr/>
          </p:nvCxnSpPr>
          <p:spPr>
            <a:xfrm>
              <a:off x="5014470" y="62773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3B14DEA6-7CA6-4383-A003-ABF8D53440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7928" y="61711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1566695B-D90F-42E2-B4AB-B6B073BBEFC4}"/>
                </a:ext>
              </a:extLst>
            </p:cNvPr>
            <p:cNvCxnSpPr>
              <a:cxnSpLocks/>
            </p:cNvCxnSpPr>
            <p:nvPr/>
          </p:nvCxnSpPr>
          <p:spPr>
            <a:xfrm>
              <a:off x="4770630" y="59776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C4A8CA62-E992-409D-965C-433599665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92600" y="5801360"/>
              <a:ext cx="481458" cy="1764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452">
              <a:extLst>
                <a:ext uri="{FF2B5EF4-FFF2-40B4-BE49-F238E27FC236}">
                  <a16:creationId xmlns:a16="http://schemas.microsoft.com/office/drawing/2014/main" id="{1A293B11-D7DE-4536-9F50-8093639C05E0}"/>
                </a:ext>
              </a:extLst>
            </p:cNvPr>
            <p:cNvCxnSpPr>
              <a:cxnSpLocks/>
            </p:cNvCxnSpPr>
            <p:nvPr/>
          </p:nvCxnSpPr>
          <p:spPr>
            <a:xfrm>
              <a:off x="4313430" y="56118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FADD0AE6-0DFB-4181-9821-A843EDC9C3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2128" y="552094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8DD25532-B6FE-48DA-84B5-95CE70846F25}"/>
                </a:ext>
              </a:extLst>
            </p:cNvPr>
            <p:cNvCxnSpPr>
              <a:cxnSpLocks/>
            </p:cNvCxnSpPr>
            <p:nvPr/>
          </p:nvCxnSpPr>
          <p:spPr>
            <a:xfrm>
              <a:off x="4084830" y="53324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0C9D4DEC-2779-4020-969B-296134F99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9240" y="52335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452">
              <a:extLst>
                <a:ext uri="{FF2B5EF4-FFF2-40B4-BE49-F238E27FC236}">
                  <a16:creationId xmlns:a16="http://schemas.microsoft.com/office/drawing/2014/main" id="{BFD91851-1431-4AA5-B38D-CFA6C654CF99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10" y="52511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10CAA07-2542-4D8B-8165-34B838B97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35038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D1C651B-24EF-4251-8D8D-ECC84EC227A0}"/>
                </a:ext>
              </a:extLst>
            </p:cNvPr>
            <p:cNvCxnSpPr>
              <a:cxnSpLocks/>
            </p:cNvCxnSpPr>
            <p:nvPr/>
          </p:nvCxnSpPr>
          <p:spPr>
            <a:xfrm>
              <a:off x="4531870" y="5347716"/>
              <a:ext cx="0" cy="3672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A4017633-1C50-4372-894F-501BDA614E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1520" y="5699760"/>
              <a:ext cx="965200" cy="360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AA9BCFE0-F8F2-4482-8245-E5F1CAF2E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1640" y="5965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8F4DF9C4-09C5-4578-8452-0F7A54D1A6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2968" y="59679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452">
              <a:extLst>
                <a:ext uri="{FF2B5EF4-FFF2-40B4-BE49-F238E27FC236}">
                  <a16:creationId xmlns:a16="http://schemas.microsoft.com/office/drawing/2014/main" id="{06B7F53B-DBB7-4DD8-B865-E5A6128432C0}"/>
                </a:ext>
              </a:extLst>
            </p:cNvPr>
            <p:cNvCxnSpPr>
              <a:cxnSpLocks/>
            </p:cNvCxnSpPr>
            <p:nvPr/>
          </p:nvCxnSpPr>
          <p:spPr>
            <a:xfrm>
              <a:off x="6447030" y="607415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6547799C-0EF9-4B74-BDA2-941ADD6121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7728" y="579018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781257CA-A8A7-4854-A4E2-1F7894880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400" y="5817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452">
              <a:extLst>
                <a:ext uri="{FF2B5EF4-FFF2-40B4-BE49-F238E27FC236}">
                  <a16:creationId xmlns:a16="http://schemas.microsoft.com/office/drawing/2014/main" id="{2CEBD4B5-4562-432D-98C5-FE2F2AF6D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2848" y="5602225"/>
              <a:ext cx="743712" cy="2905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98CBE3DC-1482-4994-98D7-542486AC99C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71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219233F1-EBB3-4521-BF6A-F10321D4D4E9}"/>
                </a:ext>
              </a:extLst>
            </p:cNvPr>
            <p:cNvCxnSpPr>
              <a:cxnSpLocks/>
            </p:cNvCxnSpPr>
            <p:nvPr/>
          </p:nvCxnSpPr>
          <p:spPr>
            <a:xfrm>
              <a:off x="6436870" y="5171440"/>
              <a:ext cx="0" cy="53981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452">
              <a:extLst>
                <a:ext uri="{FF2B5EF4-FFF2-40B4-BE49-F238E27FC236}">
                  <a16:creationId xmlns:a16="http://schemas.microsoft.com/office/drawing/2014/main" id="{CE0984E5-D929-48E7-A0A4-308E9CBEC3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7440" y="57110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49ED7A61-FDE0-4841-B447-84C893D95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90" y="562203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3EF978EA-EA0C-4C45-8996-E94CF999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488" y="551078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452">
              <a:extLst>
                <a:ext uri="{FF2B5EF4-FFF2-40B4-BE49-F238E27FC236}">
                  <a16:creationId xmlns:a16="http://schemas.microsoft.com/office/drawing/2014/main" id="{5C4C2172-E636-40A3-B56D-A831445A9F54}"/>
                </a:ext>
              </a:extLst>
            </p:cNvPr>
            <p:cNvCxnSpPr>
              <a:cxnSpLocks/>
            </p:cNvCxnSpPr>
            <p:nvPr/>
          </p:nvCxnSpPr>
          <p:spPr>
            <a:xfrm>
              <a:off x="5959350" y="55356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169727DB-6697-4C95-93A1-DFBFFA591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3128" y="560730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31E1F44E-4466-4417-95EA-77E65C7890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240" y="562470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452">
              <a:extLst>
                <a:ext uri="{FF2B5EF4-FFF2-40B4-BE49-F238E27FC236}">
                  <a16:creationId xmlns:a16="http://schemas.microsoft.com/office/drawing/2014/main" id="{50B801B9-5427-4895-A30B-DD875382031C}"/>
                </a:ext>
              </a:extLst>
            </p:cNvPr>
            <p:cNvCxnSpPr>
              <a:cxnSpLocks/>
            </p:cNvCxnSpPr>
            <p:nvPr/>
          </p:nvCxnSpPr>
          <p:spPr>
            <a:xfrm>
              <a:off x="5491990" y="55305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0167584B-786D-4474-89FB-DA798E906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720" y="553326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CABD0ECC-CF29-4FDD-B162-086AB6F58072}"/>
                </a:ext>
              </a:extLst>
            </p:cNvPr>
            <p:cNvCxnSpPr>
              <a:cxnSpLocks/>
            </p:cNvCxnSpPr>
            <p:nvPr/>
          </p:nvCxnSpPr>
          <p:spPr>
            <a:xfrm>
              <a:off x="5263390" y="543407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452">
              <a:extLst>
                <a:ext uri="{FF2B5EF4-FFF2-40B4-BE49-F238E27FC236}">
                  <a16:creationId xmlns:a16="http://schemas.microsoft.com/office/drawing/2014/main" id="{BC9AB6EC-D2A0-4CF6-8037-5F3490E5F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9200" y="543674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E5D75ED-AE64-4BED-B064-8D5E59908F4B}"/>
                </a:ext>
              </a:extLst>
            </p:cNvPr>
            <p:cNvCxnSpPr>
              <a:cxnSpLocks/>
            </p:cNvCxnSpPr>
            <p:nvPr/>
          </p:nvCxnSpPr>
          <p:spPr>
            <a:xfrm>
              <a:off x="5039870" y="53273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CDF9E89E-DC56-46B0-AFF7-C7D0A160F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0760" y="5340223"/>
              <a:ext cx="221362" cy="9029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452">
              <a:extLst>
                <a:ext uri="{FF2B5EF4-FFF2-40B4-BE49-F238E27FC236}">
                  <a16:creationId xmlns:a16="http://schemas.microsoft.com/office/drawing/2014/main" id="{6E802870-D102-40E2-B0BB-D0F991BCEC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17149" y="44361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452">
              <a:extLst>
                <a:ext uri="{FF2B5EF4-FFF2-40B4-BE49-F238E27FC236}">
                  <a16:creationId xmlns:a16="http://schemas.microsoft.com/office/drawing/2014/main" id="{D45652B3-2462-43FD-A65B-9E75760AD498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3425190"/>
              <a:ext cx="0" cy="11407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452">
              <a:extLst>
                <a:ext uri="{FF2B5EF4-FFF2-40B4-BE49-F238E27FC236}">
                  <a16:creationId xmlns:a16="http://schemas.microsoft.com/office/drawing/2014/main" id="{67D8E856-B770-4D77-9B05-BC4DEFD29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41939" y="331851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8748AC67-AFFF-4F93-B238-CE62F01CF50B}"/>
                </a:ext>
              </a:extLst>
            </p:cNvPr>
            <p:cNvCxnSpPr>
              <a:cxnSpLocks/>
            </p:cNvCxnSpPr>
            <p:nvPr/>
          </p:nvCxnSpPr>
          <p:spPr>
            <a:xfrm>
              <a:off x="10681971" y="332232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452">
              <a:extLst>
                <a:ext uri="{FF2B5EF4-FFF2-40B4-BE49-F238E27FC236}">
                  <a16:creationId xmlns:a16="http://schemas.microsoft.com/office/drawing/2014/main" id="{53FF35F2-A3A0-42B0-ABB6-115309CF47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589" y="34988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ABB93955-3F6A-42A8-8CD5-9ADFA828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1489" y="35814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BFC1FA94-0EC5-4223-A6B3-B90AF46F8834}"/>
                </a:ext>
              </a:extLst>
            </p:cNvPr>
            <p:cNvCxnSpPr>
              <a:cxnSpLocks/>
            </p:cNvCxnSpPr>
            <p:nvPr/>
          </p:nvCxnSpPr>
          <p:spPr>
            <a:xfrm>
              <a:off x="10666731" y="369570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52">
              <a:extLst>
                <a:ext uri="{FF2B5EF4-FFF2-40B4-BE49-F238E27FC236}">
                  <a16:creationId xmlns:a16="http://schemas.microsoft.com/office/drawing/2014/main" id="{FBAAC2BB-58B7-4093-AE56-FC0581CF4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779" y="413766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C9B6A5C6-4E21-461B-8869-A8D12AC707AE}"/>
                </a:ext>
              </a:extLst>
            </p:cNvPr>
            <p:cNvCxnSpPr>
              <a:cxnSpLocks/>
            </p:cNvCxnSpPr>
            <p:nvPr/>
          </p:nvCxnSpPr>
          <p:spPr>
            <a:xfrm>
              <a:off x="10925811" y="41567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ACFC3A02-FA01-4ADB-9EE3-C6840F03E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99139" y="4325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0241CBA3-2CF7-45CC-855E-482D733B9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0599" y="433197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40A32D96-9983-4CC2-9E4F-268B770242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3586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1BE5AED5-8FF3-4E9C-B197-C15FFA4DA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2979" y="4495800"/>
              <a:ext cx="24892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52">
              <a:extLst>
                <a:ext uri="{FF2B5EF4-FFF2-40B4-BE49-F238E27FC236}">
                  <a16:creationId xmlns:a16="http://schemas.microsoft.com/office/drawing/2014/main" id="{F6400075-E424-47E0-8C6E-67F1683999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50599" y="459613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33D33F9E-4778-4106-937F-5E0D955F0E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011" y="470154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C3BDEC86-9A0E-40E1-BFC7-F932686BC2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79199" y="4874260"/>
              <a:ext cx="717550" cy="2959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7C9CD093-D2E3-45BF-A7B6-3749AA4547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1671" y="50215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52">
              <a:extLst>
                <a:ext uri="{FF2B5EF4-FFF2-40B4-BE49-F238E27FC236}">
                  <a16:creationId xmlns:a16="http://schemas.microsoft.com/office/drawing/2014/main" id="{47DCC6DA-332A-4E9B-BAB0-7535A184D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5259" y="478536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8A18D440-A06A-43DE-B53F-A5A434449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469011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4039941B-E693-487E-B617-682AB1A05A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9099" y="467487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8B3AB111-1B6F-4673-B858-337CDB80E2F1}"/>
                </a:ext>
              </a:extLst>
            </p:cNvPr>
            <p:cNvCxnSpPr>
              <a:cxnSpLocks/>
            </p:cNvCxnSpPr>
            <p:nvPr/>
          </p:nvCxnSpPr>
          <p:spPr>
            <a:xfrm>
              <a:off x="12327891" y="47205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54D0CBE5-EFFF-429C-B3CD-523AEECC0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59" y="4499610"/>
              <a:ext cx="50673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6889CB98-7C83-448E-8E20-C44A0084E1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6399" y="44310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184B7377-0B66-405C-A982-D6197AE23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76429" y="44208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BD1BB606-3E2B-42C0-8430-2B6EE27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12320271" y="437388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8A4D1B76-DCD4-47C2-88DC-62CFE8C24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84049" y="4241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52">
              <a:extLst>
                <a:ext uri="{FF2B5EF4-FFF2-40B4-BE49-F238E27FC236}">
                  <a16:creationId xmlns:a16="http://schemas.microsoft.com/office/drawing/2014/main" id="{804EBB36-7CDD-4A5A-96E5-92B2FE11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7861" y="407289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52">
              <a:extLst>
                <a:ext uri="{FF2B5EF4-FFF2-40B4-BE49-F238E27FC236}">
                  <a16:creationId xmlns:a16="http://schemas.microsoft.com/office/drawing/2014/main" id="{59FCA6AE-FAD9-4EBC-9FF4-390F9CAFE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9259" y="40767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52">
              <a:extLst>
                <a:ext uri="{FF2B5EF4-FFF2-40B4-BE49-F238E27FC236}">
                  <a16:creationId xmlns:a16="http://schemas.microsoft.com/office/drawing/2014/main" id="{7A45175C-171C-4500-8753-A3DBA2890B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0179" y="40474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748AA10-A0BC-4967-A7C4-FF093FBA4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1609" y="396240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52">
              <a:extLst>
                <a:ext uri="{FF2B5EF4-FFF2-40B4-BE49-F238E27FC236}">
                  <a16:creationId xmlns:a16="http://schemas.microsoft.com/office/drawing/2014/main" id="{9002A2FE-EB4D-4A50-86D4-8934DF9E9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071" y="38100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1DB45F15-C490-426A-965B-B6A4AD0F1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6849" y="37947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1B41CE48-E4A0-4A03-9B89-AC0E5C84C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67769" y="37769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1D47D586-A432-4D13-9F3A-F1D30A66B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8249" y="368046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C5A9F18F-E747-4E60-BA02-F03E246F695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35166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420B7817-1362-4BAB-AA9E-11F57E1B3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71579" y="3516630"/>
              <a:ext cx="241300" cy="889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A996D72C-09C2-4C80-94A9-A32C0306B6AB}"/>
                </a:ext>
              </a:extLst>
            </p:cNvPr>
            <p:cNvCxnSpPr>
              <a:cxnSpLocks/>
            </p:cNvCxnSpPr>
            <p:nvPr/>
          </p:nvCxnSpPr>
          <p:spPr>
            <a:xfrm>
              <a:off x="11390631" y="34404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52">
              <a:extLst>
                <a:ext uri="{FF2B5EF4-FFF2-40B4-BE49-F238E27FC236}">
                  <a16:creationId xmlns:a16="http://schemas.microsoft.com/office/drawing/2014/main" id="{1A64064C-2045-49B8-9AC7-AA98FF278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1549" y="33274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2241486F-3052-485A-B69C-91DFB1207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316611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52">
              <a:extLst>
                <a:ext uri="{FF2B5EF4-FFF2-40B4-BE49-F238E27FC236}">
                  <a16:creationId xmlns:a16="http://schemas.microsoft.com/office/drawing/2014/main" id="{B0116E45-4911-4340-A051-66C0061BE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2979" y="31597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9A3D105F-AB6A-492D-99D0-B82B982DF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2061" y="28727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4386A962-66D4-4379-BAF7-E4A0B0CDF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0629" y="276606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A53FEBA5-1716-4AA0-B3F7-5AFF35464675}"/>
                </a:ext>
              </a:extLst>
            </p:cNvPr>
            <p:cNvCxnSpPr>
              <a:cxnSpLocks/>
            </p:cNvCxnSpPr>
            <p:nvPr/>
          </p:nvCxnSpPr>
          <p:spPr>
            <a:xfrm>
              <a:off x="11626851" y="2415540"/>
              <a:ext cx="0" cy="3848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F8794A76-B965-41C5-8871-A9A8F7171D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9229" y="231648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8DD4B2CF-FDB6-4D68-A501-6C1E6A8E6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51" y="214503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52">
              <a:extLst>
                <a:ext uri="{FF2B5EF4-FFF2-40B4-BE49-F238E27FC236}">
                  <a16:creationId xmlns:a16="http://schemas.microsoft.com/office/drawing/2014/main" id="{4FB2C652-E8D5-45AE-B70D-99976C81F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779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2EBF3F02-458E-4385-BF75-E2F9BE0A4063}"/>
                </a:ext>
              </a:extLst>
            </p:cNvPr>
            <p:cNvCxnSpPr>
              <a:cxnSpLocks/>
            </p:cNvCxnSpPr>
            <p:nvPr/>
          </p:nvCxnSpPr>
          <p:spPr>
            <a:xfrm>
              <a:off x="11634471" y="204216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52">
              <a:extLst>
                <a:ext uri="{FF2B5EF4-FFF2-40B4-BE49-F238E27FC236}">
                  <a16:creationId xmlns:a16="http://schemas.microsoft.com/office/drawing/2014/main" id="{219F7F60-2832-4C83-9489-E166C8E5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94439" y="220599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079037C9-6C27-4B41-9F49-13012658084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5871" y="229362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644A8837-215D-45ED-90E8-BB00E4406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69" y="26708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92B7BAB7-F12C-49AE-B291-861EC4AC3F8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221" y="2232660"/>
              <a:ext cx="0" cy="556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6EB75873-DE13-4361-9948-D9FF05B51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46789" y="214503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2">
              <a:extLst>
                <a:ext uri="{FF2B5EF4-FFF2-40B4-BE49-F238E27FC236}">
                  <a16:creationId xmlns:a16="http://schemas.microsoft.com/office/drawing/2014/main" id="{6E662ED5-1411-4540-925F-083A959B21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35359" y="203581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2">
              <a:extLst>
                <a:ext uri="{FF2B5EF4-FFF2-40B4-BE49-F238E27FC236}">
                  <a16:creationId xmlns:a16="http://schemas.microsoft.com/office/drawing/2014/main" id="{91FE2918-E4AF-4F7B-B46C-CF88012EB61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791" y="1866900"/>
              <a:ext cx="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2">
              <a:extLst>
                <a:ext uri="{FF2B5EF4-FFF2-40B4-BE49-F238E27FC236}">
                  <a16:creationId xmlns:a16="http://schemas.microsoft.com/office/drawing/2014/main" id="{86FAFE9E-79C1-4E9F-AA22-7ACE85B95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06759" y="175006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DDAF5326-F41C-4C94-BC86-CB69210EAA1C}"/>
                </a:ext>
              </a:extLst>
            </p:cNvPr>
            <p:cNvCxnSpPr>
              <a:cxnSpLocks/>
            </p:cNvCxnSpPr>
            <p:nvPr/>
          </p:nvCxnSpPr>
          <p:spPr>
            <a:xfrm>
              <a:off x="10922001" y="1737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FB36BF59-7645-439A-AFD7-664DE8834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2919" y="1946910"/>
              <a:ext cx="233680" cy="107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52">
              <a:extLst>
                <a:ext uri="{FF2B5EF4-FFF2-40B4-BE49-F238E27FC236}">
                  <a16:creationId xmlns:a16="http://schemas.microsoft.com/office/drawing/2014/main" id="{7056EE03-F48F-4E9E-8056-81246C87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6729" y="2106930"/>
              <a:ext cx="248920" cy="134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52">
              <a:extLst>
                <a:ext uri="{FF2B5EF4-FFF2-40B4-BE49-F238E27FC236}">
                  <a16:creationId xmlns:a16="http://schemas.microsoft.com/office/drawing/2014/main" id="{4CA66770-B824-489B-9A0C-55BBBD64125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541" y="203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BE2C2388-91CD-4C97-A686-DD3D34B653D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4381" y="2099310"/>
              <a:ext cx="0" cy="5753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52">
              <a:extLst>
                <a:ext uri="{FF2B5EF4-FFF2-40B4-BE49-F238E27FC236}">
                  <a16:creationId xmlns:a16="http://schemas.microsoft.com/office/drawing/2014/main" id="{6ECE7E43-0E9E-4F2C-AC25-B8C539BAB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109" y="2682240"/>
              <a:ext cx="26416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EAAFD435-AB1B-4EF3-9DCB-7F9E40E6E7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8161" y="2392680"/>
              <a:ext cx="0" cy="3924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52">
              <a:extLst>
                <a:ext uri="{FF2B5EF4-FFF2-40B4-BE49-F238E27FC236}">
                  <a16:creationId xmlns:a16="http://schemas.microsoft.com/office/drawing/2014/main" id="{637A930B-2C01-4888-828E-1D55B270C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969" y="237744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504DAE8D-D4CE-437C-A5A6-C26E4E830121}"/>
                </a:ext>
              </a:extLst>
            </p:cNvPr>
            <p:cNvCxnSpPr>
              <a:cxnSpLocks/>
            </p:cNvCxnSpPr>
            <p:nvPr/>
          </p:nvCxnSpPr>
          <p:spPr>
            <a:xfrm>
              <a:off x="10441941" y="2495550"/>
              <a:ext cx="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9EA962CE-FA3D-4D02-AA78-495CA0B62B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6517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52">
              <a:extLst>
                <a:ext uri="{FF2B5EF4-FFF2-40B4-BE49-F238E27FC236}">
                  <a16:creationId xmlns:a16="http://schemas.microsoft.com/office/drawing/2014/main" id="{4CB15ED5-2B04-4362-9DB4-320D97D1382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0481" y="2766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D9E7CF03-4004-4470-9004-6AC60B713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7939" y="285369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52">
              <a:extLst>
                <a:ext uri="{FF2B5EF4-FFF2-40B4-BE49-F238E27FC236}">
                  <a16:creationId xmlns:a16="http://schemas.microsoft.com/office/drawing/2014/main" id="{26FB0CE0-3086-4960-ABFE-4C49CAE7F94D}"/>
                </a:ext>
              </a:extLst>
            </p:cNvPr>
            <p:cNvCxnSpPr>
              <a:cxnSpLocks/>
            </p:cNvCxnSpPr>
            <p:nvPr/>
          </p:nvCxnSpPr>
          <p:spPr>
            <a:xfrm>
              <a:off x="10430511" y="2830830"/>
              <a:ext cx="0" cy="4038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15FDAA41-7466-44A0-8E19-2D03FA260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80319" y="3223260"/>
              <a:ext cx="240030" cy="1295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4FB9E8FB-AB4C-4855-8548-7856675496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2861" y="31470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E84BA5FF-4273-45C9-8988-C0A619E11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520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52">
              <a:extLst>
                <a:ext uri="{FF2B5EF4-FFF2-40B4-BE49-F238E27FC236}">
                  <a16:creationId xmlns:a16="http://schemas.microsoft.com/office/drawing/2014/main" id="{917EFC31-AD91-49EB-BD4A-135BDE68A491}"/>
                </a:ext>
              </a:extLst>
            </p:cNvPr>
            <p:cNvCxnSpPr>
              <a:cxnSpLocks/>
            </p:cNvCxnSpPr>
            <p:nvPr/>
          </p:nvCxnSpPr>
          <p:spPr>
            <a:xfrm>
              <a:off x="9965691" y="30403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1A18E0EA-B4D8-473E-A048-15C42F95B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549" y="3223260"/>
              <a:ext cx="224790" cy="990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52">
              <a:extLst>
                <a:ext uri="{FF2B5EF4-FFF2-40B4-BE49-F238E27FC236}">
                  <a16:creationId xmlns:a16="http://schemas.microsoft.com/office/drawing/2014/main" id="{AED2C28F-8242-4E2A-90D9-90F260BEF849}"/>
                </a:ext>
              </a:extLst>
            </p:cNvPr>
            <p:cNvCxnSpPr>
              <a:cxnSpLocks/>
            </p:cNvCxnSpPr>
            <p:nvPr/>
          </p:nvCxnSpPr>
          <p:spPr>
            <a:xfrm>
              <a:off x="9744711" y="312039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FC768AF5-D3B5-4118-A5B6-1A6E40095F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00869" y="3030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52">
              <a:extLst>
                <a:ext uri="{FF2B5EF4-FFF2-40B4-BE49-F238E27FC236}">
                  <a16:creationId xmlns:a16="http://schemas.microsoft.com/office/drawing/2014/main" id="{D5EA9B71-70E7-4050-A125-542AA2BBE73C}"/>
                </a:ext>
              </a:extLst>
            </p:cNvPr>
            <p:cNvCxnSpPr>
              <a:cxnSpLocks/>
            </p:cNvCxnSpPr>
            <p:nvPr/>
          </p:nvCxnSpPr>
          <p:spPr>
            <a:xfrm>
              <a:off x="9508491" y="3017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1AA125BC-F4DE-491C-B62E-4CCA4F0721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1129" y="3070860"/>
              <a:ext cx="453390" cy="1600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5FAF6468-430C-4575-B433-F773CF9868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8431" y="3059430"/>
              <a:ext cx="0" cy="354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62E64307-8551-4C9E-8794-F458B6F53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6190" y="2849880"/>
              <a:ext cx="1412240" cy="565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52">
              <a:extLst>
                <a:ext uri="{FF2B5EF4-FFF2-40B4-BE49-F238E27FC236}">
                  <a16:creationId xmlns:a16="http://schemas.microsoft.com/office/drawing/2014/main" id="{CF59A493-EFCF-4B4F-80C7-BE8F9076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429000"/>
              <a:ext cx="684530" cy="2514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CAA0632A-3B20-4427-AF29-2C92080D13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55989" y="34112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52">
              <a:extLst>
                <a:ext uri="{FF2B5EF4-FFF2-40B4-BE49-F238E27FC236}">
                  <a16:creationId xmlns:a16="http://schemas.microsoft.com/office/drawing/2014/main" id="{E96C153A-1F71-41D8-8B88-38EE25AEBF2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891" y="351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52">
              <a:extLst>
                <a:ext uri="{FF2B5EF4-FFF2-40B4-BE49-F238E27FC236}">
                  <a16:creationId xmlns:a16="http://schemas.microsoft.com/office/drawing/2014/main" id="{9FB3D118-0E82-4DEC-9900-BB00D8217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25509" y="35890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52">
              <a:extLst>
                <a:ext uri="{FF2B5EF4-FFF2-40B4-BE49-F238E27FC236}">
                  <a16:creationId xmlns:a16="http://schemas.microsoft.com/office/drawing/2014/main" id="{FE5A192F-5C88-49B5-8F44-0EE52D19A9C4}"/>
                </a:ext>
              </a:extLst>
            </p:cNvPr>
            <p:cNvCxnSpPr>
              <a:cxnSpLocks/>
            </p:cNvCxnSpPr>
            <p:nvPr/>
          </p:nvCxnSpPr>
          <p:spPr>
            <a:xfrm>
              <a:off x="8558531" y="35814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52">
              <a:extLst>
                <a:ext uri="{FF2B5EF4-FFF2-40B4-BE49-F238E27FC236}">
                  <a16:creationId xmlns:a16="http://schemas.microsoft.com/office/drawing/2014/main" id="{8D487808-F975-4FC8-A1A2-7C3EE5FBC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2149" y="367538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917F6764-312F-46D5-8ED8-9DB067227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3670300"/>
              <a:ext cx="483870" cy="210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452">
              <a:extLst>
                <a:ext uri="{FF2B5EF4-FFF2-40B4-BE49-F238E27FC236}">
                  <a16:creationId xmlns:a16="http://schemas.microsoft.com/office/drawing/2014/main" id="{8EAFE087-980E-4E57-AC5D-92E32C1FE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510" y="37719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D06DCE52-516B-4B13-AB05-092ECBBB5316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3764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8693EB37-ABA3-41F2-9AD6-5FF636DDF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395986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EB9B8FFE-77F0-4564-8114-210B981640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8670" y="394462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452">
              <a:extLst>
                <a:ext uri="{FF2B5EF4-FFF2-40B4-BE49-F238E27FC236}">
                  <a16:creationId xmlns:a16="http://schemas.microsoft.com/office/drawing/2014/main" id="{FE7944B6-32F6-447F-ADD8-954BC6FF7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39446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2D68F8F3-B6F7-4215-BCD5-79117CAEAF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6360" y="3876040"/>
              <a:ext cx="49403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452">
              <a:extLst>
                <a:ext uri="{FF2B5EF4-FFF2-40B4-BE49-F238E27FC236}">
                  <a16:creationId xmlns:a16="http://schemas.microsoft.com/office/drawing/2014/main" id="{ECD43CB7-8EFF-4E62-8C87-FF3DD813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38684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452">
              <a:extLst>
                <a:ext uri="{FF2B5EF4-FFF2-40B4-BE49-F238E27FC236}">
                  <a16:creationId xmlns:a16="http://schemas.microsoft.com/office/drawing/2014/main" id="{17F0ED19-A63B-45F0-A7C2-4491316BC8BC}"/>
                </a:ext>
              </a:extLst>
            </p:cNvPr>
            <p:cNvCxnSpPr>
              <a:cxnSpLocks/>
            </p:cNvCxnSpPr>
            <p:nvPr/>
          </p:nvCxnSpPr>
          <p:spPr>
            <a:xfrm>
              <a:off x="6186172" y="3972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452">
              <a:extLst>
                <a:ext uri="{FF2B5EF4-FFF2-40B4-BE49-F238E27FC236}">
                  <a16:creationId xmlns:a16="http://schemas.microsoft.com/office/drawing/2014/main" id="{01AF5A15-09E2-4B09-B263-A3F5A44E1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2680" y="405638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6A84B8D4-3D95-4B99-8CC6-7F3CB6809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7790" y="406654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56069156-5784-4ADE-BDCF-6FAC4F3E92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1280" y="4147820"/>
              <a:ext cx="245110" cy="1041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452">
              <a:extLst>
                <a:ext uri="{FF2B5EF4-FFF2-40B4-BE49-F238E27FC236}">
                  <a16:creationId xmlns:a16="http://schemas.microsoft.com/office/drawing/2014/main" id="{4FFF01FD-4E9A-4150-BE28-70074773B0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172" y="4251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52656E40-2EFE-4EAB-BFE0-1359212510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1120" y="4434840"/>
              <a:ext cx="243840" cy="660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5B681659-FFF7-4D1E-B199-966A9F4E80F5}"/>
                </a:ext>
              </a:extLst>
            </p:cNvPr>
            <p:cNvCxnSpPr>
              <a:cxnSpLocks/>
            </p:cNvCxnSpPr>
            <p:nvPr/>
          </p:nvCxnSpPr>
          <p:spPr>
            <a:xfrm>
              <a:off x="6653532" y="44856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452">
              <a:extLst>
                <a:ext uri="{FF2B5EF4-FFF2-40B4-BE49-F238E27FC236}">
                  <a16:creationId xmlns:a16="http://schemas.microsoft.com/office/drawing/2014/main" id="{7854E713-67C6-40BD-8156-9407B6E4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459232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452">
              <a:extLst>
                <a:ext uri="{FF2B5EF4-FFF2-40B4-BE49-F238E27FC236}">
                  <a16:creationId xmlns:a16="http://schemas.microsoft.com/office/drawing/2014/main" id="{DEF18DC8-F018-4A5A-B92A-3EE789A12764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72" y="4389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452">
              <a:extLst>
                <a:ext uri="{FF2B5EF4-FFF2-40B4-BE49-F238E27FC236}">
                  <a16:creationId xmlns:a16="http://schemas.microsoft.com/office/drawing/2014/main" id="{7B8E1349-8398-4E03-9D53-46B9868B5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8640" y="441452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452">
              <a:extLst>
                <a:ext uri="{FF2B5EF4-FFF2-40B4-BE49-F238E27FC236}">
                  <a16:creationId xmlns:a16="http://schemas.microsoft.com/office/drawing/2014/main" id="{3B624F6B-619A-4B8D-801C-2CC46636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400" y="448564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452">
              <a:extLst>
                <a:ext uri="{FF2B5EF4-FFF2-40B4-BE49-F238E27FC236}">
                  <a16:creationId xmlns:a16="http://schemas.microsoft.com/office/drawing/2014/main" id="{F8F8E418-6629-4CE0-8C47-EA76FE759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32320" y="431800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077CFE07-402A-439D-A7CD-27C89D5D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161532" y="41249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452">
              <a:extLst>
                <a:ext uri="{FF2B5EF4-FFF2-40B4-BE49-F238E27FC236}">
                  <a16:creationId xmlns:a16="http://schemas.microsoft.com/office/drawing/2014/main" id="{1841F515-1FFF-4EEF-8AF5-7BDBD54F8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7560" y="4150360"/>
              <a:ext cx="48768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452">
              <a:extLst>
                <a:ext uri="{FF2B5EF4-FFF2-40B4-BE49-F238E27FC236}">
                  <a16:creationId xmlns:a16="http://schemas.microsoft.com/office/drawing/2014/main" id="{59C7BF11-503D-490C-A8B5-845E5D738D04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1198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452">
              <a:extLst>
                <a:ext uri="{FF2B5EF4-FFF2-40B4-BE49-F238E27FC236}">
                  <a16:creationId xmlns:a16="http://schemas.microsoft.com/office/drawing/2014/main" id="{21CEE525-64BB-426B-886D-A4F8EB9978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3865880"/>
              <a:ext cx="731520" cy="2794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452">
              <a:extLst>
                <a:ext uri="{FF2B5EF4-FFF2-40B4-BE49-F238E27FC236}">
                  <a16:creationId xmlns:a16="http://schemas.microsoft.com/office/drawing/2014/main" id="{D129ED92-607A-4F5F-B3C7-5EFD319DAF12}"/>
                </a:ext>
              </a:extLst>
            </p:cNvPr>
            <p:cNvCxnSpPr>
              <a:cxnSpLocks/>
            </p:cNvCxnSpPr>
            <p:nvPr/>
          </p:nvCxnSpPr>
          <p:spPr>
            <a:xfrm>
              <a:off x="8329931" y="3860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452">
              <a:extLst>
                <a:ext uri="{FF2B5EF4-FFF2-40B4-BE49-F238E27FC236}">
                  <a16:creationId xmlns:a16="http://schemas.microsoft.com/office/drawing/2014/main" id="{2BADC489-0FE9-4DF0-8C38-9B8C967A28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29" y="406146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B1E749A6-B90C-4FFA-A2C1-AA0F69FD8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559" y="404876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C7956C03-A3D0-4C5B-8115-DB0A83B6B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9989" y="404622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102CED34-B64E-4A0C-9A59-D0C84BCF8D3E}"/>
                </a:ext>
              </a:extLst>
            </p:cNvPr>
            <p:cNvCxnSpPr>
              <a:cxnSpLocks/>
            </p:cNvCxnSpPr>
            <p:nvPr/>
          </p:nvCxnSpPr>
          <p:spPr>
            <a:xfrm>
              <a:off x="9036051" y="41148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452">
              <a:extLst>
                <a:ext uri="{FF2B5EF4-FFF2-40B4-BE49-F238E27FC236}">
                  <a16:creationId xmlns:a16="http://schemas.microsoft.com/office/drawing/2014/main" id="{01E9BAFC-8F3F-4C67-B55D-A1F71FE20B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9829" y="42291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452">
              <a:extLst>
                <a:ext uri="{FF2B5EF4-FFF2-40B4-BE49-F238E27FC236}">
                  <a16:creationId xmlns:a16="http://schemas.microsoft.com/office/drawing/2014/main" id="{5C8B2BFB-65CB-4552-9BF5-6C014A39C502}"/>
                </a:ext>
              </a:extLst>
            </p:cNvPr>
            <p:cNvCxnSpPr>
              <a:cxnSpLocks/>
            </p:cNvCxnSpPr>
            <p:nvPr/>
          </p:nvCxnSpPr>
          <p:spPr>
            <a:xfrm>
              <a:off x="8797291" y="42113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B73ACE05-B78B-448D-810C-43363428B3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879" y="4241800"/>
              <a:ext cx="492760" cy="1879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452">
              <a:extLst>
                <a:ext uri="{FF2B5EF4-FFF2-40B4-BE49-F238E27FC236}">
                  <a16:creationId xmlns:a16="http://schemas.microsoft.com/office/drawing/2014/main" id="{07D5AF1C-9A4C-4F66-A2EE-226A02E885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7040" y="42418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37E53A1B-B183-4E26-B069-577BB63D4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8630" y="4335780"/>
              <a:ext cx="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452">
              <a:extLst>
                <a:ext uri="{FF2B5EF4-FFF2-40B4-BE49-F238E27FC236}">
                  <a16:creationId xmlns:a16="http://schemas.microsoft.com/office/drawing/2014/main" id="{C8379F1C-9C02-4DF3-A873-1FB44B2AA2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71" y="4399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9B19DA93-C2B4-4C2F-838F-40105114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7549" y="4594860"/>
              <a:ext cx="49657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452">
              <a:extLst>
                <a:ext uri="{FF2B5EF4-FFF2-40B4-BE49-F238E27FC236}">
                  <a16:creationId xmlns:a16="http://schemas.microsoft.com/office/drawing/2014/main" id="{BE79543F-6B56-410A-AC52-15BC7A977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2600" y="4795520"/>
              <a:ext cx="71120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2FEC338B-BDAA-428D-BA10-DCBD7B461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41960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C28A1A3A-0788-4939-8F72-282E8501B49D}"/>
                </a:ext>
              </a:extLst>
            </p:cNvPr>
            <p:cNvCxnSpPr>
              <a:cxnSpLocks/>
            </p:cNvCxnSpPr>
            <p:nvPr/>
          </p:nvCxnSpPr>
          <p:spPr>
            <a:xfrm>
              <a:off x="808101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37A32B32-6C44-4BC8-8761-DC6EEC0D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6880" y="4780280"/>
              <a:ext cx="264160" cy="116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452">
              <a:extLst>
                <a:ext uri="{FF2B5EF4-FFF2-40B4-BE49-F238E27FC236}">
                  <a16:creationId xmlns:a16="http://schemas.microsoft.com/office/drawing/2014/main" id="{33DD1FC5-3C44-476C-893F-8612007B9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470" y="470154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452">
              <a:extLst>
                <a:ext uri="{FF2B5EF4-FFF2-40B4-BE49-F238E27FC236}">
                  <a16:creationId xmlns:a16="http://schemas.microsoft.com/office/drawing/2014/main" id="{E644AE05-C669-414F-B21E-7A22DDA0B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680" y="467868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3E874596-56A0-4726-8F88-339D133119F4}"/>
                </a:ext>
              </a:extLst>
            </p:cNvPr>
            <p:cNvCxnSpPr>
              <a:cxnSpLocks/>
            </p:cNvCxnSpPr>
            <p:nvPr/>
          </p:nvCxnSpPr>
          <p:spPr>
            <a:xfrm>
              <a:off x="7862572" y="47802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Straight Connector 452">
              <a:extLst>
                <a:ext uri="{FF2B5EF4-FFF2-40B4-BE49-F238E27FC236}">
                  <a16:creationId xmlns:a16="http://schemas.microsoft.com/office/drawing/2014/main" id="{BA8512CD-C3B5-4C2D-8844-41AE08E76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4920" y="495300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452">
              <a:extLst>
                <a:ext uri="{FF2B5EF4-FFF2-40B4-BE49-F238E27FC236}">
                  <a16:creationId xmlns:a16="http://schemas.microsoft.com/office/drawing/2014/main" id="{92685A49-2C5D-44AD-93AC-B920C3CBF5BA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2" y="48717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Straight Connector 452">
              <a:extLst>
                <a:ext uri="{FF2B5EF4-FFF2-40B4-BE49-F238E27FC236}">
                  <a16:creationId xmlns:a16="http://schemas.microsoft.com/office/drawing/2014/main" id="{14D843D8-003D-4A41-AAD0-D2CD50DA8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76160" y="4866640"/>
              <a:ext cx="238760" cy="1219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Connector 452">
              <a:extLst>
                <a:ext uri="{FF2B5EF4-FFF2-40B4-BE49-F238E27FC236}">
                  <a16:creationId xmlns:a16="http://schemas.microsoft.com/office/drawing/2014/main" id="{5699B478-B79A-4403-8153-5EB76BC3E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799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452">
              <a:extLst>
                <a:ext uri="{FF2B5EF4-FFF2-40B4-BE49-F238E27FC236}">
                  <a16:creationId xmlns:a16="http://schemas.microsoft.com/office/drawing/2014/main" id="{51132AAD-6969-46D0-9289-F8BE2CE60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7400" y="5151120"/>
              <a:ext cx="243840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Straight Connector 452">
              <a:extLst>
                <a:ext uri="{FF2B5EF4-FFF2-40B4-BE49-F238E27FC236}">
                  <a16:creationId xmlns:a16="http://schemas.microsoft.com/office/drawing/2014/main" id="{F105FE52-D045-4751-A9A0-DABF40D349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1372" y="488188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452">
              <a:extLst>
                <a:ext uri="{FF2B5EF4-FFF2-40B4-BE49-F238E27FC236}">
                  <a16:creationId xmlns:a16="http://schemas.microsoft.com/office/drawing/2014/main" id="{89277898-25B7-427B-969A-3080AF25B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80" y="48818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452">
              <a:extLst>
                <a:ext uri="{FF2B5EF4-FFF2-40B4-BE49-F238E27FC236}">
                  <a16:creationId xmlns:a16="http://schemas.microsoft.com/office/drawing/2014/main" id="{FA9B21E7-96C5-40F2-90E2-CE7EDA2D11E4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2" y="49580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83145F0E-EDC5-403A-B363-846F0DD6B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9880" y="515620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6C92D1CA-F981-41ED-B67F-25A398ADC5D0}"/>
                </a:ext>
              </a:extLst>
            </p:cNvPr>
            <p:cNvCxnSpPr>
              <a:cxnSpLocks/>
            </p:cNvCxnSpPr>
            <p:nvPr/>
          </p:nvCxnSpPr>
          <p:spPr>
            <a:xfrm>
              <a:off x="6663692" y="50241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67502389-992E-4D36-9AF2-09CF3839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32550" y="496570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452">
              <a:extLst>
                <a:ext uri="{FF2B5EF4-FFF2-40B4-BE49-F238E27FC236}">
                  <a16:creationId xmlns:a16="http://schemas.microsoft.com/office/drawing/2014/main" id="{28E325DC-6BE8-4EE9-8710-456B4C035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600" y="497332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7904EBB4-4799-4689-862F-A1495B11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0080" y="4871720"/>
              <a:ext cx="492760" cy="1828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568B8FCA-441F-46DC-93AC-AD9E385258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1480" y="4881880"/>
              <a:ext cx="1879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123175D5-22ED-46AA-978E-18F1FD039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5360" y="470408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452">
              <a:extLst>
                <a:ext uri="{FF2B5EF4-FFF2-40B4-BE49-F238E27FC236}">
                  <a16:creationId xmlns:a16="http://schemas.microsoft.com/office/drawing/2014/main" id="{5F9944E8-33C5-4463-A43D-74E51AD51B96}"/>
                </a:ext>
              </a:extLst>
            </p:cNvPr>
            <p:cNvCxnSpPr>
              <a:cxnSpLocks/>
            </p:cNvCxnSpPr>
            <p:nvPr/>
          </p:nvCxnSpPr>
          <p:spPr>
            <a:xfrm>
              <a:off x="4779012" y="4333240"/>
              <a:ext cx="0" cy="3822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615E6F7-D2D4-47F4-B923-CD054FD18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8920" y="4048760"/>
              <a:ext cx="695960" cy="2692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39876DB6-8F8B-4D15-955A-9C187D093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0160" y="404368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184F2790-8618-489B-BF03-7368FB48C989}"/>
                </a:ext>
              </a:extLst>
            </p:cNvPr>
            <p:cNvCxnSpPr>
              <a:cxnSpLocks/>
            </p:cNvCxnSpPr>
            <p:nvPr/>
          </p:nvCxnSpPr>
          <p:spPr>
            <a:xfrm>
              <a:off x="3823972" y="4130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452">
              <a:extLst>
                <a:ext uri="{FF2B5EF4-FFF2-40B4-BE49-F238E27FC236}">
                  <a16:creationId xmlns:a16="http://schemas.microsoft.com/office/drawing/2014/main" id="{EB5F258F-8B8A-4DEA-A908-F685A6580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7150" y="4335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452">
              <a:extLst>
                <a:ext uri="{FF2B5EF4-FFF2-40B4-BE49-F238E27FC236}">
                  <a16:creationId xmlns:a16="http://schemas.microsoft.com/office/drawing/2014/main" id="{75928F06-426E-46FB-BC4C-8F0FD79D83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7812" y="4226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452">
              <a:extLst>
                <a:ext uri="{FF2B5EF4-FFF2-40B4-BE49-F238E27FC236}">
                  <a16:creationId xmlns:a16="http://schemas.microsoft.com/office/drawing/2014/main" id="{BC898F88-3090-40F0-B53F-B7D5AB6ED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5430" y="42291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452">
              <a:extLst>
                <a:ext uri="{FF2B5EF4-FFF2-40B4-BE49-F238E27FC236}">
                  <a16:creationId xmlns:a16="http://schemas.microsoft.com/office/drawing/2014/main" id="{9C6EFBCB-3782-45DA-9528-C650A0E6144C}"/>
                </a:ext>
              </a:extLst>
            </p:cNvPr>
            <p:cNvCxnSpPr>
              <a:cxnSpLocks/>
            </p:cNvCxnSpPr>
            <p:nvPr/>
          </p:nvCxnSpPr>
          <p:spPr>
            <a:xfrm>
              <a:off x="4540252" y="439420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1CF3F6DF-2FD4-49EB-828E-6F5938F54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600" y="4612640"/>
              <a:ext cx="238760" cy="965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9F48E234-7212-479C-9DDF-D332D7F67C2C}"/>
                </a:ext>
              </a:extLst>
            </p:cNvPr>
            <p:cNvCxnSpPr>
              <a:cxnSpLocks/>
            </p:cNvCxnSpPr>
            <p:nvPr/>
          </p:nvCxnSpPr>
          <p:spPr>
            <a:xfrm>
              <a:off x="4301492" y="46888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998811D4-AFB9-4E45-986A-ADAF638C6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9270" y="4775200"/>
              <a:ext cx="24257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452">
              <a:extLst>
                <a:ext uri="{FF2B5EF4-FFF2-40B4-BE49-F238E27FC236}">
                  <a16:creationId xmlns:a16="http://schemas.microsoft.com/office/drawing/2014/main" id="{B8CD6763-D32F-4039-8B97-14EC610A1722}"/>
                </a:ext>
              </a:extLst>
            </p:cNvPr>
            <p:cNvCxnSpPr>
              <a:cxnSpLocks/>
            </p:cNvCxnSpPr>
            <p:nvPr/>
          </p:nvCxnSpPr>
          <p:spPr>
            <a:xfrm>
              <a:off x="4535172" y="47853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9E43617A-DB2A-49A4-ABE6-AB56E8978D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63110" y="4970780"/>
              <a:ext cx="217170" cy="838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452">
              <a:extLst>
                <a:ext uri="{FF2B5EF4-FFF2-40B4-BE49-F238E27FC236}">
                  <a16:creationId xmlns:a16="http://schemas.microsoft.com/office/drawing/2014/main" id="{9EA8E3E5-8792-406F-AC29-539FC43B44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3772" y="486156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35E93EB6-AE35-4533-9713-CD6CE1DEB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4866640"/>
              <a:ext cx="955040" cy="3708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452">
              <a:extLst>
                <a:ext uri="{FF2B5EF4-FFF2-40B4-BE49-F238E27FC236}">
                  <a16:creationId xmlns:a16="http://schemas.microsoft.com/office/drawing/2014/main" id="{C70D44CA-FE28-4BC1-AB24-409F37D6809D}"/>
                </a:ext>
              </a:extLst>
            </p:cNvPr>
            <p:cNvCxnSpPr>
              <a:cxnSpLocks/>
            </p:cNvCxnSpPr>
            <p:nvPr/>
          </p:nvCxnSpPr>
          <p:spPr>
            <a:xfrm>
              <a:off x="5713732" y="50190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269178FB-A99C-4FB2-A99A-745534467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6430" y="5067300"/>
              <a:ext cx="501650" cy="2006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6DF2926F-0072-4A07-8EC9-32E2F94F6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6332" y="5166360"/>
              <a:ext cx="240028" cy="101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6221021B-D7C7-4947-849B-6CEC3A954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9850" y="2849880"/>
              <a:ext cx="1198880" cy="4457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7EAAAC27-D25F-42B7-A352-76FC6A577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7310" y="33032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4315149F-4F8C-4031-A918-EFF384574F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2422" y="339852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452">
              <a:extLst>
                <a:ext uri="{FF2B5EF4-FFF2-40B4-BE49-F238E27FC236}">
                  <a16:creationId xmlns:a16="http://schemas.microsoft.com/office/drawing/2014/main" id="{1CC9207F-C3DE-41D6-AD60-DE4127F31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4960" y="361569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A5880C9B-4E76-477A-8443-54A1F2C4AFC6}"/>
                </a:ext>
              </a:extLst>
            </p:cNvPr>
            <p:cNvCxnSpPr>
              <a:cxnSpLocks/>
            </p:cNvCxnSpPr>
            <p:nvPr/>
          </p:nvCxnSpPr>
          <p:spPr>
            <a:xfrm>
              <a:off x="6898642" y="3314700"/>
              <a:ext cx="0" cy="4076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6B273DC7-6355-4058-AC02-F10BD7D1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4510" y="3059430"/>
              <a:ext cx="726440" cy="2616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FC2AE50-0032-43CA-89F7-B4C1785DAF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8410" y="3040380"/>
              <a:ext cx="745490" cy="2705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FCE0B1CE-645B-41C2-A508-6EE7E7A12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60030" y="3322320"/>
              <a:ext cx="478790" cy="1790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Straight Connector 452">
              <a:extLst>
                <a:ext uri="{FF2B5EF4-FFF2-40B4-BE49-F238E27FC236}">
                  <a16:creationId xmlns:a16="http://schemas.microsoft.com/office/drawing/2014/main" id="{C2BEA406-21F1-4DDD-BA47-8D32B1C9283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112" y="330454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452">
              <a:extLst>
                <a:ext uri="{FF2B5EF4-FFF2-40B4-BE49-F238E27FC236}">
                  <a16:creationId xmlns:a16="http://schemas.microsoft.com/office/drawing/2014/main" id="{4546EF73-4801-4212-A0DA-F6F1442CB6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20" y="322580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452">
              <a:extLst>
                <a:ext uri="{FF2B5EF4-FFF2-40B4-BE49-F238E27FC236}">
                  <a16:creationId xmlns:a16="http://schemas.microsoft.com/office/drawing/2014/main" id="{03819BAB-67CF-468F-8EAD-626F4CFAE7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4700" y="3318510"/>
              <a:ext cx="25527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452">
              <a:extLst>
                <a:ext uri="{FF2B5EF4-FFF2-40B4-BE49-F238E27FC236}">
                  <a16:creationId xmlns:a16="http://schemas.microsoft.com/office/drawing/2014/main" id="{0901D89F-1136-4932-AC66-54A98E315AD3}"/>
                </a:ext>
              </a:extLst>
            </p:cNvPr>
            <p:cNvCxnSpPr>
              <a:cxnSpLocks/>
            </p:cNvCxnSpPr>
            <p:nvPr/>
          </p:nvCxnSpPr>
          <p:spPr>
            <a:xfrm>
              <a:off x="7141212" y="339217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20368931-FE8E-425C-A3C2-48ADCEF0AA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1210" y="360807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F1CF5A77-89FD-49AB-B8CF-CDF74417435C}"/>
                </a:ext>
              </a:extLst>
            </p:cNvPr>
            <p:cNvCxnSpPr>
              <a:cxnSpLocks/>
            </p:cNvCxnSpPr>
            <p:nvPr/>
          </p:nvCxnSpPr>
          <p:spPr>
            <a:xfrm>
              <a:off x="7377432" y="349885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0E711961-B0D5-4B13-ADD8-210FB12B56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9810" y="3497580"/>
              <a:ext cx="490220" cy="1752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A4CB4563-3F6D-4F99-B79C-203E0A603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8892" y="3205480"/>
              <a:ext cx="0" cy="22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A6C4BACA-66DE-4947-B26D-22A88CBBC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320" y="3321050"/>
              <a:ext cx="248920" cy="10541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452">
              <a:extLst>
                <a:ext uri="{FF2B5EF4-FFF2-40B4-BE49-F238E27FC236}">
                  <a16:creationId xmlns:a16="http://schemas.microsoft.com/office/drawing/2014/main" id="{DEECE87C-E341-4647-B421-3F306E7F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37006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452">
              <a:extLst>
                <a:ext uri="{FF2B5EF4-FFF2-40B4-BE49-F238E27FC236}">
                  <a16:creationId xmlns:a16="http://schemas.microsoft.com/office/drawing/2014/main" id="{B68A416E-E87A-4815-B416-C673B41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990" y="7257796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452">
              <a:extLst>
                <a:ext uri="{FF2B5EF4-FFF2-40B4-BE49-F238E27FC236}">
                  <a16:creationId xmlns:a16="http://schemas.microsoft.com/office/drawing/2014/main" id="{1BF12E7A-9FCA-4C5F-9D83-A9E6064079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11848" y="717702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452">
              <a:extLst>
                <a:ext uri="{FF2B5EF4-FFF2-40B4-BE49-F238E27FC236}">
                  <a16:creationId xmlns:a16="http://schemas.microsoft.com/office/drawing/2014/main" id="{26D6CB7F-948A-4B4A-B9AA-A68B8D6235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7550" y="6608953"/>
              <a:ext cx="969392" cy="39827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452">
              <a:extLst>
                <a:ext uri="{FF2B5EF4-FFF2-40B4-BE49-F238E27FC236}">
                  <a16:creationId xmlns:a16="http://schemas.microsoft.com/office/drawing/2014/main" id="{51B7889B-4F6F-4AC6-B859-6D1D97041D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6153" y="7003034"/>
              <a:ext cx="254890" cy="910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452">
              <a:extLst>
                <a:ext uri="{FF2B5EF4-FFF2-40B4-BE49-F238E27FC236}">
                  <a16:creationId xmlns:a16="http://schemas.microsoft.com/office/drawing/2014/main" id="{5A9AE543-6D43-4C34-B89D-48E99142A6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28288" y="7069138"/>
              <a:ext cx="0" cy="5762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452">
              <a:extLst>
                <a:ext uri="{FF2B5EF4-FFF2-40B4-BE49-F238E27FC236}">
                  <a16:creationId xmlns:a16="http://schemas.microsoft.com/office/drawing/2014/main" id="{22EEDD1B-3954-4F2F-9942-6F84199028D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9649" y="6978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DF4B978F-AF26-4456-A56E-AD4F35FE4302}"/>
                </a:ext>
              </a:extLst>
            </p:cNvPr>
            <p:cNvCxnSpPr>
              <a:cxnSpLocks/>
            </p:cNvCxnSpPr>
            <p:nvPr/>
          </p:nvCxnSpPr>
          <p:spPr>
            <a:xfrm>
              <a:off x="10928349" y="67246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452">
              <a:extLst>
                <a:ext uri="{FF2B5EF4-FFF2-40B4-BE49-F238E27FC236}">
                  <a16:creationId xmlns:a16="http://schemas.microsoft.com/office/drawing/2014/main" id="{B6AA2FBC-947A-4E8A-ACE8-8742ADBBFE78}"/>
                </a:ext>
              </a:extLst>
            </p:cNvPr>
            <p:cNvCxnSpPr>
              <a:cxnSpLocks/>
            </p:cNvCxnSpPr>
            <p:nvPr/>
          </p:nvCxnSpPr>
          <p:spPr>
            <a:xfrm>
              <a:off x="11863388" y="7067550"/>
              <a:ext cx="0" cy="1762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452">
              <a:extLst>
                <a:ext uri="{FF2B5EF4-FFF2-40B4-BE49-F238E27FC236}">
                  <a16:creationId xmlns:a16="http://schemas.microsoft.com/office/drawing/2014/main" id="{746BC42C-BCBF-4760-8698-7343AFFFC0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68149" y="72517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55F6D31A-C39F-48BC-9727-A82932956F89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338" y="7385050"/>
              <a:ext cx="0" cy="35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61137295-0E2C-47A3-8665-665014C69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68149" y="7738110"/>
              <a:ext cx="236220" cy="1104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717A922-BC21-4BE1-9579-9EC95B8E745D}"/>
              </a:ext>
            </a:extLst>
          </p:cNvPr>
          <p:cNvSpPr/>
          <p:nvPr/>
        </p:nvSpPr>
        <p:spPr>
          <a:xfrm>
            <a:off x="8359775" y="9812338"/>
            <a:ext cx="806450" cy="469900"/>
          </a:xfrm>
          <a:prstGeom prst="wedgeRoundRectCallout">
            <a:avLst>
              <a:gd name="adj1" fmla="val -43668"/>
              <a:gd name="adj2" fmla="val -96959"/>
              <a:gd name="adj3" fmla="val 16667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1">
                    <a:lumMod val="50000"/>
                  </a:schemeClr>
                </a:solidFill>
              </a:rPr>
              <a:t>队向前蹭一步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38" name="箭头3">
            <a:extLst>
              <a:ext uri="{FF2B5EF4-FFF2-40B4-BE49-F238E27FC236}">
                <a16:creationId xmlns:a16="http://schemas.microsoft.com/office/drawing/2014/main" id="{685926F0-8158-4C78-94F5-A9DEDDE290A5}"/>
              </a:ext>
            </a:extLst>
          </p:cNvPr>
          <p:cNvGrpSpPr/>
          <p:nvPr/>
        </p:nvGrpSpPr>
        <p:grpSpPr>
          <a:xfrm rot="17513109">
            <a:off x="6089380" y="8514775"/>
            <a:ext cx="259333" cy="398592"/>
            <a:chOff x="6206516" y="433942"/>
            <a:chExt cx="380497" cy="909320"/>
          </a:xfrm>
          <a:solidFill>
            <a:srgbClr val="99FFCC">
              <a:alpha val="45882"/>
            </a:srgbClr>
          </a:solidFill>
        </p:grpSpPr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C12F3152-C1BE-4DCD-8AB2-F856CF3374B6}"/>
                </a:ext>
              </a:extLst>
            </p:cNvPr>
            <p:cNvSpPr/>
            <p:nvPr/>
          </p:nvSpPr>
          <p:spPr>
            <a:xfrm rot="19166643">
              <a:off x="6206516" y="433942"/>
              <a:ext cx="323530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A9E103DC-734C-4C82-B784-5B4B12627B87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2" name="箭头2">
            <a:extLst>
              <a:ext uri="{FF2B5EF4-FFF2-40B4-BE49-F238E27FC236}">
                <a16:creationId xmlns:a16="http://schemas.microsoft.com/office/drawing/2014/main" id="{2F251B62-5071-46CB-BBD3-A67106DDA765}"/>
              </a:ext>
            </a:extLst>
          </p:cNvPr>
          <p:cNvGrpSpPr/>
          <p:nvPr/>
        </p:nvGrpSpPr>
        <p:grpSpPr>
          <a:xfrm rot="10220558">
            <a:off x="5943884" y="9724149"/>
            <a:ext cx="520103" cy="255865"/>
            <a:chOff x="1365670" y="869445"/>
            <a:chExt cx="909320" cy="440456"/>
          </a:xfrm>
        </p:grpSpPr>
        <p:sp>
          <p:nvSpPr>
            <p:cNvPr id="644" name="Arrow: Down 643">
              <a:extLst>
                <a:ext uri="{FF2B5EF4-FFF2-40B4-BE49-F238E27FC236}">
                  <a16:creationId xmlns:a16="http://schemas.microsoft.com/office/drawing/2014/main" id="{B2EC12E1-2591-4223-B287-43E8180A862D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47" name="Oval 646">
              <a:extLst>
                <a:ext uri="{FF2B5EF4-FFF2-40B4-BE49-F238E27FC236}">
                  <a16:creationId xmlns:a16="http://schemas.microsoft.com/office/drawing/2014/main" id="{FF48F837-DDEF-479B-8125-F6421D13B616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49" name="箭头1">
            <a:extLst>
              <a:ext uri="{FF2B5EF4-FFF2-40B4-BE49-F238E27FC236}">
                <a16:creationId xmlns:a16="http://schemas.microsoft.com/office/drawing/2014/main" id="{981A44E8-10E2-4D20-9712-FCA74866518F}"/>
              </a:ext>
            </a:extLst>
          </p:cNvPr>
          <p:cNvGrpSpPr/>
          <p:nvPr/>
        </p:nvGrpSpPr>
        <p:grpSpPr>
          <a:xfrm rot="5918878">
            <a:off x="6519293" y="8325137"/>
            <a:ext cx="248648" cy="494668"/>
            <a:chOff x="6115510" y="444784"/>
            <a:chExt cx="471503" cy="909320"/>
          </a:xfrm>
        </p:grpSpPr>
        <p:sp>
          <p:nvSpPr>
            <p:cNvPr id="653" name="Arrow: Down 652">
              <a:extLst>
                <a:ext uri="{FF2B5EF4-FFF2-40B4-BE49-F238E27FC236}">
                  <a16:creationId xmlns:a16="http://schemas.microsoft.com/office/drawing/2014/main" id="{FF1B894F-32A1-4FF3-81A7-060F06A31E8B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6EEC6387-E97F-4B52-AA42-48E94247D50C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5086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566885" y="64770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9.0.8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500189" y="5786438"/>
            <a:ext cx="5176837" cy="3767137"/>
            <a:chOff x="1500189" y="5786437"/>
            <a:chExt cx="5176837" cy="37671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6727" y="752951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764" y="9243059"/>
              <a:ext cx="0" cy="1549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4990" y="7951471"/>
              <a:ext cx="473710" cy="1955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34745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500" y="862964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2" y="7519988"/>
            <a:ext cx="2613333" cy="3124200"/>
            <a:chOff x="5009841" y="7545388"/>
            <a:chExt cx="2613333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76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7700" y="8032751"/>
              <a:ext cx="965199" cy="374649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1" y="8040688"/>
              <a:ext cx="703571" cy="26544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19851" y="5343525"/>
            <a:ext cx="5434013" cy="3686176"/>
            <a:chOff x="6419851" y="5343525"/>
            <a:chExt cx="5434012" cy="3686176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9942" y="6757988"/>
              <a:ext cx="0" cy="10715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399" y="7823200"/>
              <a:ext cx="45720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0258591C-6AB0-4830-AE32-3270CCF12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50513" y="706120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BC44E1E8-74E6-4021-B46E-2492BFC6B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94999" y="6977062"/>
              <a:ext cx="339725" cy="1920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624638"/>
              <a:ext cx="0" cy="352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3300" y="6505575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615315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467" y="708501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5474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3643085" y="65659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9.0.7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454150" y="5786438"/>
            <a:ext cx="5222876" cy="3767137"/>
            <a:chOff x="1454150" y="5786437"/>
            <a:chExt cx="5222876" cy="37671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2050" y="929639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5800" y="7988300"/>
              <a:ext cx="48260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34745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54150" y="853439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2" y="7519988"/>
            <a:ext cx="2613333" cy="3124200"/>
            <a:chOff x="5009841" y="7545388"/>
            <a:chExt cx="2613333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5762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7700" y="8032751"/>
              <a:ext cx="965199" cy="374649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1" y="8040688"/>
              <a:ext cx="703571" cy="26544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19851" y="5343525"/>
            <a:ext cx="5434013" cy="3686176"/>
            <a:chOff x="6419851" y="5343525"/>
            <a:chExt cx="5434012" cy="3686176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458782" cy="19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42" y="6827838"/>
              <a:ext cx="0" cy="7413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599" y="7639050"/>
              <a:ext cx="0" cy="3619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0258591C-6AB0-4830-AE32-3270CCF12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50513" y="706120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BC44E1E8-74E6-4021-B46E-2492BFC6B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94999" y="6977062"/>
              <a:ext cx="339725" cy="1920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3300" y="6505575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615315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5F1A24D7-7E29-4FE1-956A-8CF34430A28B}"/>
                </a:ext>
              </a:extLst>
            </p:cNvPr>
            <p:cNvCxnSpPr>
              <a:cxnSpLocks/>
            </p:cNvCxnSpPr>
            <p:nvPr/>
          </p:nvCxnSpPr>
          <p:spPr>
            <a:xfrm>
              <a:off x="10431467" y="708501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94CE8CCA-8B3E-40F3-A105-3A551A262CD2}"/>
                </a:ext>
              </a:extLst>
            </p:cNvPr>
            <p:cNvCxnSpPr>
              <a:cxnSpLocks/>
            </p:cNvCxnSpPr>
            <p:nvPr/>
          </p:nvCxnSpPr>
          <p:spPr>
            <a:xfrm>
              <a:off x="11112499" y="754379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034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290285" y="6096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9.0.5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454150" y="5786438"/>
            <a:ext cx="5222876" cy="3767137"/>
            <a:chOff x="1454150" y="5786437"/>
            <a:chExt cx="5222876" cy="37671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5802" y="870267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2627" y="765016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5800" y="7434262"/>
              <a:ext cx="504825" cy="2111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9" y="7443787"/>
              <a:ext cx="442911" cy="2016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2050" y="929639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5800" y="7988300"/>
              <a:ext cx="48260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E5B950-0779-4572-A165-C06FB5DDCD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000" y="6347459"/>
              <a:ext cx="213360" cy="106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143AED80-2970-4317-9DF5-CAB8D814A1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54150" y="853439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2" y="7519988"/>
            <a:ext cx="2613333" cy="3124200"/>
            <a:chOff x="5009841" y="7545388"/>
            <a:chExt cx="2613333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3857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2280" y="7920369"/>
              <a:ext cx="498782" cy="22033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1" y="8040688"/>
              <a:ext cx="703571" cy="26544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19851" y="5343525"/>
            <a:ext cx="5683249" cy="3686176"/>
            <a:chOff x="6419851" y="5343525"/>
            <a:chExt cx="5683248" cy="3686176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9942" y="6757988"/>
              <a:ext cx="0" cy="10715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399" y="7823200"/>
              <a:ext cx="45720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0258591C-6AB0-4830-AE32-3270CCF12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50513" y="706120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80C7C3B9-A2B1-4591-84C3-F80CF221D4A5}"/>
                </a:ext>
              </a:extLst>
            </p:cNvPr>
            <p:cNvCxnSpPr>
              <a:cxnSpLocks/>
            </p:cNvCxnSpPr>
            <p:nvPr/>
          </p:nvCxnSpPr>
          <p:spPr>
            <a:xfrm>
              <a:off x="12095163" y="732790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FBE0610B-DCA5-4838-B544-333E04A440DF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49" y="72453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76689E17-2951-47AC-85C0-CE9B5116D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706755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BC44E1E8-74E6-4021-B46E-2492BFC6B873}"/>
                </a:ext>
              </a:extLst>
            </p:cNvPr>
            <p:cNvCxnSpPr>
              <a:cxnSpLocks/>
            </p:cNvCxnSpPr>
            <p:nvPr/>
          </p:nvCxnSpPr>
          <p:spPr>
            <a:xfrm>
              <a:off x="11134724" y="6977062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90A228F5-C980-493E-B808-274A34BFDA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87137" y="69580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0FE3A5BA-9243-4FF9-9468-D70B181144BA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38" y="6624638"/>
              <a:ext cx="0" cy="35242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825474B3-6B85-4FC6-A562-40061B4FF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3300" y="6505575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17130E84-29FD-4F1E-B02F-39A82AA6F8E8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901" y="632460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95B54286-2E00-4B3F-9355-0D4CD041E21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2849" y="6343649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66273B6B-863A-47F7-803C-CEEBB08276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0" y="6338888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C0AC8F37-E018-4125-82A2-EAFC6D114953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615315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D0A9392C-BC65-405F-8649-1F629B8D48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1437" y="7415212"/>
              <a:ext cx="219076" cy="1428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0330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2942045" y="4762501"/>
            <a:ext cx="13791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9.0.4 backup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500188" y="5786438"/>
            <a:ext cx="5176838" cy="3767137"/>
            <a:chOff x="1500188" y="5786437"/>
            <a:chExt cx="5176838" cy="37671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7887" y="8820149"/>
              <a:ext cx="476251" cy="200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9000" y="8977312"/>
              <a:ext cx="0" cy="576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>
              <a:off x="3624263" y="7543799"/>
              <a:ext cx="215901" cy="1047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8963" y="7548566"/>
              <a:ext cx="520700" cy="1904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05063" y="7443787"/>
              <a:ext cx="758826" cy="30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8502" y="873442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787759AE-EDE6-4C1C-A324-142D170B5E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500" y="8624888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77" y="7567612"/>
              <a:ext cx="0" cy="10572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8789" y="7243762"/>
              <a:ext cx="719136" cy="2952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5227" y="5786437"/>
              <a:ext cx="0" cy="16954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E0AE4A8-1F70-44CB-97C1-6A89038DB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0188" y="7443787"/>
              <a:ext cx="234951" cy="109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30500830-484A-4013-BBE8-050BBC487A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2050" y="9296399"/>
              <a:ext cx="239714" cy="1016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19E426AB-26A8-475D-B1E7-D20670A29E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5800" y="7988300"/>
              <a:ext cx="482600" cy="2158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016192" y="7519988"/>
            <a:ext cx="2613333" cy="3124200"/>
            <a:chOff x="5009841" y="7545388"/>
            <a:chExt cx="2613333" cy="3124200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62336" y="9783762"/>
              <a:ext cx="0" cy="71437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52814" y="10492118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452">
              <a:extLst>
                <a:ext uri="{FF2B5EF4-FFF2-40B4-BE49-F238E27FC236}">
                  <a16:creationId xmlns:a16="http://schemas.microsoft.com/office/drawing/2014/main" id="{2BB3A77D-B3C8-4CA5-9B4F-DAF67658B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3202" y="9682493"/>
              <a:ext cx="460685" cy="177470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452">
              <a:extLst>
                <a:ext uri="{FF2B5EF4-FFF2-40B4-BE49-F238E27FC236}">
                  <a16:creationId xmlns:a16="http://schemas.microsoft.com/office/drawing/2014/main" id="{C9A60460-AA5F-4801-B8DB-6F9A8DCBAEF8}"/>
                </a:ext>
              </a:extLst>
            </p:cNvPr>
            <p:cNvCxnSpPr>
              <a:cxnSpLocks/>
            </p:cNvCxnSpPr>
            <p:nvPr/>
          </p:nvCxnSpPr>
          <p:spPr>
            <a:xfrm>
              <a:off x="5228911" y="9288463"/>
              <a:ext cx="0" cy="40957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452">
              <a:extLst>
                <a:ext uri="{FF2B5EF4-FFF2-40B4-BE49-F238E27FC236}">
                  <a16:creationId xmlns:a16="http://schemas.microsoft.com/office/drawing/2014/main" id="{A461091A-722D-44D0-A600-D290BF200A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853" y="8382331"/>
              <a:ext cx="989321" cy="41083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7A9465CC-0E49-4802-A67C-019389DF4446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61" y="8783638"/>
              <a:ext cx="0" cy="5381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FBE4D83D-D661-4CD6-8CEB-A87D94A94043}"/>
                </a:ext>
              </a:extLst>
            </p:cNvPr>
            <p:cNvCxnSpPr>
              <a:cxnSpLocks/>
            </p:cNvCxnSpPr>
            <p:nvPr/>
          </p:nvCxnSpPr>
          <p:spPr>
            <a:xfrm>
              <a:off x="5486086" y="7545388"/>
              <a:ext cx="0" cy="385762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D4EF6ACF-DAF9-46DE-8F13-D45BAEB13A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2280" y="7920369"/>
              <a:ext cx="498782" cy="220331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452">
              <a:extLst>
                <a:ext uri="{FF2B5EF4-FFF2-40B4-BE49-F238E27FC236}">
                  <a16:creationId xmlns:a16="http://schemas.microsoft.com/office/drawing/2014/main" id="{770BB63A-7FBD-471F-AC8A-944C9F44E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9841" y="8040688"/>
              <a:ext cx="703571" cy="26544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19851" y="5343525"/>
            <a:ext cx="5683249" cy="3686176"/>
            <a:chOff x="6419851" y="5343525"/>
            <a:chExt cx="5683248" cy="3686176"/>
          </a:xfrm>
        </p:grpSpPr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1" y="7929563"/>
              <a:ext cx="0" cy="7318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663" y="7634288"/>
              <a:ext cx="700088" cy="304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9942" y="6757988"/>
              <a:ext cx="0" cy="10715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399" y="7823200"/>
              <a:ext cx="45720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321D21EA-A016-479E-B3AC-37ED8197DEA7}"/>
                </a:ext>
              </a:extLst>
            </p:cNvPr>
            <p:cNvCxnSpPr>
              <a:cxnSpLocks/>
            </p:cNvCxnSpPr>
            <p:nvPr/>
          </p:nvCxnSpPr>
          <p:spPr>
            <a:xfrm>
              <a:off x="10672763" y="716915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D4D35944-48A0-4D7C-8CF7-02217EFEF3F9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399" y="70802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0258591C-6AB0-4830-AE32-3270CCF12B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50513" y="706120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80C7C3B9-A2B1-4591-84C3-F80CF221D4A5}"/>
                </a:ext>
              </a:extLst>
            </p:cNvPr>
            <p:cNvCxnSpPr>
              <a:cxnSpLocks/>
            </p:cNvCxnSpPr>
            <p:nvPr/>
          </p:nvCxnSpPr>
          <p:spPr>
            <a:xfrm>
              <a:off x="12095163" y="7327900"/>
              <a:ext cx="0" cy="57308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FBE0610B-DCA5-4838-B544-333E04A440DF}"/>
                </a:ext>
              </a:extLst>
            </p:cNvPr>
            <p:cNvCxnSpPr>
              <a:cxnSpLocks/>
            </p:cNvCxnSpPr>
            <p:nvPr/>
          </p:nvCxnSpPr>
          <p:spPr>
            <a:xfrm>
              <a:off x="11855449" y="724535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76689E17-2951-47AC-85C0-CE9B5116D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853863" y="7067550"/>
              <a:ext cx="0" cy="185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7B9BF48C-CADA-4D6C-8ACE-0421217F5286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399" y="6972300"/>
              <a:ext cx="247650" cy="1143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0122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290285" y="6096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9.0.2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462087" y="5776914"/>
            <a:ext cx="5214939" cy="4859337"/>
            <a:chOff x="1462087" y="5776913"/>
            <a:chExt cx="5214939" cy="48593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>
              <a:off x="6000750" y="10463213"/>
              <a:ext cx="438152" cy="1730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83289" y="9720262"/>
              <a:ext cx="0" cy="7596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164" y="7648577"/>
              <a:ext cx="0" cy="1904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8938" y="7834315"/>
              <a:ext cx="911225" cy="3524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527" y="8177215"/>
              <a:ext cx="0" cy="1904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F5CB5DE2-39D8-48BB-9C80-497B57BD5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1675" y="8362954"/>
              <a:ext cx="949325" cy="3857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8502" y="873442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787759AE-EDE6-4C1C-A324-142D170B5E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500" y="8624888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77" y="7905750"/>
              <a:ext cx="0" cy="7191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186C74DD-6CA1-4116-A4D1-03E88FC284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2087" y="7772400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9FC714D0-3BE5-4300-9E23-652D4F84A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015" y="7267575"/>
              <a:ext cx="0" cy="5191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6991350"/>
              <a:ext cx="690563" cy="271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7577" y="5891213"/>
              <a:ext cx="0" cy="11096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758D6B30-FC90-43F0-BBB6-15F79690CA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1701" y="5776913"/>
              <a:ext cx="280987" cy="109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987737" y="8804275"/>
            <a:ext cx="467039" cy="767094"/>
            <a:chOff x="5981386" y="8829675"/>
            <a:chExt cx="467039" cy="767094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81386" y="9015413"/>
              <a:ext cx="0" cy="581356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51" y="8829675"/>
              <a:ext cx="462274" cy="20511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19850" y="5343525"/>
            <a:ext cx="4984750" cy="3686176"/>
            <a:chOff x="6419850" y="5343525"/>
            <a:chExt cx="4984749" cy="3686176"/>
          </a:xfrm>
        </p:grpSpPr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C6973683-F8C5-4C59-B065-D0245D8B3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4855" y="7848600"/>
              <a:ext cx="0" cy="5461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496300"/>
              <a:ext cx="1" cy="1651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6551" y="7634288"/>
              <a:ext cx="457199" cy="195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274632" cy="11588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9942" y="6757988"/>
              <a:ext cx="0" cy="10715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399" y="7823200"/>
              <a:ext cx="457200" cy="1778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D8FF2E55-B30B-45E1-9158-415FCA19B3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2551" y="8375650"/>
              <a:ext cx="215899" cy="889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957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290285" y="6096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9.0.3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462087" y="5776914"/>
            <a:ext cx="5214939" cy="4859337"/>
            <a:chOff x="1462087" y="5776913"/>
            <a:chExt cx="5214939" cy="48593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>
              <a:off x="6000750" y="10463213"/>
              <a:ext cx="438152" cy="1730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5983289" y="9720262"/>
              <a:ext cx="0" cy="7596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164" y="7648577"/>
              <a:ext cx="0" cy="1904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8938" y="7834315"/>
              <a:ext cx="911225" cy="3524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527" y="8177215"/>
              <a:ext cx="0" cy="1904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F5CB5DE2-39D8-48BB-9C80-497B57BD5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1675" y="8362954"/>
              <a:ext cx="949325" cy="3857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8502" y="873442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787759AE-EDE6-4C1C-A324-142D170B5E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500" y="8624888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77" y="7905750"/>
              <a:ext cx="0" cy="7191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186C74DD-6CA1-4116-A4D1-03E88FC284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2087" y="7772400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9FC714D0-3BE5-4300-9E23-652D4F84A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015" y="7267575"/>
              <a:ext cx="0" cy="5191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6991350"/>
              <a:ext cx="690563" cy="271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7577" y="5891213"/>
              <a:ext cx="0" cy="11096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758D6B30-FC90-43F0-BBB6-15F79690CA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1701" y="5776913"/>
              <a:ext cx="280987" cy="109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5987737" y="8804275"/>
            <a:ext cx="467039" cy="767094"/>
            <a:chOff x="5981386" y="8829675"/>
            <a:chExt cx="467039" cy="767094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5981386" y="9015413"/>
              <a:ext cx="0" cy="581356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6151" y="8829675"/>
              <a:ext cx="462274" cy="20511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19850" y="5343525"/>
            <a:ext cx="4984750" cy="3686176"/>
            <a:chOff x="6419850" y="5343525"/>
            <a:chExt cx="4984749" cy="3686176"/>
          </a:xfrm>
        </p:grpSpPr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C6973683-F8C5-4C59-B065-D0245D8B3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4855" y="7848600"/>
              <a:ext cx="0" cy="54610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>
              <a:off x="6419850" y="8496300"/>
              <a:ext cx="1" cy="16510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6551" y="7634288"/>
              <a:ext cx="457199" cy="19526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8754" y="6900866"/>
              <a:ext cx="1174745" cy="4778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274632" cy="1158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929942" y="6757988"/>
              <a:ext cx="0" cy="10715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0947399" y="7823200"/>
              <a:ext cx="457200" cy="17780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7854950"/>
              <a:ext cx="0" cy="104616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D8FF2E55-B30B-45E1-9158-415FCA19B3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2551" y="8375650"/>
              <a:ext cx="215899" cy="8890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903A6A1A-2CD8-43F0-8836-E4CF0CAC384D}"/>
                </a:ext>
              </a:extLst>
            </p:cNvPr>
            <p:cNvCxnSpPr>
              <a:cxnSpLocks/>
            </p:cNvCxnSpPr>
            <p:nvPr/>
          </p:nvCxnSpPr>
          <p:spPr>
            <a:xfrm>
              <a:off x="10209217" y="7364413"/>
              <a:ext cx="0" cy="38893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C205418A-8B98-43F5-9437-351D3D18A5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5399" y="7715250"/>
              <a:ext cx="285750" cy="12065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8393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E95618-0427-4DFA-ADD2-F5E40014AD76}"/>
              </a:ext>
            </a:extLst>
          </p:cNvPr>
          <p:cNvSpPr txBox="1"/>
          <p:nvPr/>
        </p:nvSpPr>
        <p:spPr>
          <a:xfrm>
            <a:off x="290285" y="609601"/>
            <a:ext cx="65114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1" dirty="0">
                <a:solidFill>
                  <a:schemeClr val="bg1"/>
                </a:solidFill>
              </a:rPr>
              <a:t>9.0.1</a:t>
            </a:r>
            <a:endParaRPr lang="zh-CN" altLang="en-US" sz="1801" dirty="0">
              <a:solidFill>
                <a:schemeClr val="bg1"/>
              </a:solidFill>
            </a:endParaRPr>
          </a:p>
        </p:txBody>
      </p:sp>
      <p:grpSp>
        <p:nvGrpSpPr>
          <p:cNvPr id="7" name="1">
            <a:extLst>
              <a:ext uri="{FF2B5EF4-FFF2-40B4-BE49-F238E27FC236}">
                <a16:creationId xmlns:a16="http://schemas.microsoft.com/office/drawing/2014/main" id="{2526545D-CE07-4DB5-A4DD-60F7AB815D0D}"/>
              </a:ext>
            </a:extLst>
          </p:cNvPr>
          <p:cNvGrpSpPr/>
          <p:nvPr/>
        </p:nvGrpSpPr>
        <p:grpSpPr>
          <a:xfrm>
            <a:off x="1462088" y="5776914"/>
            <a:ext cx="5459413" cy="4859337"/>
            <a:chOff x="1462087" y="5776913"/>
            <a:chExt cx="5459413" cy="4859337"/>
          </a:xfrm>
        </p:grpSpPr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24DBB544-590A-41C7-8F8D-90FFF02FA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8901" y="10490200"/>
              <a:ext cx="482599" cy="1460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8772D031-AEE7-4700-BCE6-33737AAEFB9B}"/>
                </a:ext>
              </a:extLst>
            </p:cNvPr>
            <p:cNvCxnSpPr>
              <a:cxnSpLocks/>
            </p:cNvCxnSpPr>
            <p:nvPr/>
          </p:nvCxnSpPr>
          <p:spPr>
            <a:xfrm>
              <a:off x="6911977" y="9734550"/>
              <a:ext cx="0" cy="7596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01D2B3EB-0DA0-46AA-B32E-04DE6C7D4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24525" y="7448550"/>
              <a:ext cx="952501" cy="377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5FF30EE3-0893-455B-B079-80F4045B3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5639" y="7281863"/>
              <a:ext cx="0" cy="147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72AB7BE7-8961-4800-B88B-40ABB7F7EAC6}"/>
                </a:ext>
              </a:extLst>
            </p:cNvPr>
            <p:cNvCxnSpPr>
              <a:cxnSpLocks/>
            </p:cNvCxnSpPr>
            <p:nvPr/>
          </p:nvCxnSpPr>
          <p:spPr>
            <a:xfrm>
              <a:off x="5243513" y="7086600"/>
              <a:ext cx="504825" cy="2206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84B366F3-4C53-4224-ACDB-0CA6B8150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400" y="7081839"/>
              <a:ext cx="901701" cy="361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452">
              <a:extLst>
                <a:ext uri="{FF2B5EF4-FFF2-40B4-BE49-F238E27FC236}">
                  <a16:creationId xmlns:a16="http://schemas.microsoft.com/office/drawing/2014/main" id="{AD624617-9C17-4493-BF42-652FBCBBF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164" y="7648577"/>
              <a:ext cx="0" cy="1904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7BE35212-BFE7-4229-B59A-8350ACEE9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8938" y="7834315"/>
              <a:ext cx="911225" cy="3524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5F530880-A239-4E88-BC6C-40FA9936D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527" y="8177215"/>
              <a:ext cx="0" cy="1904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F5CB5DE2-39D8-48BB-9C80-497B57BD5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1675" y="8362954"/>
              <a:ext cx="949325" cy="3857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2B748A8C-7FBA-40EF-A597-1C04036BB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8502" y="8734428"/>
              <a:ext cx="0" cy="5476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452">
              <a:extLst>
                <a:ext uri="{FF2B5EF4-FFF2-40B4-BE49-F238E27FC236}">
                  <a16:creationId xmlns:a16="http://schemas.microsoft.com/office/drawing/2014/main" id="{787759AE-EDE6-4C1C-A324-142D170B5E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4500" y="8624888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06A05AB7-824F-4CF8-8280-4EEF1B9A6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0377" y="7905750"/>
              <a:ext cx="0" cy="7191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452">
              <a:extLst>
                <a:ext uri="{FF2B5EF4-FFF2-40B4-BE49-F238E27FC236}">
                  <a16:creationId xmlns:a16="http://schemas.microsoft.com/office/drawing/2014/main" id="{186C74DD-6CA1-4116-A4D1-03E88FC284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2087" y="7772400"/>
              <a:ext cx="239714" cy="1381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9FC714D0-3BE5-4300-9E23-652D4F84AB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015" y="7267575"/>
              <a:ext cx="0" cy="5191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EF46A9B7-7842-4C2F-85C1-DBC8FC90FA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" y="6991350"/>
              <a:ext cx="690563" cy="271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452">
              <a:extLst>
                <a:ext uri="{FF2B5EF4-FFF2-40B4-BE49-F238E27FC236}">
                  <a16:creationId xmlns:a16="http://schemas.microsoft.com/office/drawing/2014/main" id="{A8073738-F0A1-47EE-A936-87DD2E4B1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7577" y="5891213"/>
              <a:ext cx="0" cy="11096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452">
              <a:extLst>
                <a:ext uri="{FF2B5EF4-FFF2-40B4-BE49-F238E27FC236}">
                  <a16:creationId xmlns:a16="http://schemas.microsoft.com/office/drawing/2014/main" id="{758D6B30-FC90-43F0-BBB6-15F79690CA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1701" y="5776913"/>
              <a:ext cx="280987" cy="1095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2">
            <a:extLst>
              <a:ext uri="{FF2B5EF4-FFF2-40B4-BE49-F238E27FC236}">
                <a16:creationId xmlns:a16="http://schemas.microsoft.com/office/drawing/2014/main" id="{9F34122D-BA10-4DA4-9CCA-BB0F2993CCF8}"/>
              </a:ext>
            </a:extLst>
          </p:cNvPr>
          <p:cNvGrpSpPr/>
          <p:nvPr/>
        </p:nvGrpSpPr>
        <p:grpSpPr>
          <a:xfrm>
            <a:off x="6667501" y="8924926"/>
            <a:ext cx="485776" cy="814719"/>
            <a:chOff x="6667500" y="8924925"/>
            <a:chExt cx="485776" cy="814719"/>
          </a:xfrm>
        </p:grpSpPr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FF8AF8AE-89DD-4439-9548-6F399292454E}"/>
                </a:ext>
              </a:extLst>
            </p:cNvPr>
            <p:cNvCxnSpPr>
              <a:cxnSpLocks/>
            </p:cNvCxnSpPr>
            <p:nvPr/>
          </p:nvCxnSpPr>
          <p:spPr>
            <a:xfrm>
              <a:off x="6910073" y="9353550"/>
              <a:ext cx="1" cy="38609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0D66A412-4CCD-48DA-AEDD-33EF4CE6D3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4362" y="9258300"/>
              <a:ext cx="224151" cy="119393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09843EC5-D498-4E2F-A312-C80C5A2D3237}"/>
                </a:ext>
              </a:extLst>
            </p:cNvPr>
            <p:cNvCxnSpPr>
              <a:cxnSpLocks/>
            </p:cNvCxnSpPr>
            <p:nvPr/>
          </p:nvCxnSpPr>
          <p:spPr>
            <a:xfrm>
              <a:off x="7133911" y="9082088"/>
              <a:ext cx="0" cy="205118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CA494530-A4DA-4909-B476-FEB0E0057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7500" y="8924925"/>
              <a:ext cx="485776" cy="176214"/>
            </a:xfrm>
            <a:prstGeom prst="line">
              <a:avLst/>
            </a:prstGeom>
            <a:ln w="38100">
              <a:solidFill>
                <a:srgbClr val="FFC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3">
            <a:extLst>
              <a:ext uri="{FF2B5EF4-FFF2-40B4-BE49-F238E27FC236}">
                <a16:creationId xmlns:a16="http://schemas.microsoft.com/office/drawing/2014/main" id="{24E92118-00AD-4B4E-BBE7-63021DEE726F}"/>
              </a:ext>
            </a:extLst>
          </p:cNvPr>
          <p:cNvGrpSpPr/>
          <p:nvPr/>
        </p:nvGrpSpPr>
        <p:grpSpPr>
          <a:xfrm>
            <a:off x="6442130" y="5343525"/>
            <a:ext cx="4959296" cy="3686176"/>
            <a:chOff x="6442130" y="5343525"/>
            <a:chExt cx="4959295" cy="3686176"/>
          </a:xfrm>
        </p:grpSpPr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85B90BA4-4ABE-41BC-B0E2-D9DA17C6A7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0255" y="8715375"/>
              <a:ext cx="0" cy="2055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B5F97CA7-AB93-4B62-9298-19CA680B7E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8425" y="8634413"/>
              <a:ext cx="236592" cy="1007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C6973683-F8C5-4C59-B065-D0245D8B3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2130" y="8464550"/>
              <a:ext cx="0" cy="1705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F77E685C-4D38-4F0B-9EDE-A9C4412C42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1600" y="8343901"/>
              <a:ext cx="233363" cy="11430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30A17DAA-3C87-4B74-B50F-281C073E3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6551" y="7634288"/>
              <a:ext cx="457199" cy="19526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E0ABF6CC-AB7B-4AE6-A935-827C9B7542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752" y="7639052"/>
              <a:ext cx="695323" cy="271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3B30D2E0-667F-4E96-AF0B-3F6FCC7CB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8603" y="7720013"/>
              <a:ext cx="495297" cy="2047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FD4F2EF-1EDF-44C7-A16E-D4BAA1FACC20}"/>
                </a:ext>
              </a:extLst>
            </p:cNvPr>
            <p:cNvCxnSpPr>
              <a:cxnSpLocks/>
            </p:cNvCxnSpPr>
            <p:nvPr/>
          </p:nvCxnSpPr>
          <p:spPr>
            <a:xfrm>
              <a:off x="8334375" y="7186613"/>
              <a:ext cx="1" cy="533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47F76BB3-F143-436F-89C1-7422A74D02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616" y="7077075"/>
              <a:ext cx="252409" cy="11906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2011E6C1-D40C-419C-AE9A-AE75BA11A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754" y="6267450"/>
              <a:ext cx="1619246" cy="6334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5CC3436E-C78D-49D7-BC2B-A817487B9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5343525"/>
              <a:ext cx="0" cy="9334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E2CB1247-69FA-4704-ADF4-5C756D63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292" y="6215063"/>
              <a:ext cx="0" cy="43815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1867C44-B034-4D9B-A3BB-412520B75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817" y="6634163"/>
              <a:ext cx="466721" cy="1905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B80D31F8-3A20-491C-945F-B14E196F0408}"/>
                </a:ext>
              </a:extLst>
            </p:cNvPr>
            <p:cNvCxnSpPr>
              <a:cxnSpLocks/>
            </p:cNvCxnSpPr>
            <p:nvPr/>
          </p:nvCxnSpPr>
          <p:spPr>
            <a:xfrm>
              <a:off x="11158542" y="6815138"/>
              <a:ext cx="0" cy="7191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3F5B2E2B-225D-4696-872C-A578E71C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1177592" y="7548563"/>
              <a:ext cx="223833" cy="1000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E0F4CB37-1D42-40CE-A474-03A8F558F56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7142" y="7648575"/>
              <a:ext cx="0" cy="3762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F030901D-3083-49CE-9B5E-598608866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39400" y="7996237"/>
              <a:ext cx="947737" cy="3714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74191ED8-FE03-4E18-86E9-1DFB3BB0F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405" y="8377238"/>
              <a:ext cx="0" cy="523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452">
              <a:extLst>
                <a:ext uri="{FF2B5EF4-FFF2-40B4-BE49-F238E27FC236}">
                  <a16:creationId xmlns:a16="http://schemas.microsoft.com/office/drawing/2014/main" id="{21C451B4-FCF5-465A-9CEB-821E17329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3175" y="8910638"/>
              <a:ext cx="280988" cy="1190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1D6CEACB-FFB5-4CF8-A10D-4815F5F789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0730" y="7842250"/>
              <a:ext cx="0" cy="50713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132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2086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9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3694703" y="6809306"/>
            <a:ext cx="5482181" cy="912142"/>
            <a:chOff x="-9640002" y="6263551"/>
            <a:chExt cx="5482181" cy="912141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-9172329" y="680614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-9640002" y="699674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-4458777" y="62635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-4926539" y="644674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5326" name="start">
            <a:extLst>
              <a:ext uri="{FF2B5EF4-FFF2-40B4-BE49-F238E27FC236}">
                <a16:creationId xmlns:a16="http://schemas.microsoft.com/office/drawing/2014/main" id="{E7E16DE6-F79D-4739-9F2C-76E2B2C0794A}"/>
              </a:ext>
            </a:extLst>
          </p:cNvPr>
          <p:cNvSpPr/>
          <p:nvPr/>
        </p:nvSpPr>
        <p:spPr>
          <a:xfrm>
            <a:off x="6287972" y="10572641"/>
            <a:ext cx="305279" cy="177633"/>
          </a:xfrm>
          <a:prstGeom prst="hexagon">
            <a:avLst>
              <a:gd name="adj" fmla="val 39558"/>
              <a:gd name="vf" fmla="val 11547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4111" tIns="67056" rIns="134111" bIns="6705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15"/>
          </a:p>
        </p:txBody>
      </p:sp>
      <p:grpSp>
        <p:nvGrpSpPr>
          <p:cNvPr id="9" name="1">
            <a:extLst>
              <a:ext uri="{FF2B5EF4-FFF2-40B4-BE49-F238E27FC236}">
                <a16:creationId xmlns:a16="http://schemas.microsoft.com/office/drawing/2014/main" id="{894680F1-914F-4B0C-98FD-4C38DFF001C3}"/>
              </a:ext>
            </a:extLst>
          </p:cNvPr>
          <p:cNvGrpSpPr/>
          <p:nvPr/>
        </p:nvGrpSpPr>
        <p:grpSpPr>
          <a:xfrm>
            <a:off x="4391498" y="7264110"/>
            <a:ext cx="4087132" cy="3394966"/>
            <a:chOff x="4319612" y="7264109"/>
            <a:chExt cx="4087132" cy="3394966"/>
          </a:xfrm>
        </p:grpSpPr>
        <p:sp>
          <p:nvSpPr>
            <p:cNvPr id="1691" name="Hexagon 1690">
              <a:extLst>
                <a:ext uri="{FF2B5EF4-FFF2-40B4-BE49-F238E27FC236}">
                  <a16:creationId xmlns:a16="http://schemas.microsoft.com/office/drawing/2014/main" id="{F6C15BFD-98EC-4552-B2A7-53DC6E2324F0}"/>
                </a:ext>
              </a:extLst>
            </p:cNvPr>
            <p:cNvSpPr/>
            <p:nvPr/>
          </p:nvSpPr>
          <p:spPr>
            <a:xfrm>
              <a:off x="6445636" y="104801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3" name="Hexagon 1702">
              <a:extLst>
                <a:ext uri="{FF2B5EF4-FFF2-40B4-BE49-F238E27FC236}">
                  <a16:creationId xmlns:a16="http://schemas.microsoft.com/office/drawing/2014/main" id="{1CEEA7C8-A3C2-4399-8B2F-9F6E05F6729A}"/>
                </a:ext>
              </a:extLst>
            </p:cNvPr>
            <p:cNvSpPr/>
            <p:nvPr/>
          </p:nvSpPr>
          <p:spPr>
            <a:xfrm>
              <a:off x="6683791" y="103895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0" name="Hexagon 1709">
              <a:extLst>
                <a:ext uri="{FF2B5EF4-FFF2-40B4-BE49-F238E27FC236}">
                  <a16:creationId xmlns:a16="http://schemas.microsoft.com/office/drawing/2014/main" id="{A152E044-9D55-424B-BB11-9C905254B91A}"/>
                </a:ext>
              </a:extLst>
            </p:cNvPr>
            <p:cNvSpPr/>
            <p:nvPr/>
          </p:nvSpPr>
          <p:spPr>
            <a:xfrm>
              <a:off x="6447880" y="1029879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1" name="Hexagon 1710">
              <a:extLst>
                <a:ext uri="{FF2B5EF4-FFF2-40B4-BE49-F238E27FC236}">
                  <a16:creationId xmlns:a16="http://schemas.microsoft.com/office/drawing/2014/main" id="{BB053602-A1E7-4451-A7BC-6030F64A38A6}"/>
                </a:ext>
              </a:extLst>
            </p:cNvPr>
            <p:cNvSpPr/>
            <p:nvPr/>
          </p:nvSpPr>
          <p:spPr>
            <a:xfrm>
              <a:off x="6211046" y="1038884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2" name="Hexagon 1711">
              <a:extLst>
                <a:ext uri="{FF2B5EF4-FFF2-40B4-BE49-F238E27FC236}">
                  <a16:creationId xmlns:a16="http://schemas.microsoft.com/office/drawing/2014/main" id="{D0237DBA-A5CF-4441-8A8B-29BEC984BDCB}"/>
                </a:ext>
              </a:extLst>
            </p:cNvPr>
            <p:cNvSpPr/>
            <p:nvPr/>
          </p:nvSpPr>
          <p:spPr>
            <a:xfrm>
              <a:off x="5976284" y="104801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3" name="Hexagon 1712">
              <a:extLst>
                <a:ext uri="{FF2B5EF4-FFF2-40B4-BE49-F238E27FC236}">
                  <a16:creationId xmlns:a16="http://schemas.microsoft.com/office/drawing/2014/main" id="{A220AA05-95E0-4AEE-8069-035164AF536F}"/>
                </a:ext>
              </a:extLst>
            </p:cNvPr>
            <p:cNvSpPr/>
            <p:nvPr/>
          </p:nvSpPr>
          <p:spPr>
            <a:xfrm>
              <a:off x="5978095" y="1030184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4" name="Hexagon 1713">
              <a:extLst>
                <a:ext uri="{FF2B5EF4-FFF2-40B4-BE49-F238E27FC236}">
                  <a16:creationId xmlns:a16="http://schemas.microsoft.com/office/drawing/2014/main" id="{DC4AEB51-656F-4F13-BA42-3CA52AB7CB63}"/>
                </a:ext>
              </a:extLst>
            </p:cNvPr>
            <p:cNvSpPr/>
            <p:nvPr/>
          </p:nvSpPr>
          <p:spPr>
            <a:xfrm>
              <a:off x="5739496" y="1038236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5" name="Hexagon 1714">
              <a:extLst>
                <a:ext uri="{FF2B5EF4-FFF2-40B4-BE49-F238E27FC236}">
                  <a16:creationId xmlns:a16="http://schemas.microsoft.com/office/drawing/2014/main" id="{3449DA69-7849-4444-AE85-9DEA436FC3B2}"/>
                </a:ext>
              </a:extLst>
            </p:cNvPr>
            <p:cNvSpPr/>
            <p:nvPr/>
          </p:nvSpPr>
          <p:spPr>
            <a:xfrm>
              <a:off x="5741307" y="102040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6" name="Hexagon 1715">
              <a:extLst>
                <a:ext uri="{FF2B5EF4-FFF2-40B4-BE49-F238E27FC236}">
                  <a16:creationId xmlns:a16="http://schemas.microsoft.com/office/drawing/2014/main" id="{2EC4B2F6-1F2F-4CE8-B75D-3B9FBAF54071}"/>
                </a:ext>
              </a:extLst>
            </p:cNvPr>
            <p:cNvSpPr/>
            <p:nvPr/>
          </p:nvSpPr>
          <p:spPr>
            <a:xfrm>
              <a:off x="5734695" y="1001676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7" name="Hexagon 1716">
              <a:extLst>
                <a:ext uri="{FF2B5EF4-FFF2-40B4-BE49-F238E27FC236}">
                  <a16:creationId xmlns:a16="http://schemas.microsoft.com/office/drawing/2014/main" id="{52B7D1E4-165A-4023-9369-4B9368386DB8}"/>
                </a:ext>
              </a:extLst>
            </p:cNvPr>
            <p:cNvSpPr/>
            <p:nvPr/>
          </p:nvSpPr>
          <p:spPr>
            <a:xfrm>
              <a:off x="5736506" y="983848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8" name="Hexagon 1717">
              <a:extLst>
                <a:ext uri="{FF2B5EF4-FFF2-40B4-BE49-F238E27FC236}">
                  <a16:creationId xmlns:a16="http://schemas.microsoft.com/office/drawing/2014/main" id="{0493D920-BB5B-4F62-9B9E-A1AA3F675BAB}"/>
                </a:ext>
              </a:extLst>
            </p:cNvPr>
            <p:cNvSpPr/>
            <p:nvPr/>
          </p:nvSpPr>
          <p:spPr>
            <a:xfrm>
              <a:off x="5504366" y="1011417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9" name="Hexagon 1718">
              <a:extLst>
                <a:ext uri="{FF2B5EF4-FFF2-40B4-BE49-F238E27FC236}">
                  <a16:creationId xmlns:a16="http://schemas.microsoft.com/office/drawing/2014/main" id="{0CE06197-9554-448E-AAE6-7A77A13F1502}"/>
                </a:ext>
              </a:extLst>
            </p:cNvPr>
            <p:cNvSpPr/>
            <p:nvPr/>
          </p:nvSpPr>
          <p:spPr>
            <a:xfrm>
              <a:off x="5497754" y="992685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0" name="Hexagon 1719">
              <a:extLst>
                <a:ext uri="{FF2B5EF4-FFF2-40B4-BE49-F238E27FC236}">
                  <a16:creationId xmlns:a16="http://schemas.microsoft.com/office/drawing/2014/main" id="{17FCB3D5-5D9E-4718-9888-B05B5783D7E2}"/>
                </a:ext>
              </a:extLst>
            </p:cNvPr>
            <p:cNvSpPr/>
            <p:nvPr/>
          </p:nvSpPr>
          <p:spPr>
            <a:xfrm>
              <a:off x="5499565" y="974857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1" name="Hexagon 1720">
              <a:extLst>
                <a:ext uri="{FF2B5EF4-FFF2-40B4-BE49-F238E27FC236}">
                  <a16:creationId xmlns:a16="http://schemas.microsoft.com/office/drawing/2014/main" id="{CE65ADAB-5C74-4284-B30C-F544FFA93A79}"/>
                </a:ext>
              </a:extLst>
            </p:cNvPr>
            <p:cNvSpPr/>
            <p:nvPr/>
          </p:nvSpPr>
          <p:spPr>
            <a:xfrm>
              <a:off x="5261383" y="983737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2" name="Hexagon 1721">
              <a:extLst>
                <a:ext uri="{FF2B5EF4-FFF2-40B4-BE49-F238E27FC236}">
                  <a16:creationId xmlns:a16="http://schemas.microsoft.com/office/drawing/2014/main" id="{14656F98-F767-4E38-BBE0-00C09B9D1C67}"/>
                </a:ext>
              </a:extLst>
            </p:cNvPr>
            <p:cNvSpPr/>
            <p:nvPr/>
          </p:nvSpPr>
          <p:spPr>
            <a:xfrm>
              <a:off x="5024747" y="974790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3" name="Hexagon 1722">
              <a:extLst>
                <a:ext uri="{FF2B5EF4-FFF2-40B4-BE49-F238E27FC236}">
                  <a16:creationId xmlns:a16="http://schemas.microsoft.com/office/drawing/2014/main" id="{F1D5CCA6-7E14-4FA0-9EDF-0A3A76B341E8}"/>
                </a:ext>
              </a:extLst>
            </p:cNvPr>
            <p:cNvSpPr/>
            <p:nvPr/>
          </p:nvSpPr>
          <p:spPr>
            <a:xfrm>
              <a:off x="5018135" y="956057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4" name="Hexagon 1723">
              <a:extLst>
                <a:ext uri="{FF2B5EF4-FFF2-40B4-BE49-F238E27FC236}">
                  <a16:creationId xmlns:a16="http://schemas.microsoft.com/office/drawing/2014/main" id="{3A17290D-4EC4-4A9F-B2C2-FD0156EB0D1C}"/>
                </a:ext>
              </a:extLst>
            </p:cNvPr>
            <p:cNvSpPr/>
            <p:nvPr/>
          </p:nvSpPr>
          <p:spPr>
            <a:xfrm>
              <a:off x="5019946" y="938229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5" name="Hexagon 1724">
              <a:extLst>
                <a:ext uri="{FF2B5EF4-FFF2-40B4-BE49-F238E27FC236}">
                  <a16:creationId xmlns:a16="http://schemas.microsoft.com/office/drawing/2014/main" id="{D84E80D3-67AA-4425-9D96-83C4CB881A15}"/>
                </a:ext>
              </a:extLst>
            </p:cNvPr>
            <p:cNvSpPr/>
            <p:nvPr/>
          </p:nvSpPr>
          <p:spPr>
            <a:xfrm>
              <a:off x="5733301" y="965605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6" name="Hexagon 1725">
              <a:extLst>
                <a:ext uri="{FF2B5EF4-FFF2-40B4-BE49-F238E27FC236}">
                  <a16:creationId xmlns:a16="http://schemas.microsoft.com/office/drawing/2014/main" id="{81119BA5-22FD-442C-BB3F-834B2083780A}"/>
                </a:ext>
              </a:extLst>
            </p:cNvPr>
            <p:cNvSpPr/>
            <p:nvPr/>
          </p:nvSpPr>
          <p:spPr>
            <a:xfrm>
              <a:off x="5735112" y="947777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7" name="Hexagon 1726">
              <a:extLst>
                <a:ext uri="{FF2B5EF4-FFF2-40B4-BE49-F238E27FC236}">
                  <a16:creationId xmlns:a16="http://schemas.microsoft.com/office/drawing/2014/main" id="{F6195F04-F61B-4395-8D07-BD692814B65F}"/>
                </a:ext>
              </a:extLst>
            </p:cNvPr>
            <p:cNvSpPr/>
            <p:nvPr/>
          </p:nvSpPr>
          <p:spPr>
            <a:xfrm>
              <a:off x="5728500" y="929045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8" name="Hexagon 1727">
              <a:extLst>
                <a:ext uri="{FF2B5EF4-FFF2-40B4-BE49-F238E27FC236}">
                  <a16:creationId xmlns:a16="http://schemas.microsoft.com/office/drawing/2014/main" id="{D1BD9543-23D8-4F24-9932-9FC13ECE4217}"/>
                </a:ext>
              </a:extLst>
            </p:cNvPr>
            <p:cNvSpPr/>
            <p:nvPr/>
          </p:nvSpPr>
          <p:spPr>
            <a:xfrm>
              <a:off x="5730311" y="911217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9" name="Hexagon 1728">
              <a:extLst>
                <a:ext uri="{FF2B5EF4-FFF2-40B4-BE49-F238E27FC236}">
                  <a16:creationId xmlns:a16="http://schemas.microsoft.com/office/drawing/2014/main" id="{BB03A8CF-76A0-4D25-B0C9-0C2B9615773E}"/>
                </a:ext>
              </a:extLst>
            </p:cNvPr>
            <p:cNvSpPr/>
            <p:nvPr/>
          </p:nvSpPr>
          <p:spPr>
            <a:xfrm>
              <a:off x="5971522" y="956306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0" name="Hexagon 1729">
              <a:extLst>
                <a:ext uri="{FF2B5EF4-FFF2-40B4-BE49-F238E27FC236}">
                  <a16:creationId xmlns:a16="http://schemas.microsoft.com/office/drawing/2014/main" id="{7281A134-C1E2-4F2D-9464-54BE41B1F531}"/>
                </a:ext>
              </a:extLst>
            </p:cNvPr>
            <p:cNvSpPr/>
            <p:nvPr/>
          </p:nvSpPr>
          <p:spPr>
            <a:xfrm>
              <a:off x="5964910" y="937573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1" name="Hexagon 1730">
              <a:extLst>
                <a:ext uri="{FF2B5EF4-FFF2-40B4-BE49-F238E27FC236}">
                  <a16:creationId xmlns:a16="http://schemas.microsoft.com/office/drawing/2014/main" id="{ECC72DBA-741D-4B86-8B5A-80D66664EFAC}"/>
                </a:ext>
              </a:extLst>
            </p:cNvPr>
            <p:cNvSpPr/>
            <p:nvPr/>
          </p:nvSpPr>
          <p:spPr>
            <a:xfrm>
              <a:off x="5966721" y="919745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2" name="Hexagon 1731">
              <a:extLst>
                <a:ext uri="{FF2B5EF4-FFF2-40B4-BE49-F238E27FC236}">
                  <a16:creationId xmlns:a16="http://schemas.microsoft.com/office/drawing/2014/main" id="{D1819A92-3EE3-40D7-A391-50EBE6165511}"/>
                </a:ext>
              </a:extLst>
            </p:cNvPr>
            <p:cNvSpPr/>
            <p:nvPr/>
          </p:nvSpPr>
          <p:spPr>
            <a:xfrm>
              <a:off x="6209411" y="964838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3" name="Hexagon 1732">
              <a:extLst>
                <a:ext uri="{FF2B5EF4-FFF2-40B4-BE49-F238E27FC236}">
                  <a16:creationId xmlns:a16="http://schemas.microsoft.com/office/drawing/2014/main" id="{8B26E26C-EEB2-4789-8F24-7EA5AFDF26CA}"/>
                </a:ext>
              </a:extLst>
            </p:cNvPr>
            <p:cNvSpPr/>
            <p:nvPr/>
          </p:nvSpPr>
          <p:spPr>
            <a:xfrm>
              <a:off x="6202799" y="946106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4" name="Hexagon 1733">
              <a:extLst>
                <a:ext uri="{FF2B5EF4-FFF2-40B4-BE49-F238E27FC236}">
                  <a16:creationId xmlns:a16="http://schemas.microsoft.com/office/drawing/2014/main" id="{3BEAD509-EFC9-4624-890A-719077010920}"/>
                </a:ext>
              </a:extLst>
            </p:cNvPr>
            <p:cNvSpPr/>
            <p:nvPr/>
          </p:nvSpPr>
          <p:spPr>
            <a:xfrm>
              <a:off x="6204610" y="92827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5" name="Hexagon 1734">
              <a:extLst>
                <a:ext uri="{FF2B5EF4-FFF2-40B4-BE49-F238E27FC236}">
                  <a16:creationId xmlns:a16="http://schemas.microsoft.com/office/drawing/2014/main" id="{55FF7A3D-5A20-4FBB-BD67-F34336BA9D7A}"/>
                </a:ext>
              </a:extLst>
            </p:cNvPr>
            <p:cNvSpPr/>
            <p:nvPr/>
          </p:nvSpPr>
          <p:spPr>
            <a:xfrm>
              <a:off x="6451340" y="973963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6" name="Hexagon 1735">
              <a:extLst>
                <a:ext uri="{FF2B5EF4-FFF2-40B4-BE49-F238E27FC236}">
                  <a16:creationId xmlns:a16="http://schemas.microsoft.com/office/drawing/2014/main" id="{2EF76CBE-1072-434B-9670-C30B3EBA8B8C}"/>
                </a:ext>
              </a:extLst>
            </p:cNvPr>
            <p:cNvSpPr/>
            <p:nvPr/>
          </p:nvSpPr>
          <p:spPr>
            <a:xfrm>
              <a:off x="6444728" y="955706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7" name="Hexagon 1736">
              <a:extLst>
                <a:ext uri="{FF2B5EF4-FFF2-40B4-BE49-F238E27FC236}">
                  <a16:creationId xmlns:a16="http://schemas.microsoft.com/office/drawing/2014/main" id="{F9D5BDE6-F19B-4706-A2F7-0938B7A67F79}"/>
                </a:ext>
              </a:extLst>
            </p:cNvPr>
            <p:cNvSpPr/>
            <p:nvPr/>
          </p:nvSpPr>
          <p:spPr>
            <a:xfrm>
              <a:off x="6444158" y="937878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8" name="Hexagon 1737">
              <a:extLst>
                <a:ext uri="{FF2B5EF4-FFF2-40B4-BE49-F238E27FC236}">
                  <a16:creationId xmlns:a16="http://schemas.microsoft.com/office/drawing/2014/main" id="{C3E02F24-21E8-4EB8-BC6E-FFB1D19025AD}"/>
                </a:ext>
              </a:extLst>
            </p:cNvPr>
            <p:cNvSpPr/>
            <p:nvPr/>
          </p:nvSpPr>
          <p:spPr>
            <a:xfrm>
              <a:off x="6442347" y="919507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9" name="Hexagon 1738">
              <a:extLst>
                <a:ext uri="{FF2B5EF4-FFF2-40B4-BE49-F238E27FC236}">
                  <a16:creationId xmlns:a16="http://schemas.microsoft.com/office/drawing/2014/main" id="{9783FD8F-507F-4981-8DFD-D1F9202CCA54}"/>
                </a:ext>
              </a:extLst>
            </p:cNvPr>
            <p:cNvSpPr/>
            <p:nvPr/>
          </p:nvSpPr>
          <p:spPr>
            <a:xfrm>
              <a:off x="6683549" y="1020547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0" name="Hexagon 1739">
              <a:extLst>
                <a:ext uri="{FF2B5EF4-FFF2-40B4-BE49-F238E27FC236}">
                  <a16:creationId xmlns:a16="http://schemas.microsoft.com/office/drawing/2014/main" id="{5E1E6144-4A15-4614-968A-AA189058EFE4}"/>
                </a:ext>
              </a:extLst>
            </p:cNvPr>
            <p:cNvSpPr/>
            <p:nvPr/>
          </p:nvSpPr>
          <p:spPr>
            <a:xfrm>
              <a:off x="6921704" y="1011494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1" name="Hexagon 1740">
              <a:extLst>
                <a:ext uri="{FF2B5EF4-FFF2-40B4-BE49-F238E27FC236}">
                  <a16:creationId xmlns:a16="http://schemas.microsoft.com/office/drawing/2014/main" id="{771F2A7F-B9F7-49B3-828D-761A615B8F47}"/>
                </a:ext>
              </a:extLst>
            </p:cNvPr>
            <p:cNvSpPr/>
            <p:nvPr/>
          </p:nvSpPr>
          <p:spPr>
            <a:xfrm>
              <a:off x="6685793" y="1002414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2" name="Hexagon 1741">
              <a:extLst>
                <a:ext uri="{FF2B5EF4-FFF2-40B4-BE49-F238E27FC236}">
                  <a16:creationId xmlns:a16="http://schemas.microsoft.com/office/drawing/2014/main" id="{E5F9D842-1643-4927-90B1-6C49D528B3F0}"/>
                </a:ext>
              </a:extLst>
            </p:cNvPr>
            <p:cNvSpPr/>
            <p:nvPr/>
          </p:nvSpPr>
          <p:spPr>
            <a:xfrm>
              <a:off x="6448959" y="1011419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3" name="Hexagon 1742">
              <a:extLst>
                <a:ext uri="{FF2B5EF4-FFF2-40B4-BE49-F238E27FC236}">
                  <a16:creationId xmlns:a16="http://schemas.microsoft.com/office/drawing/2014/main" id="{D0919B9A-4EC6-4E19-9A6B-6E364CA649A2}"/>
                </a:ext>
              </a:extLst>
            </p:cNvPr>
            <p:cNvSpPr/>
            <p:nvPr/>
          </p:nvSpPr>
          <p:spPr>
            <a:xfrm>
              <a:off x="6921460" y="993124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4" name="Hexagon 1743">
              <a:extLst>
                <a:ext uri="{FF2B5EF4-FFF2-40B4-BE49-F238E27FC236}">
                  <a16:creationId xmlns:a16="http://schemas.microsoft.com/office/drawing/2014/main" id="{0986D4F4-DC5B-488B-8066-80945553C4DE}"/>
                </a:ext>
              </a:extLst>
            </p:cNvPr>
            <p:cNvSpPr/>
            <p:nvPr/>
          </p:nvSpPr>
          <p:spPr>
            <a:xfrm>
              <a:off x="7159615" y="984071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5" name="Hexagon 1744">
              <a:extLst>
                <a:ext uri="{FF2B5EF4-FFF2-40B4-BE49-F238E27FC236}">
                  <a16:creationId xmlns:a16="http://schemas.microsoft.com/office/drawing/2014/main" id="{0E81E38D-C528-45BD-A827-53C4816CCFDF}"/>
                </a:ext>
              </a:extLst>
            </p:cNvPr>
            <p:cNvSpPr/>
            <p:nvPr/>
          </p:nvSpPr>
          <p:spPr>
            <a:xfrm>
              <a:off x="6923704" y="974990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6" name="Hexagon 1745">
              <a:extLst>
                <a:ext uri="{FF2B5EF4-FFF2-40B4-BE49-F238E27FC236}">
                  <a16:creationId xmlns:a16="http://schemas.microsoft.com/office/drawing/2014/main" id="{E2DA6209-347C-43FC-A2DA-CE2581567A7D}"/>
                </a:ext>
              </a:extLst>
            </p:cNvPr>
            <p:cNvSpPr/>
            <p:nvPr/>
          </p:nvSpPr>
          <p:spPr>
            <a:xfrm>
              <a:off x="6686870" y="983995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7" name="Hexagon 1746">
              <a:extLst>
                <a:ext uri="{FF2B5EF4-FFF2-40B4-BE49-F238E27FC236}">
                  <a16:creationId xmlns:a16="http://schemas.microsoft.com/office/drawing/2014/main" id="{F58BB2B8-2339-4043-8BED-DC73253BEE09}"/>
                </a:ext>
              </a:extLst>
            </p:cNvPr>
            <p:cNvSpPr/>
            <p:nvPr/>
          </p:nvSpPr>
          <p:spPr>
            <a:xfrm>
              <a:off x="6683549" y="965253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8" name="Hexagon 1747">
              <a:extLst>
                <a:ext uri="{FF2B5EF4-FFF2-40B4-BE49-F238E27FC236}">
                  <a16:creationId xmlns:a16="http://schemas.microsoft.com/office/drawing/2014/main" id="{6AECD47A-A0C9-4F76-949C-D516459E3627}"/>
                </a:ext>
              </a:extLst>
            </p:cNvPr>
            <p:cNvSpPr/>
            <p:nvPr/>
          </p:nvSpPr>
          <p:spPr>
            <a:xfrm>
              <a:off x="6919216" y="955963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9" name="Hexagon 1748">
              <a:extLst>
                <a:ext uri="{FF2B5EF4-FFF2-40B4-BE49-F238E27FC236}">
                  <a16:creationId xmlns:a16="http://schemas.microsoft.com/office/drawing/2014/main" id="{ABDD91A3-7E6A-4292-85D0-8CDD78DCFD47}"/>
                </a:ext>
              </a:extLst>
            </p:cNvPr>
            <p:cNvSpPr/>
            <p:nvPr/>
          </p:nvSpPr>
          <p:spPr>
            <a:xfrm>
              <a:off x="6921460" y="937830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0" name="Hexagon 1749">
              <a:extLst>
                <a:ext uri="{FF2B5EF4-FFF2-40B4-BE49-F238E27FC236}">
                  <a16:creationId xmlns:a16="http://schemas.microsoft.com/office/drawing/2014/main" id="{105D09BE-6F57-4671-B12C-2F1B00B7C071}"/>
                </a:ext>
              </a:extLst>
            </p:cNvPr>
            <p:cNvSpPr/>
            <p:nvPr/>
          </p:nvSpPr>
          <p:spPr>
            <a:xfrm>
              <a:off x="6684626" y="946835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1" name="Hexagon 1750">
              <a:extLst>
                <a:ext uri="{FF2B5EF4-FFF2-40B4-BE49-F238E27FC236}">
                  <a16:creationId xmlns:a16="http://schemas.microsoft.com/office/drawing/2014/main" id="{6B691340-F485-406A-9F01-17D5D1D07631}"/>
                </a:ext>
              </a:extLst>
            </p:cNvPr>
            <p:cNvSpPr/>
            <p:nvPr/>
          </p:nvSpPr>
          <p:spPr>
            <a:xfrm>
              <a:off x="6918694" y="919183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2" name="Hexagon 1751">
              <a:extLst>
                <a:ext uri="{FF2B5EF4-FFF2-40B4-BE49-F238E27FC236}">
                  <a16:creationId xmlns:a16="http://schemas.microsoft.com/office/drawing/2014/main" id="{C90509DA-8CBE-4380-A162-B80D8E86EEBD}"/>
                </a:ext>
              </a:extLst>
            </p:cNvPr>
            <p:cNvSpPr/>
            <p:nvPr/>
          </p:nvSpPr>
          <p:spPr>
            <a:xfrm>
              <a:off x="6681860" y="92818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3" name="Hexagon 1752">
              <a:extLst>
                <a:ext uri="{FF2B5EF4-FFF2-40B4-BE49-F238E27FC236}">
                  <a16:creationId xmlns:a16="http://schemas.microsoft.com/office/drawing/2014/main" id="{5689E559-1700-431F-A486-F15C0E61E54B}"/>
                </a:ext>
              </a:extLst>
            </p:cNvPr>
            <p:cNvSpPr/>
            <p:nvPr/>
          </p:nvSpPr>
          <p:spPr>
            <a:xfrm>
              <a:off x="7158294" y="92813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4" name="Hexagon 1753">
              <a:extLst>
                <a:ext uri="{FF2B5EF4-FFF2-40B4-BE49-F238E27FC236}">
                  <a16:creationId xmlns:a16="http://schemas.microsoft.com/office/drawing/2014/main" id="{EDD25143-685A-489E-9FD8-D7804F9E9749}"/>
                </a:ext>
              </a:extLst>
            </p:cNvPr>
            <p:cNvSpPr/>
            <p:nvPr/>
          </p:nvSpPr>
          <p:spPr>
            <a:xfrm>
              <a:off x="7160538" y="909997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5" name="Hexagon 1754">
              <a:extLst>
                <a:ext uri="{FF2B5EF4-FFF2-40B4-BE49-F238E27FC236}">
                  <a16:creationId xmlns:a16="http://schemas.microsoft.com/office/drawing/2014/main" id="{15A64174-A49E-4FA6-AB3F-37C18CBCDAA9}"/>
                </a:ext>
              </a:extLst>
            </p:cNvPr>
            <p:cNvSpPr/>
            <p:nvPr/>
          </p:nvSpPr>
          <p:spPr>
            <a:xfrm>
              <a:off x="7393713" y="955706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6" name="Hexagon 1755">
              <a:extLst>
                <a:ext uri="{FF2B5EF4-FFF2-40B4-BE49-F238E27FC236}">
                  <a16:creationId xmlns:a16="http://schemas.microsoft.com/office/drawing/2014/main" id="{9A2388FE-0536-4F58-ADBC-8DC6D296A100}"/>
                </a:ext>
              </a:extLst>
            </p:cNvPr>
            <p:cNvSpPr/>
            <p:nvPr/>
          </p:nvSpPr>
          <p:spPr>
            <a:xfrm>
              <a:off x="7395957" y="937573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7" name="Hexagon 1756">
              <a:extLst>
                <a:ext uri="{FF2B5EF4-FFF2-40B4-BE49-F238E27FC236}">
                  <a16:creationId xmlns:a16="http://schemas.microsoft.com/office/drawing/2014/main" id="{85F02D90-7025-41EB-AD9D-86A67E4A643F}"/>
                </a:ext>
              </a:extLst>
            </p:cNvPr>
            <p:cNvSpPr/>
            <p:nvPr/>
          </p:nvSpPr>
          <p:spPr>
            <a:xfrm>
              <a:off x="7630730" y="927893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8" name="Hexagon 1757">
              <a:extLst>
                <a:ext uri="{FF2B5EF4-FFF2-40B4-BE49-F238E27FC236}">
                  <a16:creationId xmlns:a16="http://schemas.microsoft.com/office/drawing/2014/main" id="{33D7A430-4DED-4670-B64E-137C402614D5}"/>
                </a:ext>
              </a:extLst>
            </p:cNvPr>
            <p:cNvSpPr/>
            <p:nvPr/>
          </p:nvSpPr>
          <p:spPr>
            <a:xfrm>
              <a:off x="7628212" y="909997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9" name="Hexagon 1758">
              <a:extLst>
                <a:ext uri="{FF2B5EF4-FFF2-40B4-BE49-F238E27FC236}">
                  <a16:creationId xmlns:a16="http://schemas.microsoft.com/office/drawing/2014/main" id="{1A10465F-131F-47A6-9E40-49996A08705C}"/>
                </a:ext>
              </a:extLst>
            </p:cNvPr>
            <p:cNvSpPr/>
            <p:nvPr/>
          </p:nvSpPr>
          <p:spPr>
            <a:xfrm>
              <a:off x="7863631" y="919183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0" name="Hexagon 1759">
              <a:extLst>
                <a:ext uri="{FF2B5EF4-FFF2-40B4-BE49-F238E27FC236}">
                  <a16:creationId xmlns:a16="http://schemas.microsoft.com/office/drawing/2014/main" id="{E7348657-06C3-4276-9115-8912D8D70C3F}"/>
                </a:ext>
              </a:extLst>
            </p:cNvPr>
            <p:cNvSpPr/>
            <p:nvPr/>
          </p:nvSpPr>
          <p:spPr>
            <a:xfrm>
              <a:off x="7393713" y="900822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1" name="Hexagon 1760">
              <a:extLst>
                <a:ext uri="{FF2B5EF4-FFF2-40B4-BE49-F238E27FC236}">
                  <a16:creationId xmlns:a16="http://schemas.microsoft.com/office/drawing/2014/main" id="{0CE80914-1062-4019-B156-52A82D9110CE}"/>
                </a:ext>
              </a:extLst>
            </p:cNvPr>
            <p:cNvSpPr/>
            <p:nvPr/>
          </p:nvSpPr>
          <p:spPr>
            <a:xfrm>
              <a:off x="6916176" y="901110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2" name="Hexagon 1761">
              <a:extLst>
                <a:ext uri="{FF2B5EF4-FFF2-40B4-BE49-F238E27FC236}">
                  <a16:creationId xmlns:a16="http://schemas.microsoft.com/office/drawing/2014/main" id="{CBC4D34C-7719-473C-993C-FC98838DFDC6}"/>
                </a:ext>
              </a:extLst>
            </p:cNvPr>
            <p:cNvSpPr/>
            <p:nvPr/>
          </p:nvSpPr>
          <p:spPr>
            <a:xfrm>
              <a:off x="7158020" y="891925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3" name="Hexagon 1762">
              <a:extLst>
                <a:ext uri="{FF2B5EF4-FFF2-40B4-BE49-F238E27FC236}">
                  <a16:creationId xmlns:a16="http://schemas.microsoft.com/office/drawing/2014/main" id="{6142F8C2-CE1F-4E80-B830-8505C2E11D2F}"/>
                </a:ext>
              </a:extLst>
            </p:cNvPr>
            <p:cNvSpPr/>
            <p:nvPr/>
          </p:nvSpPr>
          <p:spPr>
            <a:xfrm>
              <a:off x="7391195" y="882750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4" name="Hexagon 1763">
              <a:extLst>
                <a:ext uri="{FF2B5EF4-FFF2-40B4-BE49-F238E27FC236}">
                  <a16:creationId xmlns:a16="http://schemas.microsoft.com/office/drawing/2014/main" id="{3A189911-4968-4D47-AD34-E2932F457A68}"/>
                </a:ext>
              </a:extLst>
            </p:cNvPr>
            <p:cNvSpPr/>
            <p:nvPr/>
          </p:nvSpPr>
          <p:spPr>
            <a:xfrm>
              <a:off x="6681860" y="891946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5" name="Hexagon 1764">
              <a:extLst>
                <a:ext uri="{FF2B5EF4-FFF2-40B4-BE49-F238E27FC236}">
                  <a16:creationId xmlns:a16="http://schemas.microsoft.com/office/drawing/2014/main" id="{62EBD8E9-E82D-4FB9-9A3C-A4408663609F}"/>
                </a:ext>
              </a:extLst>
            </p:cNvPr>
            <p:cNvSpPr/>
            <p:nvPr/>
          </p:nvSpPr>
          <p:spPr>
            <a:xfrm>
              <a:off x="6447361" y="882771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6" name="Hexagon 1765">
              <a:extLst>
                <a:ext uri="{FF2B5EF4-FFF2-40B4-BE49-F238E27FC236}">
                  <a16:creationId xmlns:a16="http://schemas.microsoft.com/office/drawing/2014/main" id="{CD5B003B-6D85-49BA-B13A-0210DE16E011}"/>
                </a:ext>
              </a:extLst>
            </p:cNvPr>
            <p:cNvSpPr/>
            <p:nvPr/>
          </p:nvSpPr>
          <p:spPr>
            <a:xfrm>
              <a:off x="6211668" y="873873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7" name="Hexagon 1766">
              <a:extLst>
                <a:ext uri="{FF2B5EF4-FFF2-40B4-BE49-F238E27FC236}">
                  <a16:creationId xmlns:a16="http://schemas.microsoft.com/office/drawing/2014/main" id="{8EFD2C23-4E10-41B7-8AC4-15BE26474E22}"/>
                </a:ext>
              </a:extLst>
            </p:cNvPr>
            <p:cNvSpPr/>
            <p:nvPr/>
          </p:nvSpPr>
          <p:spPr>
            <a:xfrm>
              <a:off x="5732980" y="892928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8" name="Hexagon 1767">
              <a:extLst>
                <a:ext uri="{FF2B5EF4-FFF2-40B4-BE49-F238E27FC236}">
                  <a16:creationId xmlns:a16="http://schemas.microsoft.com/office/drawing/2014/main" id="{88A3F2F0-6469-4659-8709-3E8F3C65E931}"/>
                </a:ext>
              </a:extLst>
            </p:cNvPr>
            <p:cNvSpPr/>
            <p:nvPr/>
          </p:nvSpPr>
          <p:spPr>
            <a:xfrm>
              <a:off x="5971201" y="883629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9" name="Hexagon 1768">
              <a:extLst>
                <a:ext uri="{FF2B5EF4-FFF2-40B4-BE49-F238E27FC236}">
                  <a16:creationId xmlns:a16="http://schemas.microsoft.com/office/drawing/2014/main" id="{7DDB1D83-B985-4C0F-BAF9-9AE32F8FDDBE}"/>
                </a:ext>
              </a:extLst>
            </p:cNvPr>
            <p:cNvSpPr/>
            <p:nvPr/>
          </p:nvSpPr>
          <p:spPr>
            <a:xfrm>
              <a:off x="5261344" y="911181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0" name="Hexagon 1769">
              <a:extLst>
                <a:ext uri="{FF2B5EF4-FFF2-40B4-BE49-F238E27FC236}">
                  <a16:creationId xmlns:a16="http://schemas.microsoft.com/office/drawing/2014/main" id="{16118821-7E2D-4989-BE9C-71AC61884389}"/>
                </a:ext>
              </a:extLst>
            </p:cNvPr>
            <p:cNvSpPr/>
            <p:nvPr/>
          </p:nvSpPr>
          <p:spPr>
            <a:xfrm>
              <a:off x="5499565" y="901881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1" name="Hexagon 1770">
              <a:extLst>
                <a:ext uri="{FF2B5EF4-FFF2-40B4-BE49-F238E27FC236}">
                  <a16:creationId xmlns:a16="http://schemas.microsoft.com/office/drawing/2014/main" id="{22197EAD-C058-49D4-BD53-F0F7917AB9AA}"/>
                </a:ext>
              </a:extLst>
            </p:cNvPr>
            <p:cNvSpPr/>
            <p:nvPr/>
          </p:nvSpPr>
          <p:spPr>
            <a:xfrm>
              <a:off x="5261343" y="929340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2" name="Hexagon 1771">
              <a:extLst>
                <a:ext uri="{FF2B5EF4-FFF2-40B4-BE49-F238E27FC236}">
                  <a16:creationId xmlns:a16="http://schemas.microsoft.com/office/drawing/2014/main" id="{78B80F84-7EF7-4F44-866C-265660D04FAB}"/>
                </a:ext>
              </a:extLst>
            </p:cNvPr>
            <p:cNvSpPr/>
            <p:nvPr/>
          </p:nvSpPr>
          <p:spPr>
            <a:xfrm>
              <a:off x="5734715" y="874615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3" name="Hexagon 1772">
              <a:extLst>
                <a:ext uri="{FF2B5EF4-FFF2-40B4-BE49-F238E27FC236}">
                  <a16:creationId xmlns:a16="http://schemas.microsoft.com/office/drawing/2014/main" id="{8BB4487A-6A00-4378-9DF9-579717BF3B15}"/>
                </a:ext>
              </a:extLst>
            </p:cNvPr>
            <p:cNvSpPr/>
            <p:nvPr/>
          </p:nvSpPr>
          <p:spPr>
            <a:xfrm>
              <a:off x="5972936" y="865315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4" name="Hexagon 1773">
              <a:extLst>
                <a:ext uri="{FF2B5EF4-FFF2-40B4-BE49-F238E27FC236}">
                  <a16:creationId xmlns:a16="http://schemas.microsoft.com/office/drawing/2014/main" id="{2B4D6825-9E0A-45E0-A2AF-A33053335431}"/>
                </a:ext>
              </a:extLst>
            </p:cNvPr>
            <p:cNvSpPr/>
            <p:nvPr/>
          </p:nvSpPr>
          <p:spPr>
            <a:xfrm>
              <a:off x="5501300" y="883568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5" name="Hexagon 1774">
              <a:extLst>
                <a:ext uri="{FF2B5EF4-FFF2-40B4-BE49-F238E27FC236}">
                  <a16:creationId xmlns:a16="http://schemas.microsoft.com/office/drawing/2014/main" id="{A5C82378-CFD4-4C81-B0BD-BFC60AD36811}"/>
                </a:ext>
              </a:extLst>
            </p:cNvPr>
            <p:cNvSpPr/>
            <p:nvPr/>
          </p:nvSpPr>
          <p:spPr>
            <a:xfrm>
              <a:off x="4786615" y="929109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6" name="Hexagon 1775">
              <a:extLst>
                <a:ext uri="{FF2B5EF4-FFF2-40B4-BE49-F238E27FC236}">
                  <a16:creationId xmlns:a16="http://schemas.microsoft.com/office/drawing/2014/main" id="{AF908EA3-38BA-432A-B52C-04A537669D37}"/>
                </a:ext>
              </a:extLst>
            </p:cNvPr>
            <p:cNvSpPr/>
            <p:nvPr/>
          </p:nvSpPr>
          <p:spPr>
            <a:xfrm>
              <a:off x="4789284" y="910821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7" name="Hexagon 1776">
              <a:extLst>
                <a:ext uri="{FF2B5EF4-FFF2-40B4-BE49-F238E27FC236}">
                  <a16:creationId xmlns:a16="http://schemas.microsoft.com/office/drawing/2014/main" id="{E8B214DC-AAE2-40A0-9F69-31A8A29CC3BF}"/>
                </a:ext>
              </a:extLst>
            </p:cNvPr>
            <p:cNvSpPr/>
            <p:nvPr/>
          </p:nvSpPr>
          <p:spPr>
            <a:xfrm>
              <a:off x="4555869" y="919774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8" name="Hexagon 1777">
              <a:extLst>
                <a:ext uri="{FF2B5EF4-FFF2-40B4-BE49-F238E27FC236}">
                  <a16:creationId xmlns:a16="http://schemas.microsoft.com/office/drawing/2014/main" id="{3FEDD32A-1ADF-4837-A17D-FBC11F42B538}"/>
                </a:ext>
              </a:extLst>
            </p:cNvPr>
            <p:cNvSpPr/>
            <p:nvPr/>
          </p:nvSpPr>
          <p:spPr>
            <a:xfrm>
              <a:off x="5027347" y="901417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9" name="Hexagon 1778">
              <a:extLst>
                <a:ext uri="{FF2B5EF4-FFF2-40B4-BE49-F238E27FC236}">
                  <a16:creationId xmlns:a16="http://schemas.microsoft.com/office/drawing/2014/main" id="{8992930A-539E-40CE-B20A-76A13CC3B2E8}"/>
                </a:ext>
              </a:extLst>
            </p:cNvPr>
            <p:cNvSpPr/>
            <p:nvPr/>
          </p:nvSpPr>
          <p:spPr>
            <a:xfrm>
              <a:off x="5031109" y="865103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0" name="Hexagon 1779">
              <a:extLst>
                <a:ext uri="{FF2B5EF4-FFF2-40B4-BE49-F238E27FC236}">
                  <a16:creationId xmlns:a16="http://schemas.microsoft.com/office/drawing/2014/main" id="{A8798FAF-2CB0-4BF8-A09F-8DBA4191FFB3}"/>
                </a:ext>
              </a:extLst>
            </p:cNvPr>
            <p:cNvSpPr/>
            <p:nvPr/>
          </p:nvSpPr>
          <p:spPr>
            <a:xfrm>
              <a:off x="5031108" y="88326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1" name="Hexagon 1780">
              <a:extLst>
                <a:ext uri="{FF2B5EF4-FFF2-40B4-BE49-F238E27FC236}">
                  <a16:creationId xmlns:a16="http://schemas.microsoft.com/office/drawing/2014/main" id="{47BF65C9-142F-42BF-A3E9-F070813C3ED5}"/>
                </a:ext>
              </a:extLst>
            </p:cNvPr>
            <p:cNvSpPr/>
            <p:nvPr/>
          </p:nvSpPr>
          <p:spPr>
            <a:xfrm>
              <a:off x="5265739" y="873851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2" name="Hexagon 1781">
              <a:extLst>
                <a:ext uri="{FF2B5EF4-FFF2-40B4-BE49-F238E27FC236}">
                  <a16:creationId xmlns:a16="http://schemas.microsoft.com/office/drawing/2014/main" id="{FAD9D967-A195-451B-8E93-9AD477709C0F}"/>
                </a:ext>
              </a:extLst>
            </p:cNvPr>
            <p:cNvSpPr/>
            <p:nvPr/>
          </p:nvSpPr>
          <p:spPr>
            <a:xfrm>
              <a:off x="4793409" y="873975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3" name="Hexagon 1782">
              <a:extLst>
                <a:ext uri="{FF2B5EF4-FFF2-40B4-BE49-F238E27FC236}">
                  <a16:creationId xmlns:a16="http://schemas.microsoft.com/office/drawing/2014/main" id="{06E2969A-2314-4730-95CE-EC029E0DB0B4}"/>
                </a:ext>
              </a:extLst>
            </p:cNvPr>
            <p:cNvSpPr/>
            <p:nvPr/>
          </p:nvSpPr>
          <p:spPr>
            <a:xfrm>
              <a:off x="4797171" y="83742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4" name="Hexagon 1783">
              <a:extLst>
                <a:ext uri="{FF2B5EF4-FFF2-40B4-BE49-F238E27FC236}">
                  <a16:creationId xmlns:a16="http://schemas.microsoft.com/office/drawing/2014/main" id="{DAF4EF5C-58C5-4AD1-9ECD-11930CDA9AB1}"/>
                </a:ext>
              </a:extLst>
            </p:cNvPr>
            <p:cNvSpPr/>
            <p:nvPr/>
          </p:nvSpPr>
          <p:spPr>
            <a:xfrm>
              <a:off x="4797170" y="85581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5" name="Hexagon 1784">
              <a:extLst>
                <a:ext uri="{FF2B5EF4-FFF2-40B4-BE49-F238E27FC236}">
                  <a16:creationId xmlns:a16="http://schemas.microsoft.com/office/drawing/2014/main" id="{5954CB75-5B36-49AB-BA83-ADC66327329D}"/>
                </a:ext>
              </a:extLst>
            </p:cNvPr>
            <p:cNvSpPr/>
            <p:nvPr/>
          </p:nvSpPr>
          <p:spPr>
            <a:xfrm>
              <a:off x="4560916" y="864566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6" name="Hexagon 1785">
              <a:extLst>
                <a:ext uri="{FF2B5EF4-FFF2-40B4-BE49-F238E27FC236}">
                  <a16:creationId xmlns:a16="http://schemas.microsoft.com/office/drawing/2014/main" id="{2690F12A-B0CB-4524-9475-25BD86093651}"/>
                </a:ext>
              </a:extLst>
            </p:cNvPr>
            <p:cNvSpPr/>
            <p:nvPr/>
          </p:nvSpPr>
          <p:spPr>
            <a:xfrm>
              <a:off x="4564678" y="828251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7" name="Hexagon 1786">
              <a:extLst>
                <a:ext uri="{FF2B5EF4-FFF2-40B4-BE49-F238E27FC236}">
                  <a16:creationId xmlns:a16="http://schemas.microsoft.com/office/drawing/2014/main" id="{7E391F1F-0668-44D4-BD44-A1C2040E3946}"/>
                </a:ext>
              </a:extLst>
            </p:cNvPr>
            <p:cNvSpPr/>
            <p:nvPr/>
          </p:nvSpPr>
          <p:spPr>
            <a:xfrm>
              <a:off x="4564677" y="846410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8" name="Hexagon 1787">
              <a:extLst>
                <a:ext uri="{FF2B5EF4-FFF2-40B4-BE49-F238E27FC236}">
                  <a16:creationId xmlns:a16="http://schemas.microsoft.com/office/drawing/2014/main" id="{95A0B770-054A-4154-ABBA-0EF44371BAC8}"/>
                </a:ext>
              </a:extLst>
            </p:cNvPr>
            <p:cNvSpPr/>
            <p:nvPr/>
          </p:nvSpPr>
          <p:spPr>
            <a:xfrm>
              <a:off x="4322745" y="855358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9" name="Hexagon 1788">
              <a:extLst>
                <a:ext uri="{FF2B5EF4-FFF2-40B4-BE49-F238E27FC236}">
                  <a16:creationId xmlns:a16="http://schemas.microsoft.com/office/drawing/2014/main" id="{8DBAC222-0472-4234-AAA1-1BD3692F1332}"/>
                </a:ext>
              </a:extLst>
            </p:cNvPr>
            <p:cNvSpPr/>
            <p:nvPr/>
          </p:nvSpPr>
          <p:spPr>
            <a:xfrm>
              <a:off x="4795790" y="80051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0" name="Hexagon 1789">
              <a:extLst>
                <a:ext uri="{FF2B5EF4-FFF2-40B4-BE49-F238E27FC236}">
                  <a16:creationId xmlns:a16="http://schemas.microsoft.com/office/drawing/2014/main" id="{09423777-B4DA-4F45-ADF3-3C2E57D5F066}"/>
                </a:ext>
              </a:extLst>
            </p:cNvPr>
            <p:cNvSpPr/>
            <p:nvPr/>
          </p:nvSpPr>
          <p:spPr>
            <a:xfrm>
              <a:off x="4560915" y="80949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1" name="Hexagon 1790">
              <a:extLst>
                <a:ext uri="{FF2B5EF4-FFF2-40B4-BE49-F238E27FC236}">
                  <a16:creationId xmlns:a16="http://schemas.microsoft.com/office/drawing/2014/main" id="{A8E68B1D-2191-42CE-A7DF-65955AB03437}"/>
                </a:ext>
              </a:extLst>
            </p:cNvPr>
            <p:cNvSpPr/>
            <p:nvPr/>
          </p:nvSpPr>
          <p:spPr>
            <a:xfrm>
              <a:off x="5265047" y="83724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2" name="Hexagon 1791">
              <a:extLst>
                <a:ext uri="{FF2B5EF4-FFF2-40B4-BE49-F238E27FC236}">
                  <a16:creationId xmlns:a16="http://schemas.microsoft.com/office/drawing/2014/main" id="{B8C1D741-7E01-498A-A2A7-FE7B8450E357}"/>
                </a:ext>
              </a:extLst>
            </p:cNvPr>
            <p:cNvSpPr/>
            <p:nvPr/>
          </p:nvSpPr>
          <p:spPr>
            <a:xfrm>
              <a:off x="5031108" y="827958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3" name="Hexagon 1792">
              <a:extLst>
                <a:ext uri="{FF2B5EF4-FFF2-40B4-BE49-F238E27FC236}">
                  <a16:creationId xmlns:a16="http://schemas.microsoft.com/office/drawing/2014/main" id="{4F0B4600-F125-4F13-8DE4-6AE2C4D46218}"/>
                </a:ext>
              </a:extLst>
            </p:cNvPr>
            <p:cNvSpPr/>
            <p:nvPr/>
          </p:nvSpPr>
          <p:spPr>
            <a:xfrm>
              <a:off x="5024746" y="809497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4" name="Hexagon 1793">
              <a:extLst>
                <a:ext uri="{FF2B5EF4-FFF2-40B4-BE49-F238E27FC236}">
                  <a16:creationId xmlns:a16="http://schemas.microsoft.com/office/drawing/2014/main" id="{E3B67B69-E130-469C-A27E-76F6CF988F84}"/>
                </a:ext>
              </a:extLst>
            </p:cNvPr>
            <p:cNvSpPr/>
            <p:nvPr/>
          </p:nvSpPr>
          <p:spPr>
            <a:xfrm>
              <a:off x="6916561" y="882843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5" name="Hexagon 1794">
              <a:extLst>
                <a:ext uri="{FF2B5EF4-FFF2-40B4-BE49-F238E27FC236}">
                  <a16:creationId xmlns:a16="http://schemas.microsoft.com/office/drawing/2014/main" id="{7FF47F35-F32F-4A2D-8DC2-0D515D2C6A28}"/>
                </a:ext>
              </a:extLst>
            </p:cNvPr>
            <p:cNvSpPr/>
            <p:nvPr/>
          </p:nvSpPr>
          <p:spPr>
            <a:xfrm>
              <a:off x="7158405" y="873657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6" name="Hexagon 1795">
              <a:extLst>
                <a:ext uri="{FF2B5EF4-FFF2-40B4-BE49-F238E27FC236}">
                  <a16:creationId xmlns:a16="http://schemas.microsoft.com/office/drawing/2014/main" id="{6F9BC7B4-DDA7-4646-8542-4739CC6113D1}"/>
                </a:ext>
              </a:extLst>
            </p:cNvPr>
            <p:cNvSpPr/>
            <p:nvPr/>
          </p:nvSpPr>
          <p:spPr>
            <a:xfrm>
              <a:off x="7391580" y="864482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7" name="Hexagon 1796">
              <a:extLst>
                <a:ext uri="{FF2B5EF4-FFF2-40B4-BE49-F238E27FC236}">
                  <a16:creationId xmlns:a16="http://schemas.microsoft.com/office/drawing/2014/main" id="{5A91BCC0-5BB1-4F97-A7A8-7B59776A9C43}"/>
                </a:ext>
              </a:extLst>
            </p:cNvPr>
            <p:cNvSpPr/>
            <p:nvPr/>
          </p:nvSpPr>
          <p:spPr>
            <a:xfrm>
              <a:off x="7626100" y="855717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8" name="Hexagon 1797">
              <a:extLst>
                <a:ext uri="{FF2B5EF4-FFF2-40B4-BE49-F238E27FC236}">
                  <a16:creationId xmlns:a16="http://schemas.microsoft.com/office/drawing/2014/main" id="{06320A0E-44E4-4585-A5E1-86B2B3635719}"/>
                </a:ext>
              </a:extLst>
            </p:cNvPr>
            <p:cNvSpPr/>
            <p:nvPr/>
          </p:nvSpPr>
          <p:spPr>
            <a:xfrm>
              <a:off x="7859275" y="846542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9" name="Hexagon 1798">
              <a:extLst>
                <a:ext uri="{FF2B5EF4-FFF2-40B4-BE49-F238E27FC236}">
                  <a16:creationId xmlns:a16="http://schemas.microsoft.com/office/drawing/2014/main" id="{AE83F410-C226-40C1-888F-1175DD62AD40}"/>
                </a:ext>
              </a:extLst>
            </p:cNvPr>
            <p:cNvSpPr/>
            <p:nvPr/>
          </p:nvSpPr>
          <p:spPr>
            <a:xfrm>
              <a:off x="7391195" y="8458540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0" name="Hexagon 1799">
              <a:extLst>
                <a:ext uri="{FF2B5EF4-FFF2-40B4-BE49-F238E27FC236}">
                  <a16:creationId xmlns:a16="http://schemas.microsoft.com/office/drawing/2014/main" id="{8FE728E7-4C68-4C60-8017-5FADF6EC9B0A}"/>
                </a:ext>
              </a:extLst>
            </p:cNvPr>
            <p:cNvSpPr/>
            <p:nvPr/>
          </p:nvSpPr>
          <p:spPr>
            <a:xfrm>
              <a:off x="7625715" y="837089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1" name="Hexagon 1800">
              <a:extLst>
                <a:ext uri="{FF2B5EF4-FFF2-40B4-BE49-F238E27FC236}">
                  <a16:creationId xmlns:a16="http://schemas.microsoft.com/office/drawing/2014/main" id="{AA491940-9CE2-440D-9EFE-B99197169278}"/>
                </a:ext>
              </a:extLst>
            </p:cNvPr>
            <p:cNvSpPr/>
            <p:nvPr/>
          </p:nvSpPr>
          <p:spPr>
            <a:xfrm>
              <a:off x="7858890" y="8279145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2" name="Hexagon 1801">
              <a:extLst>
                <a:ext uri="{FF2B5EF4-FFF2-40B4-BE49-F238E27FC236}">
                  <a16:creationId xmlns:a16="http://schemas.microsoft.com/office/drawing/2014/main" id="{4C63E3A1-8AAB-41E3-B513-932E085E4E9A}"/>
                </a:ext>
              </a:extLst>
            </p:cNvPr>
            <p:cNvSpPr/>
            <p:nvPr/>
          </p:nvSpPr>
          <p:spPr>
            <a:xfrm>
              <a:off x="8101465" y="855603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3" name="Hexagon 1802">
              <a:extLst>
                <a:ext uri="{FF2B5EF4-FFF2-40B4-BE49-F238E27FC236}">
                  <a16:creationId xmlns:a16="http://schemas.microsoft.com/office/drawing/2014/main" id="{1C70FB60-CA5D-4B5B-A1E6-9DCE10ADBBAB}"/>
                </a:ext>
              </a:extLst>
            </p:cNvPr>
            <p:cNvSpPr/>
            <p:nvPr/>
          </p:nvSpPr>
          <p:spPr>
            <a:xfrm>
              <a:off x="7858869" y="809288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4" name="Hexagon 1803">
              <a:extLst>
                <a:ext uri="{FF2B5EF4-FFF2-40B4-BE49-F238E27FC236}">
                  <a16:creationId xmlns:a16="http://schemas.microsoft.com/office/drawing/2014/main" id="{D080C849-AAD8-4185-B52E-F1F335CECC13}"/>
                </a:ext>
              </a:extLst>
            </p:cNvPr>
            <p:cNvSpPr/>
            <p:nvPr/>
          </p:nvSpPr>
          <p:spPr>
            <a:xfrm>
              <a:off x="7860865" y="790898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5" name="Hexagon 1804">
              <a:extLst>
                <a:ext uri="{FF2B5EF4-FFF2-40B4-BE49-F238E27FC236}">
                  <a16:creationId xmlns:a16="http://schemas.microsoft.com/office/drawing/2014/main" id="{7B4221EA-41DE-4906-BDE5-056E680D2598}"/>
                </a:ext>
              </a:extLst>
            </p:cNvPr>
            <p:cNvSpPr/>
            <p:nvPr/>
          </p:nvSpPr>
          <p:spPr>
            <a:xfrm>
              <a:off x="7385521" y="828087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6" name="Hexagon 1805">
              <a:extLst>
                <a:ext uri="{FF2B5EF4-FFF2-40B4-BE49-F238E27FC236}">
                  <a16:creationId xmlns:a16="http://schemas.microsoft.com/office/drawing/2014/main" id="{A678D59C-1502-404A-8B18-ECBB0CDE0904}"/>
                </a:ext>
              </a:extLst>
            </p:cNvPr>
            <p:cNvSpPr/>
            <p:nvPr/>
          </p:nvSpPr>
          <p:spPr>
            <a:xfrm>
              <a:off x="7385136" y="809459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7" name="Hexagon 1806">
              <a:extLst>
                <a:ext uri="{FF2B5EF4-FFF2-40B4-BE49-F238E27FC236}">
                  <a16:creationId xmlns:a16="http://schemas.microsoft.com/office/drawing/2014/main" id="{990C8C41-B677-4BC1-BE2D-41F66CE1793F}"/>
                </a:ext>
              </a:extLst>
            </p:cNvPr>
            <p:cNvSpPr/>
            <p:nvPr/>
          </p:nvSpPr>
          <p:spPr>
            <a:xfrm>
              <a:off x="7153669" y="8367942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8" name="Hexagon 1807">
              <a:extLst>
                <a:ext uri="{FF2B5EF4-FFF2-40B4-BE49-F238E27FC236}">
                  <a16:creationId xmlns:a16="http://schemas.microsoft.com/office/drawing/2014/main" id="{0FCDE72C-3236-4657-A6D2-19754374B98A}"/>
                </a:ext>
              </a:extLst>
            </p:cNvPr>
            <p:cNvSpPr/>
            <p:nvPr/>
          </p:nvSpPr>
          <p:spPr>
            <a:xfrm>
              <a:off x="6918683" y="84608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9" name="Hexagon 1808">
              <a:extLst>
                <a:ext uri="{FF2B5EF4-FFF2-40B4-BE49-F238E27FC236}">
                  <a16:creationId xmlns:a16="http://schemas.microsoft.com/office/drawing/2014/main" id="{E35B346F-00ED-49C2-8410-59A8A6F1E5C4}"/>
                </a:ext>
              </a:extLst>
            </p:cNvPr>
            <p:cNvSpPr/>
            <p:nvPr/>
          </p:nvSpPr>
          <p:spPr>
            <a:xfrm>
              <a:off x="7378774" y="7912867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0" name="Hexagon 1809">
              <a:extLst>
                <a:ext uri="{FF2B5EF4-FFF2-40B4-BE49-F238E27FC236}">
                  <a16:creationId xmlns:a16="http://schemas.microsoft.com/office/drawing/2014/main" id="{F6710554-4BFA-47CC-96EB-9AB907453B49}"/>
                </a:ext>
              </a:extLst>
            </p:cNvPr>
            <p:cNvSpPr/>
            <p:nvPr/>
          </p:nvSpPr>
          <p:spPr>
            <a:xfrm>
              <a:off x="7621820" y="799778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1" name="Hexagon 1810">
              <a:extLst>
                <a:ext uri="{FF2B5EF4-FFF2-40B4-BE49-F238E27FC236}">
                  <a16:creationId xmlns:a16="http://schemas.microsoft.com/office/drawing/2014/main" id="{D22D32AB-E9FE-46A9-8CFD-E1AC50B19CAB}"/>
                </a:ext>
              </a:extLst>
            </p:cNvPr>
            <p:cNvSpPr/>
            <p:nvPr/>
          </p:nvSpPr>
          <p:spPr>
            <a:xfrm>
              <a:off x="8101465" y="763522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2" name="Hexagon 1811">
              <a:extLst>
                <a:ext uri="{FF2B5EF4-FFF2-40B4-BE49-F238E27FC236}">
                  <a16:creationId xmlns:a16="http://schemas.microsoft.com/office/drawing/2014/main" id="{E6F2A3F9-9D56-47F9-AC78-636FA9648C78}"/>
                </a:ext>
              </a:extLst>
            </p:cNvPr>
            <p:cNvSpPr/>
            <p:nvPr/>
          </p:nvSpPr>
          <p:spPr>
            <a:xfrm>
              <a:off x="7862420" y="7724028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3" name="Hexagon 1812">
              <a:extLst>
                <a:ext uri="{FF2B5EF4-FFF2-40B4-BE49-F238E27FC236}">
                  <a16:creationId xmlns:a16="http://schemas.microsoft.com/office/drawing/2014/main" id="{69CC638D-E001-4E92-8B2E-8901F06DF91B}"/>
                </a:ext>
              </a:extLst>
            </p:cNvPr>
            <p:cNvSpPr/>
            <p:nvPr/>
          </p:nvSpPr>
          <p:spPr>
            <a:xfrm>
              <a:off x="8099469" y="7448011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4" name="Hexagon 1813">
              <a:extLst>
                <a:ext uri="{FF2B5EF4-FFF2-40B4-BE49-F238E27FC236}">
                  <a16:creationId xmlns:a16="http://schemas.microsoft.com/office/drawing/2014/main" id="{E884DAC4-E65E-48A2-8BDE-367CB0DD72BF}"/>
                </a:ext>
              </a:extLst>
            </p:cNvPr>
            <p:cNvSpPr/>
            <p:nvPr/>
          </p:nvSpPr>
          <p:spPr>
            <a:xfrm>
              <a:off x="8101465" y="726410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7" name="Hexagon 1816">
              <a:extLst>
                <a:ext uri="{FF2B5EF4-FFF2-40B4-BE49-F238E27FC236}">
                  <a16:creationId xmlns:a16="http://schemas.microsoft.com/office/drawing/2014/main" id="{EA8F1DCA-8D96-437D-AA3C-912ACFB3FB91}"/>
                </a:ext>
              </a:extLst>
            </p:cNvPr>
            <p:cNvSpPr/>
            <p:nvPr/>
          </p:nvSpPr>
          <p:spPr>
            <a:xfrm>
              <a:off x="4558250" y="7725454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8" name="Hexagon 1817">
              <a:extLst>
                <a:ext uri="{FF2B5EF4-FFF2-40B4-BE49-F238E27FC236}">
                  <a16:creationId xmlns:a16="http://schemas.microsoft.com/office/drawing/2014/main" id="{6DDBBEB3-F136-4DE4-B2EA-84D5252E94A4}"/>
                </a:ext>
              </a:extLst>
            </p:cNvPr>
            <p:cNvSpPr/>
            <p:nvPr/>
          </p:nvSpPr>
          <p:spPr>
            <a:xfrm>
              <a:off x="4320994" y="7817719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9" name="Hexagon 1818">
              <a:extLst>
                <a:ext uri="{FF2B5EF4-FFF2-40B4-BE49-F238E27FC236}">
                  <a16:creationId xmlns:a16="http://schemas.microsoft.com/office/drawing/2014/main" id="{0249E2A8-5739-4D07-AF12-BD2B80281108}"/>
                </a:ext>
              </a:extLst>
            </p:cNvPr>
            <p:cNvSpPr/>
            <p:nvPr/>
          </p:nvSpPr>
          <p:spPr>
            <a:xfrm>
              <a:off x="4323375" y="763904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0" name="Hexagon 1819">
              <a:extLst>
                <a:ext uri="{FF2B5EF4-FFF2-40B4-BE49-F238E27FC236}">
                  <a16:creationId xmlns:a16="http://schemas.microsoft.com/office/drawing/2014/main" id="{E3B3F642-5B84-49B8-A072-65B5636405AA}"/>
                </a:ext>
              </a:extLst>
            </p:cNvPr>
            <p:cNvSpPr/>
            <p:nvPr/>
          </p:nvSpPr>
          <p:spPr>
            <a:xfrm>
              <a:off x="4319612" y="7451523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1" name="Hexagon 1820">
              <a:extLst>
                <a:ext uri="{FF2B5EF4-FFF2-40B4-BE49-F238E27FC236}">
                  <a16:creationId xmlns:a16="http://schemas.microsoft.com/office/drawing/2014/main" id="{A9C08229-07A0-425D-8DED-112A43002DE0}"/>
                </a:ext>
              </a:extLst>
            </p:cNvPr>
            <p:cNvSpPr/>
            <p:nvPr/>
          </p:nvSpPr>
          <p:spPr>
            <a:xfrm>
              <a:off x="4796139" y="7632956"/>
              <a:ext cx="305279" cy="17895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" name="2">
            <a:extLst>
              <a:ext uri="{FF2B5EF4-FFF2-40B4-BE49-F238E27FC236}">
                <a16:creationId xmlns:a16="http://schemas.microsoft.com/office/drawing/2014/main" id="{DC96129A-FBE0-4F60-8C0F-4653723948B3}"/>
              </a:ext>
            </a:extLst>
          </p:cNvPr>
          <p:cNvGrpSpPr/>
          <p:nvPr/>
        </p:nvGrpSpPr>
        <p:grpSpPr>
          <a:xfrm>
            <a:off x="1336734" y="5890246"/>
            <a:ext cx="11383774" cy="3954370"/>
            <a:chOff x="1336734" y="5890246"/>
            <a:chExt cx="11383774" cy="3954370"/>
          </a:xfrm>
        </p:grpSpPr>
        <p:sp>
          <p:nvSpPr>
            <p:cNvPr id="1693" name="Hexagon 1692">
              <a:extLst>
                <a:ext uri="{FF2B5EF4-FFF2-40B4-BE49-F238E27FC236}">
                  <a16:creationId xmlns:a16="http://schemas.microsoft.com/office/drawing/2014/main" id="{8DEAE77A-2C02-4E5B-B004-87A22A391BC3}"/>
                </a:ext>
              </a:extLst>
            </p:cNvPr>
            <p:cNvSpPr/>
            <p:nvPr/>
          </p:nvSpPr>
          <p:spPr>
            <a:xfrm>
              <a:off x="6518723" y="86492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2" name="Hexagon 1821">
              <a:extLst>
                <a:ext uri="{FF2B5EF4-FFF2-40B4-BE49-F238E27FC236}">
                  <a16:creationId xmlns:a16="http://schemas.microsoft.com/office/drawing/2014/main" id="{FE3FCF23-824C-4D43-85A0-ECAD7DFCF7B2}"/>
                </a:ext>
              </a:extLst>
            </p:cNvPr>
            <p:cNvSpPr/>
            <p:nvPr/>
          </p:nvSpPr>
          <p:spPr>
            <a:xfrm>
              <a:off x="6285163" y="85556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3" name="Hexagon 1822">
              <a:extLst>
                <a:ext uri="{FF2B5EF4-FFF2-40B4-BE49-F238E27FC236}">
                  <a16:creationId xmlns:a16="http://schemas.microsoft.com/office/drawing/2014/main" id="{9E53F726-B0F9-4F41-82CA-EF2B9573C93E}"/>
                </a:ext>
              </a:extLst>
            </p:cNvPr>
            <p:cNvSpPr/>
            <p:nvPr/>
          </p:nvSpPr>
          <p:spPr>
            <a:xfrm>
              <a:off x="6516866" y="84662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4" name="Hexagon 1823">
              <a:extLst>
                <a:ext uri="{FF2B5EF4-FFF2-40B4-BE49-F238E27FC236}">
                  <a16:creationId xmlns:a16="http://schemas.microsoft.com/office/drawing/2014/main" id="{7F51896A-5491-4E65-8459-F2B7740D155A}"/>
                </a:ext>
              </a:extLst>
            </p:cNvPr>
            <p:cNvSpPr/>
            <p:nvPr/>
          </p:nvSpPr>
          <p:spPr>
            <a:xfrm>
              <a:off x="6755713" y="83724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5" name="Hexagon 1824">
              <a:extLst>
                <a:ext uri="{FF2B5EF4-FFF2-40B4-BE49-F238E27FC236}">
                  <a16:creationId xmlns:a16="http://schemas.microsoft.com/office/drawing/2014/main" id="{677F0CE8-BA2E-4755-B152-EA7396681EF3}"/>
                </a:ext>
              </a:extLst>
            </p:cNvPr>
            <p:cNvSpPr/>
            <p:nvPr/>
          </p:nvSpPr>
          <p:spPr>
            <a:xfrm>
              <a:off x="6991616" y="82781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6" name="Hexagon 1825">
              <a:extLst>
                <a:ext uri="{FF2B5EF4-FFF2-40B4-BE49-F238E27FC236}">
                  <a16:creationId xmlns:a16="http://schemas.microsoft.com/office/drawing/2014/main" id="{967C8C51-2DBD-4488-B6C4-3AA0D7A577AE}"/>
                </a:ext>
              </a:extLst>
            </p:cNvPr>
            <p:cNvSpPr/>
            <p:nvPr/>
          </p:nvSpPr>
          <p:spPr>
            <a:xfrm>
              <a:off x="7230463" y="81842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7" name="Hexagon 1826">
              <a:extLst>
                <a:ext uri="{FF2B5EF4-FFF2-40B4-BE49-F238E27FC236}">
                  <a16:creationId xmlns:a16="http://schemas.microsoft.com/office/drawing/2014/main" id="{FF1A0265-1080-4C12-BF9B-CEC9466ED12F}"/>
                </a:ext>
              </a:extLst>
            </p:cNvPr>
            <p:cNvSpPr/>
            <p:nvPr/>
          </p:nvSpPr>
          <p:spPr>
            <a:xfrm>
              <a:off x="6521058" y="82828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8" name="Hexagon 1827">
              <a:extLst>
                <a:ext uri="{FF2B5EF4-FFF2-40B4-BE49-F238E27FC236}">
                  <a16:creationId xmlns:a16="http://schemas.microsoft.com/office/drawing/2014/main" id="{345B3DCA-3744-4827-B38D-DC2F9D92007E}"/>
                </a:ext>
              </a:extLst>
            </p:cNvPr>
            <p:cNvSpPr/>
            <p:nvPr/>
          </p:nvSpPr>
          <p:spPr>
            <a:xfrm>
              <a:off x="6285117" y="81916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29" name="Hexagon 1828">
              <a:extLst>
                <a:ext uri="{FF2B5EF4-FFF2-40B4-BE49-F238E27FC236}">
                  <a16:creationId xmlns:a16="http://schemas.microsoft.com/office/drawing/2014/main" id="{AAB1E236-E332-4913-A5D6-0EA80EBBC949}"/>
                </a:ext>
              </a:extLst>
            </p:cNvPr>
            <p:cNvSpPr/>
            <p:nvPr/>
          </p:nvSpPr>
          <p:spPr>
            <a:xfrm>
              <a:off x="6047741" y="84700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0" name="Hexagon 1829">
              <a:extLst>
                <a:ext uri="{FF2B5EF4-FFF2-40B4-BE49-F238E27FC236}">
                  <a16:creationId xmlns:a16="http://schemas.microsoft.com/office/drawing/2014/main" id="{03B3977A-0065-4267-B182-EEAF33FF4A71}"/>
                </a:ext>
              </a:extLst>
            </p:cNvPr>
            <p:cNvSpPr/>
            <p:nvPr/>
          </p:nvSpPr>
          <p:spPr>
            <a:xfrm>
              <a:off x="6045884" y="82870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1" name="Hexagon 1830">
              <a:extLst>
                <a:ext uri="{FF2B5EF4-FFF2-40B4-BE49-F238E27FC236}">
                  <a16:creationId xmlns:a16="http://schemas.microsoft.com/office/drawing/2014/main" id="{BC994C62-D8DE-46EF-BC30-4A751DBA60ED}"/>
                </a:ext>
              </a:extLst>
            </p:cNvPr>
            <p:cNvSpPr/>
            <p:nvPr/>
          </p:nvSpPr>
          <p:spPr>
            <a:xfrm>
              <a:off x="6052457" y="81036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2" name="Hexagon 1831">
              <a:extLst>
                <a:ext uri="{FF2B5EF4-FFF2-40B4-BE49-F238E27FC236}">
                  <a16:creationId xmlns:a16="http://schemas.microsoft.com/office/drawing/2014/main" id="{08BE3FE4-0008-4BDF-89F5-5D4EFEC0F9FC}"/>
                </a:ext>
              </a:extLst>
            </p:cNvPr>
            <p:cNvSpPr/>
            <p:nvPr/>
          </p:nvSpPr>
          <p:spPr>
            <a:xfrm>
              <a:off x="5812607" y="81891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3" name="Hexagon 1832">
              <a:extLst>
                <a:ext uri="{FF2B5EF4-FFF2-40B4-BE49-F238E27FC236}">
                  <a16:creationId xmlns:a16="http://schemas.microsoft.com/office/drawing/2014/main" id="{09B708BE-0A3D-489F-8A53-147D3E73945A}"/>
                </a:ext>
              </a:extLst>
            </p:cNvPr>
            <p:cNvSpPr/>
            <p:nvPr/>
          </p:nvSpPr>
          <p:spPr>
            <a:xfrm>
              <a:off x="5579980" y="80985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4" name="Hexagon 1833">
              <a:extLst>
                <a:ext uri="{FF2B5EF4-FFF2-40B4-BE49-F238E27FC236}">
                  <a16:creationId xmlns:a16="http://schemas.microsoft.com/office/drawing/2014/main" id="{5C4DB2D6-B830-4584-A98F-B8FF4578C7B9}"/>
                </a:ext>
              </a:extLst>
            </p:cNvPr>
            <p:cNvSpPr/>
            <p:nvPr/>
          </p:nvSpPr>
          <p:spPr>
            <a:xfrm>
              <a:off x="5340130" y="81840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5" name="Hexagon 1834">
              <a:extLst>
                <a:ext uri="{FF2B5EF4-FFF2-40B4-BE49-F238E27FC236}">
                  <a16:creationId xmlns:a16="http://schemas.microsoft.com/office/drawing/2014/main" id="{73E65E34-313F-4B07-8E44-E6AD0672624E}"/>
                </a:ext>
              </a:extLst>
            </p:cNvPr>
            <p:cNvSpPr/>
            <p:nvPr/>
          </p:nvSpPr>
          <p:spPr>
            <a:xfrm>
              <a:off x="5573167" y="79140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6" name="Hexagon 1835">
              <a:extLst>
                <a:ext uri="{FF2B5EF4-FFF2-40B4-BE49-F238E27FC236}">
                  <a16:creationId xmlns:a16="http://schemas.microsoft.com/office/drawing/2014/main" id="{80F714C3-2147-4C59-8D03-1AE3D4738494}"/>
                </a:ext>
              </a:extLst>
            </p:cNvPr>
            <p:cNvSpPr/>
            <p:nvPr/>
          </p:nvSpPr>
          <p:spPr>
            <a:xfrm>
              <a:off x="5579740" y="77306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7" name="Hexagon 1836">
              <a:extLst>
                <a:ext uri="{FF2B5EF4-FFF2-40B4-BE49-F238E27FC236}">
                  <a16:creationId xmlns:a16="http://schemas.microsoft.com/office/drawing/2014/main" id="{FADD9B3D-AC8C-4E5F-8C88-6789806AA3AE}"/>
                </a:ext>
              </a:extLst>
            </p:cNvPr>
            <p:cNvSpPr/>
            <p:nvPr/>
          </p:nvSpPr>
          <p:spPr>
            <a:xfrm>
              <a:off x="5337625" y="78184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8" name="Hexagon 1837">
              <a:extLst>
                <a:ext uri="{FF2B5EF4-FFF2-40B4-BE49-F238E27FC236}">
                  <a16:creationId xmlns:a16="http://schemas.microsoft.com/office/drawing/2014/main" id="{E63FA0E0-FD9F-49FD-B8FE-1FE782E2C19E}"/>
                </a:ext>
              </a:extLst>
            </p:cNvPr>
            <p:cNvSpPr/>
            <p:nvPr/>
          </p:nvSpPr>
          <p:spPr>
            <a:xfrm>
              <a:off x="5344198" y="76349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39" name="Hexagon 1838">
              <a:extLst>
                <a:ext uri="{FF2B5EF4-FFF2-40B4-BE49-F238E27FC236}">
                  <a16:creationId xmlns:a16="http://schemas.microsoft.com/office/drawing/2014/main" id="{0D092486-0531-41C5-8709-F8EA914BE28A}"/>
                </a:ext>
              </a:extLst>
            </p:cNvPr>
            <p:cNvSpPr/>
            <p:nvPr/>
          </p:nvSpPr>
          <p:spPr>
            <a:xfrm>
              <a:off x="5106976" y="77237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0" name="Hexagon 1839">
              <a:extLst>
                <a:ext uri="{FF2B5EF4-FFF2-40B4-BE49-F238E27FC236}">
                  <a16:creationId xmlns:a16="http://schemas.microsoft.com/office/drawing/2014/main" id="{78DCE34B-2E18-450A-813C-568D6BEB8BEF}"/>
                </a:ext>
              </a:extLst>
            </p:cNvPr>
            <p:cNvSpPr/>
            <p:nvPr/>
          </p:nvSpPr>
          <p:spPr>
            <a:xfrm>
              <a:off x="5108787" y="75379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1" name="Hexagon 1840">
              <a:extLst>
                <a:ext uri="{FF2B5EF4-FFF2-40B4-BE49-F238E27FC236}">
                  <a16:creationId xmlns:a16="http://schemas.microsoft.com/office/drawing/2014/main" id="{3158998F-B662-471D-A21F-874BF8E67076}"/>
                </a:ext>
              </a:extLst>
            </p:cNvPr>
            <p:cNvSpPr/>
            <p:nvPr/>
          </p:nvSpPr>
          <p:spPr>
            <a:xfrm>
              <a:off x="4871645" y="74527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2" name="Hexagon 1841">
              <a:extLst>
                <a:ext uri="{FF2B5EF4-FFF2-40B4-BE49-F238E27FC236}">
                  <a16:creationId xmlns:a16="http://schemas.microsoft.com/office/drawing/2014/main" id="{40BCCADD-B273-474D-ABC2-13FC8B42BD8E}"/>
                </a:ext>
              </a:extLst>
            </p:cNvPr>
            <p:cNvSpPr/>
            <p:nvPr/>
          </p:nvSpPr>
          <p:spPr>
            <a:xfrm>
              <a:off x="4873456" y="72669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3" name="Hexagon 1842">
              <a:extLst>
                <a:ext uri="{FF2B5EF4-FFF2-40B4-BE49-F238E27FC236}">
                  <a16:creationId xmlns:a16="http://schemas.microsoft.com/office/drawing/2014/main" id="{4C0EA9EE-B71E-432B-B281-8C34DC8983CD}"/>
                </a:ext>
              </a:extLst>
            </p:cNvPr>
            <p:cNvSpPr/>
            <p:nvPr/>
          </p:nvSpPr>
          <p:spPr>
            <a:xfrm>
              <a:off x="4634182" y="73577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4" name="Hexagon 1843">
              <a:extLst>
                <a:ext uri="{FF2B5EF4-FFF2-40B4-BE49-F238E27FC236}">
                  <a16:creationId xmlns:a16="http://schemas.microsoft.com/office/drawing/2014/main" id="{035687E1-3F1B-4B9B-9E41-04DE7E47AB99}"/>
                </a:ext>
              </a:extLst>
            </p:cNvPr>
            <p:cNvSpPr/>
            <p:nvPr/>
          </p:nvSpPr>
          <p:spPr>
            <a:xfrm>
              <a:off x="4635993" y="71743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5" name="Hexagon 1844">
              <a:extLst>
                <a:ext uri="{FF2B5EF4-FFF2-40B4-BE49-F238E27FC236}">
                  <a16:creationId xmlns:a16="http://schemas.microsoft.com/office/drawing/2014/main" id="{77991F0B-1F31-4790-B8BD-434B3380DFFC}"/>
                </a:ext>
              </a:extLst>
            </p:cNvPr>
            <p:cNvSpPr/>
            <p:nvPr/>
          </p:nvSpPr>
          <p:spPr>
            <a:xfrm>
              <a:off x="4399787" y="72623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6" name="Hexagon 1845">
              <a:extLst>
                <a:ext uri="{FF2B5EF4-FFF2-40B4-BE49-F238E27FC236}">
                  <a16:creationId xmlns:a16="http://schemas.microsoft.com/office/drawing/2014/main" id="{0EDCEDD9-7493-4222-AB36-CB5492178E1A}"/>
                </a:ext>
              </a:extLst>
            </p:cNvPr>
            <p:cNvSpPr/>
            <p:nvPr/>
          </p:nvSpPr>
          <p:spPr>
            <a:xfrm>
              <a:off x="4403979" y="70764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7" name="Hexagon 1846">
              <a:extLst>
                <a:ext uri="{FF2B5EF4-FFF2-40B4-BE49-F238E27FC236}">
                  <a16:creationId xmlns:a16="http://schemas.microsoft.com/office/drawing/2014/main" id="{9BBD10F2-DEDC-4BCA-BD4F-5763FA14DE8F}"/>
                </a:ext>
              </a:extLst>
            </p:cNvPr>
            <p:cNvSpPr/>
            <p:nvPr/>
          </p:nvSpPr>
          <p:spPr>
            <a:xfrm>
              <a:off x="4631282" y="69940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8" name="Hexagon 1847">
              <a:extLst>
                <a:ext uri="{FF2B5EF4-FFF2-40B4-BE49-F238E27FC236}">
                  <a16:creationId xmlns:a16="http://schemas.microsoft.com/office/drawing/2014/main" id="{E3E87428-02A5-4DB2-A411-15F710C45CC8}"/>
                </a:ext>
              </a:extLst>
            </p:cNvPr>
            <p:cNvSpPr/>
            <p:nvPr/>
          </p:nvSpPr>
          <p:spPr>
            <a:xfrm>
              <a:off x="7226110" y="80017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49" name="Hexagon 1848">
              <a:extLst>
                <a:ext uri="{FF2B5EF4-FFF2-40B4-BE49-F238E27FC236}">
                  <a16:creationId xmlns:a16="http://schemas.microsoft.com/office/drawing/2014/main" id="{E7F29781-47FC-43B9-9CEF-57F5A3C8FE6D}"/>
                </a:ext>
              </a:extLst>
            </p:cNvPr>
            <p:cNvSpPr/>
            <p:nvPr/>
          </p:nvSpPr>
          <p:spPr>
            <a:xfrm>
              <a:off x="7230302" y="781828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0" name="Hexagon 1849">
              <a:extLst>
                <a:ext uri="{FF2B5EF4-FFF2-40B4-BE49-F238E27FC236}">
                  <a16:creationId xmlns:a16="http://schemas.microsoft.com/office/drawing/2014/main" id="{FC5FA73A-7BB6-4982-B624-54FAAFA21E9D}"/>
                </a:ext>
              </a:extLst>
            </p:cNvPr>
            <p:cNvSpPr/>
            <p:nvPr/>
          </p:nvSpPr>
          <p:spPr>
            <a:xfrm>
              <a:off x="7460549" y="77304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1" name="Hexagon 1850">
              <a:extLst>
                <a:ext uri="{FF2B5EF4-FFF2-40B4-BE49-F238E27FC236}">
                  <a16:creationId xmlns:a16="http://schemas.microsoft.com/office/drawing/2014/main" id="{822925FD-2226-4D05-A00E-96673130677C}"/>
                </a:ext>
              </a:extLst>
            </p:cNvPr>
            <p:cNvSpPr/>
            <p:nvPr/>
          </p:nvSpPr>
          <p:spPr>
            <a:xfrm>
              <a:off x="7456196" y="75479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2" name="Hexagon 1851">
              <a:extLst>
                <a:ext uri="{FF2B5EF4-FFF2-40B4-BE49-F238E27FC236}">
                  <a16:creationId xmlns:a16="http://schemas.microsoft.com/office/drawing/2014/main" id="{6E9E20F7-41AD-4472-A554-E133556BC79B}"/>
                </a:ext>
              </a:extLst>
            </p:cNvPr>
            <p:cNvSpPr/>
            <p:nvPr/>
          </p:nvSpPr>
          <p:spPr>
            <a:xfrm>
              <a:off x="7460388" y="73644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3" name="Hexagon 1852">
              <a:extLst>
                <a:ext uri="{FF2B5EF4-FFF2-40B4-BE49-F238E27FC236}">
                  <a16:creationId xmlns:a16="http://schemas.microsoft.com/office/drawing/2014/main" id="{D659DC17-FB26-4EED-97D4-105E730A957A}"/>
                </a:ext>
              </a:extLst>
            </p:cNvPr>
            <p:cNvSpPr/>
            <p:nvPr/>
          </p:nvSpPr>
          <p:spPr>
            <a:xfrm>
              <a:off x="7687723" y="745315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4" name="Hexagon 1853">
              <a:extLst>
                <a:ext uri="{FF2B5EF4-FFF2-40B4-BE49-F238E27FC236}">
                  <a16:creationId xmlns:a16="http://schemas.microsoft.com/office/drawing/2014/main" id="{2924739C-3454-40EB-A6B9-147E6BEA612B}"/>
                </a:ext>
              </a:extLst>
            </p:cNvPr>
            <p:cNvSpPr/>
            <p:nvPr/>
          </p:nvSpPr>
          <p:spPr>
            <a:xfrm>
              <a:off x="7688473" y="70791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5" name="Hexagon 1854">
              <a:extLst>
                <a:ext uri="{FF2B5EF4-FFF2-40B4-BE49-F238E27FC236}">
                  <a16:creationId xmlns:a16="http://schemas.microsoft.com/office/drawing/2014/main" id="{9B426442-F92D-468C-9DCC-42BBFEC5F6FB}"/>
                </a:ext>
              </a:extLst>
            </p:cNvPr>
            <p:cNvSpPr/>
            <p:nvPr/>
          </p:nvSpPr>
          <p:spPr>
            <a:xfrm>
              <a:off x="8409847" y="71789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6" name="Hexagon 1855">
              <a:extLst>
                <a:ext uri="{FF2B5EF4-FFF2-40B4-BE49-F238E27FC236}">
                  <a16:creationId xmlns:a16="http://schemas.microsoft.com/office/drawing/2014/main" id="{BA954472-04B5-4725-B0FD-C4FF52DB4CC4}"/>
                </a:ext>
              </a:extLst>
            </p:cNvPr>
            <p:cNvSpPr/>
            <p:nvPr/>
          </p:nvSpPr>
          <p:spPr>
            <a:xfrm>
              <a:off x="7930755" y="68102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7" name="Hexagon 1856">
              <a:extLst>
                <a:ext uri="{FF2B5EF4-FFF2-40B4-BE49-F238E27FC236}">
                  <a16:creationId xmlns:a16="http://schemas.microsoft.com/office/drawing/2014/main" id="{2D0D4964-7BCF-41AE-85D0-A7B1F4117BF7}"/>
                </a:ext>
              </a:extLst>
            </p:cNvPr>
            <p:cNvSpPr/>
            <p:nvPr/>
          </p:nvSpPr>
          <p:spPr>
            <a:xfrm>
              <a:off x="3696711" y="77304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8" name="Hexagon 1857">
              <a:extLst>
                <a:ext uri="{FF2B5EF4-FFF2-40B4-BE49-F238E27FC236}">
                  <a16:creationId xmlns:a16="http://schemas.microsoft.com/office/drawing/2014/main" id="{4F5E480E-31FA-4119-B034-B1099858910E}"/>
                </a:ext>
              </a:extLst>
            </p:cNvPr>
            <p:cNvSpPr/>
            <p:nvPr/>
          </p:nvSpPr>
          <p:spPr>
            <a:xfrm>
              <a:off x="3460194" y="7817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59" name="Hexagon 1858">
              <a:extLst>
                <a:ext uri="{FF2B5EF4-FFF2-40B4-BE49-F238E27FC236}">
                  <a16:creationId xmlns:a16="http://schemas.microsoft.com/office/drawing/2014/main" id="{84F6B2F1-38B9-42A2-BDD7-8C29419002E5}"/>
                </a:ext>
              </a:extLst>
            </p:cNvPr>
            <p:cNvSpPr/>
            <p:nvPr/>
          </p:nvSpPr>
          <p:spPr>
            <a:xfrm>
              <a:off x="3461008" y="763193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0" name="Hexagon 1859">
              <a:extLst>
                <a:ext uri="{FF2B5EF4-FFF2-40B4-BE49-F238E27FC236}">
                  <a16:creationId xmlns:a16="http://schemas.microsoft.com/office/drawing/2014/main" id="{44C44A39-5D87-4945-8DB7-EF0CE9677E03}"/>
                </a:ext>
              </a:extLst>
            </p:cNvPr>
            <p:cNvSpPr/>
            <p:nvPr/>
          </p:nvSpPr>
          <p:spPr>
            <a:xfrm>
              <a:off x="3458032" y="74460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1" name="Hexagon 1860">
              <a:extLst>
                <a:ext uri="{FF2B5EF4-FFF2-40B4-BE49-F238E27FC236}">
                  <a16:creationId xmlns:a16="http://schemas.microsoft.com/office/drawing/2014/main" id="{2A5037C0-F651-4D7E-BE0D-98A59FEF6132}"/>
                </a:ext>
              </a:extLst>
            </p:cNvPr>
            <p:cNvSpPr/>
            <p:nvPr/>
          </p:nvSpPr>
          <p:spPr>
            <a:xfrm>
              <a:off x="3225758" y="79096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2" name="Hexagon 1861">
              <a:extLst>
                <a:ext uri="{FF2B5EF4-FFF2-40B4-BE49-F238E27FC236}">
                  <a16:creationId xmlns:a16="http://schemas.microsoft.com/office/drawing/2014/main" id="{E19C9711-00A6-454F-B808-A405F10BA170}"/>
                </a:ext>
              </a:extLst>
            </p:cNvPr>
            <p:cNvSpPr/>
            <p:nvPr/>
          </p:nvSpPr>
          <p:spPr>
            <a:xfrm>
              <a:off x="3226572" y="77236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3" name="Hexagon 1862">
              <a:extLst>
                <a:ext uri="{FF2B5EF4-FFF2-40B4-BE49-F238E27FC236}">
                  <a16:creationId xmlns:a16="http://schemas.microsoft.com/office/drawing/2014/main" id="{84D05136-DEA8-40FD-9DAD-A05CEBC298E1}"/>
                </a:ext>
              </a:extLst>
            </p:cNvPr>
            <p:cNvSpPr/>
            <p:nvPr/>
          </p:nvSpPr>
          <p:spPr>
            <a:xfrm>
              <a:off x="3225977" y="75354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4" name="Hexagon 1863">
              <a:extLst>
                <a:ext uri="{FF2B5EF4-FFF2-40B4-BE49-F238E27FC236}">
                  <a16:creationId xmlns:a16="http://schemas.microsoft.com/office/drawing/2014/main" id="{43FA5E6A-B916-42ED-B580-7BBE9B6E4C82}"/>
                </a:ext>
              </a:extLst>
            </p:cNvPr>
            <p:cNvSpPr/>
            <p:nvPr/>
          </p:nvSpPr>
          <p:spPr>
            <a:xfrm>
              <a:off x="3225041" y="8468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5" name="Hexagon 1864">
              <a:extLst>
                <a:ext uri="{FF2B5EF4-FFF2-40B4-BE49-F238E27FC236}">
                  <a16:creationId xmlns:a16="http://schemas.microsoft.com/office/drawing/2014/main" id="{CEBB53DA-913D-4534-8EB4-6AC568FC1F70}"/>
                </a:ext>
              </a:extLst>
            </p:cNvPr>
            <p:cNvSpPr/>
            <p:nvPr/>
          </p:nvSpPr>
          <p:spPr>
            <a:xfrm>
              <a:off x="3225855" y="82828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6" name="Hexagon 1865">
              <a:extLst>
                <a:ext uri="{FF2B5EF4-FFF2-40B4-BE49-F238E27FC236}">
                  <a16:creationId xmlns:a16="http://schemas.microsoft.com/office/drawing/2014/main" id="{DE6496B6-7098-45BF-A878-3D4B079BA176}"/>
                </a:ext>
              </a:extLst>
            </p:cNvPr>
            <p:cNvSpPr/>
            <p:nvPr/>
          </p:nvSpPr>
          <p:spPr>
            <a:xfrm>
              <a:off x="3225260" y="80945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7" name="Hexagon 1866">
              <a:extLst>
                <a:ext uri="{FF2B5EF4-FFF2-40B4-BE49-F238E27FC236}">
                  <a16:creationId xmlns:a16="http://schemas.microsoft.com/office/drawing/2014/main" id="{51C3B3BD-2838-4A5F-9003-D77264E022BC}"/>
                </a:ext>
              </a:extLst>
            </p:cNvPr>
            <p:cNvSpPr/>
            <p:nvPr/>
          </p:nvSpPr>
          <p:spPr>
            <a:xfrm>
              <a:off x="2990500" y="85596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8" name="Hexagon 1867">
              <a:extLst>
                <a:ext uri="{FF2B5EF4-FFF2-40B4-BE49-F238E27FC236}">
                  <a16:creationId xmlns:a16="http://schemas.microsoft.com/office/drawing/2014/main" id="{2F5FBE6C-F928-41FA-851E-5C1A9CAFD7B0}"/>
                </a:ext>
              </a:extLst>
            </p:cNvPr>
            <p:cNvSpPr/>
            <p:nvPr/>
          </p:nvSpPr>
          <p:spPr>
            <a:xfrm>
              <a:off x="2991314" y="83737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69" name="Hexagon 1868">
              <a:extLst>
                <a:ext uri="{FF2B5EF4-FFF2-40B4-BE49-F238E27FC236}">
                  <a16:creationId xmlns:a16="http://schemas.microsoft.com/office/drawing/2014/main" id="{39236DD1-FDB4-4FD0-B4BD-4660753C279D}"/>
                </a:ext>
              </a:extLst>
            </p:cNvPr>
            <p:cNvSpPr/>
            <p:nvPr/>
          </p:nvSpPr>
          <p:spPr>
            <a:xfrm>
              <a:off x="2990719" y="818544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0" name="Hexagon 1869">
              <a:extLst>
                <a:ext uri="{FF2B5EF4-FFF2-40B4-BE49-F238E27FC236}">
                  <a16:creationId xmlns:a16="http://schemas.microsoft.com/office/drawing/2014/main" id="{4BB8451F-AB9C-4F4A-BF9E-040103591DD7}"/>
                </a:ext>
              </a:extLst>
            </p:cNvPr>
            <p:cNvSpPr/>
            <p:nvPr/>
          </p:nvSpPr>
          <p:spPr>
            <a:xfrm>
              <a:off x="3225260" y="86505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1" name="Hexagon 1870">
              <a:extLst>
                <a:ext uri="{FF2B5EF4-FFF2-40B4-BE49-F238E27FC236}">
                  <a16:creationId xmlns:a16="http://schemas.microsoft.com/office/drawing/2014/main" id="{A0FBCD51-D881-4D66-9D70-E420F4E3D42C}"/>
                </a:ext>
              </a:extLst>
            </p:cNvPr>
            <p:cNvSpPr/>
            <p:nvPr/>
          </p:nvSpPr>
          <p:spPr>
            <a:xfrm>
              <a:off x="2991663" y="8002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2" name="Hexagon 1871">
              <a:extLst>
                <a:ext uri="{FF2B5EF4-FFF2-40B4-BE49-F238E27FC236}">
                  <a16:creationId xmlns:a16="http://schemas.microsoft.com/office/drawing/2014/main" id="{EB76B26D-6AE8-4D20-A116-4B859599BA9E}"/>
                </a:ext>
              </a:extLst>
            </p:cNvPr>
            <p:cNvSpPr/>
            <p:nvPr/>
          </p:nvSpPr>
          <p:spPr>
            <a:xfrm>
              <a:off x="2991068" y="78145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3" name="Hexagon 1872">
              <a:extLst>
                <a:ext uri="{FF2B5EF4-FFF2-40B4-BE49-F238E27FC236}">
                  <a16:creationId xmlns:a16="http://schemas.microsoft.com/office/drawing/2014/main" id="{E5B52F27-07C2-48B2-A5E4-9C32DFDB86E7}"/>
                </a:ext>
              </a:extLst>
            </p:cNvPr>
            <p:cNvSpPr/>
            <p:nvPr/>
          </p:nvSpPr>
          <p:spPr>
            <a:xfrm>
              <a:off x="2991145" y="74456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4" name="Hexagon 1873">
              <a:extLst>
                <a:ext uri="{FF2B5EF4-FFF2-40B4-BE49-F238E27FC236}">
                  <a16:creationId xmlns:a16="http://schemas.microsoft.com/office/drawing/2014/main" id="{97776A7F-86B4-40A4-8A10-0A282EABB789}"/>
                </a:ext>
              </a:extLst>
            </p:cNvPr>
            <p:cNvSpPr/>
            <p:nvPr/>
          </p:nvSpPr>
          <p:spPr>
            <a:xfrm>
              <a:off x="2754830" y="79091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5" name="Hexagon 1874">
              <a:extLst>
                <a:ext uri="{FF2B5EF4-FFF2-40B4-BE49-F238E27FC236}">
                  <a16:creationId xmlns:a16="http://schemas.microsoft.com/office/drawing/2014/main" id="{73D51821-14DF-42A8-9B33-DB7482216598}"/>
                </a:ext>
              </a:extLst>
            </p:cNvPr>
            <p:cNvSpPr/>
            <p:nvPr/>
          </p:nvSpPr>
          <p:spPr>
            <a:xfrm>
              <a:off x="2755774" y="77264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6" name="Hexagon 1875">
              <a:extLst>
                <a:ext uri="{FF2B5EF4-FFF2-40B4-BE49-F238E27FC236}">
                  <a16:creationId xmlns:a16="http://schemas.microsoft.com/office/drawing/2014/main" id="{2356956C-EF63-4B65-89CB-44963E595D06}"/>
                </a:ext>
              </a:extLst>
            </p:cNvPr>
            <p:cNvSpPr/>
            <p:nvPr/>
          </p:nvSpPr>
          <p:spPr>
            <a:xfrm>
              <a:off x="2755179" y="75382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7" name="Hexagon 1876">
              <a:extLst>
                <a:ext uri="{FF2B5EF4-FFF2-40B4-BE49-F238E27FC236}">
                  <a16:creationId xmlns:a16="http://schemas.microsoft.com/office/drawing/2014/main" id="{7A1ABF09-FC24-435B-9041-6389BE38969B}"/>
                </a:ext>
              </a:extLst>
            </p:cNvPr>
            <p:cNvSpPr/>
            <p:nvPr/>
          </p:nvSpPr>
          <p:spPr>
            <a:xfrm>
              <a:off x="2524919" y="78191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8" name="Hexagon 1877">
              <a:extLst>
                <a:ext uri="{FF2B5EF4-FFF2-40B4-BE49-F238E27FC236}">
                  <a16:creationId xmlns:a16="http://schemas.microsoft.com/office/drawing/2014/main" id="{36B0633E-7F1C-4904-A331-C0EBF63D64EE}"/>
                </a:ext>
              </a:extLst>
            </p:cNvPr>
            <p:cNvSpPr/>
            <p:nvPr/>
          </p:nvSpPr>
          <p:spPr>
            <a:xfrm>
              <a:off x="2524324" y="76308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79" name="Hexagon 1878">
              <a:extLst>
                <a:ext uri="{FF2B5EF4-FFF2-40B4-BE49-F238E27FC236}">
                  <a16:creationId xmlns:a16="http://schemas.microsoft.com/office/drawing/2014/main" id="{2639CA6A-3CE8-4689-9228-36B0C19A1440}"/>
                </a:ext>
              </a:extLst>
            </p:cNvPr>
            <p:cNvSpPr/>
            <p:nvPr/>
          </p:nvSpPr>
          <p:spPr>
            <a:xfrm>
              <a:off x="3225041" y="8823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0" name="Hexagon 1879">
              <a:extLst>
                <a:ext uri="{FF2B5EF4-FFF2-40B4-BE49-F238E27FC236}">
                  <a16:creationId xmlns:a16="http://schemas.microsoft.com/office/drawing/2014/main" id="{34913809-C243-41B9-91A3-E216C5F46423}"/>
                </a:ext>
              </a:extLst>
            </p:cNvPr>
            <p:cNvSpPr/>
            <p:nvPr/>
          </p:nvSpPr>
          <p:spPr>
            <a:xfrm>
              <a:off x="3461027" y="89131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1" name="Hexagon 1880">
              <a:extLst>
                <a:ext uri="{FF2B5EF4-FFF2-40B4-BE49-F238E27FC236}">
                  <a16:creationId xmlns:a16="http://schemas.microsoft.com/office/drawing/2014/main" id="{DADEB27C-49FC-4968-8F71-E74722CC1525}"/>
                </a:ext>
              </a:extLst>
            </p:cNvPr>
            <p:cNvSpPr/>
            <p:nvPr/>
          </p:nvSpPr>
          <p:spPr>
            <a:xfrm>
              <a:off x="3462794" y="91000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2" name="Hexagon 1881">
              <a:extLst>
                <a:ext uri="{FF2B5EF4-FFF2-40B4-BE49-F238E27FC236}">
                  <a16:creationId xmlns:a16="http://schemas.microsoft.com/office/drawing/2014/main" id="{4AC385C3-4CAE-4190-80C7-EA5D23F7B7DD}"/>
                </a:ext>
              </a:extLst>
            </p:cNvPr>
            <p:cNvSpPr/>
            <p:nvPr/>
          </p:nvSpPr>
          <p:spPr>
            <a:xfrm>
              <a:off x="3227286" y="91986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3" name="Hexagon 1882">
              <a:extLst>
                <a:ext uri="{FF2B5EF4-FFF2-40B4-BE49-F238E27FC236}">
                  <a16:creationId xmlns:a16="http://schemas.microsoft.com/office/drawing/2014/main" id="{A0D1F7FA-6566-4FEF-8955-4A208BF79028}"/>
                </a:ext>
              </a:extLst>
            </p:cNvPr>
            <p:cNvSpPr/>
            <p:nvPr/>
          </p:nvSpPr>
          <p:spPr>
            <a:xfrm>
              <a:off x="2990500" y="8919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4" name="Hexagon 1883">
              <a:extLst>
                <a:ext uri="{FF2B5EF4-FFF2-40B4-BE49-F238E27FC236}">
                  <a16:creationId xmlns:a16="http://schemas.microsoft.com/office/drawing/2014/main" id="{5485279C-C7A2-41B3-B500-487DCD9F2131}"/>
                </a:ext>
              </a:extLst>
            </p:cNvPr>
            <p:cNvSpPr/>
            <p:nvPr/>
          </p:nvSpPr>
          <p:spPr>
            <a:xfrm>
              <a:off x="2987016" y="91071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5" name="Hexagon 1884">
              <a:extLst>
                <a:ext uri="{FF2B5EF4-FFF2-40B4-BE49-F238E27FC236}">
                  <a16:creationId xmlns:a16="http://schemas.microsoft.com/office/drawing/2014/main" id="{C9690358-4D48-4151-B546-47630466EB2B}"/>
                </a:ext>
              </a:extLst>
            </p:cNvPr>
            <p:cNvSpPr/>
            <p:nvPr/>
          </p:nvSpPr>
          <p:spPr>
            <a:xfrm>
              <a:off x="2753081" y="92026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6" name="Hexagon 1885">
              <a:extLst>
                <a:ext uri="{FF2B5EF4-FFF2-40B4-BE49-F238E27FC236}">
                  <a16:creationId xmlns:a16="http://schemas.microsoft.com/office/drawing/2014/main" id="{53E06BBC-6A9C-4D33-8203-512468E06D47}"/>
                </a:ext>
              </a:extLst>
            </p:cNvPr>
            <p:cNvSpPr/>
            <p:nvPr/>
          </p:nvSpPr>
          <p:spPr>
            <a:xfrm>
              <a:off x="2995010" y="92928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7" name="Hexagon 1886">
              <a:extLst>
                <a:ext uri="{FF2B5EF4-FFF2-40B4-BE49-F238E27FC236}">
                  <a16:creationId xmlns:a16="http://schemas.microsoft.com/office/drawing/2014/main" id="{1839446D-6900-4A1E-8786-13ABDA19C6B5}"/>
                </a:ext>
              </a:extLst>
            </p:cNvPr>
            <p:cNvSpPr/>
            <p:nvPr/>
          </p:nvSpPr>
          <p:spPr>
            <a:xfrm>
              <a:off x="2759502" y="93914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8" name="Hexagon 1887">
              <a:extLst>
                <a:ext uri="{FF2B5EF4-FFF2-40B4-BE49-F238E27FC236}">
                  <a16:creationId xmlns:a16="http://schemas.microsoft.com/office/drawing/2014/main" id="{9483076F-B4A5-4DF4-96D1-613BE8D7421B}"/>
                </a:ext>
              </a:extLst>
            </p:cNvPr>
            <p:cNvSpPr/>
            <p:nvPr/>
          </p:nvSpPr>
          <p:spPr>
            <a:xfrm>
              <a:off x="2284528" y="91995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89" name="Hexagon 1888">
              <a:extLst>
                <a:ext uri="{FF2B5EF4-FFF2-40B4-BE49-F238E27FC236}">
                  <a16:creationId xmlns:a16="http://schemas.microsoft.com/office/drawing/2014/main" id="{C077ADAB-4B53-427B-9E35-F512CE7DB017}"/>
                </a:ext>
              </a:extLst>
            </p:cNvPr>
            <p:cNvSpPr/>
            <p:nvPr/>
          </p:nvSpPr>
          <p:spPr>
            <a:xfrm>
              <a:off x="2286187" y="93859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0" name="Hexagon 1889">
              <a:extLst>
                <a:ext uri="{FF2B5EF4-FFF2-40B4-BE49-F238E27FC236}">
                  <a16:creationId xmlns:a16="http://schemas.microsoft.com/office/drawing/2014/main" id="{ECEFAC80-BB36-4828-AA5E-7C2BF4874671}"/>
                </a:ext>
              </a:extLst>
            </p:cNvPr>
            <p:cNvSpPr/>
            <p:nvPr/>
          </p:nvSpPr>
          <p:spPr>
            <a:xfrm>
              <a:off x="2519457" y="94830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1" name="Hexagon 1890">
              <a:extLst>
                <a:ext uri="{FF2B5EF4-FFF2-40B4-BE49-F238E27FC236}">
                  <a16:creationId xmlns:a16="http://schemas.microsoft.com/office/drawing/2014/main" id="{D7168C74-C4FB-4AB5-9B3B-BC7908537B35}"/>
                </a:ext>
              </a:extLst>
            </p:cNvPr>
            <p:cNvSpPr/>
            <p:nvPr/>
          </p:nvSpPr>
          <p:spPr>
            <a:xfrm>
              <a:off x="2519457" y="9665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2" name="Hexagon 1891">
              <a:extLst>
                <a:ext uri="{FF2B5EF4-FFF2-40B4-BE49-F238E27FC236}">
                  <a16:creationId xmlns:a16="http://schemas.microsoft.com/office/drawing/2014/main" id="{080B3AB1-F938-444E-97A9-7C9400DDA651}"/>
                </a:ext>
              </a:extLst>
            </p:cNvPr>
            <p:cNvSpPr/>
            <p:nvPr/>
          </p:nvSpPr>
          <p:spPr>
            <a:xfrm>
              <a:off x="2284541" y="77286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3" name="Hexagon 1892">
              <a:extLst>
                <a:ext uri="{FF2B5EF4-FFF2-40B4-BE49-F238E27FC236}">
                  <a16:creationId xmlns:a16="http://schemas.microsoft.com/office/drawing/2014/main" id="{CF8D8022-A7BA-47F4-A0AC-3FB56239300E}"/>
                </a:ext>
              </a:extLst>
            </p:cNvPr>
            <p:cNvSpPr/>
            <p:nvPr/>
          </p:nvSpPr>
          <p:spPr>
            <a:xfrm>
              <a:off x="2286327" y="75403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4" name="Hexagon 1893">
              <a:extLst>
                <a:ext uri="{FF2B5EF4-FFF2-40B4-BE49-F238E27FC236}">
                  <a16:creationId xmlns:a16="http://schemas.microsoft.com/office/drawing/2014/main" id="{8056605F-114A-46E8-A19A-189B51DEDA3E}"/>
                </a:ext>
              </a:extLst>
            </p:cNvPr>
            <p:cNvSpPr/>
            <p:nvPr/>
          </p:nvSpPr>
          <p:spPr>
            <a:xfrm>
              <a:off x="2279766" y="73613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5" name="Hexagon 1894">
              <a:extLst>
                <a:ext uri="{FF2B5EF4-FFF2-40B4-BE49-F238E27FC236}">
                  <a16:creationId xmlns:a16="http://schemas.microsoft.com/office/drawing/2014/main" id="{AA3AE200-03F4-419F-88C5-76C968394820}"/>
                </a:ext>
              </a:extLst>
            </p:cNvPr>
            <p:cNvSpPr/>
            <p:nvPr/>
          </p:nvSpPr>
          <p:spPr>
            <a:xfrm>
              <a:off x="2279171" y="7173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6" name="Hexagon 1895">
              <a:extLst>
                <a:ext uri="{FF2B5EF4-FFF2-40B4-BE49-F238E27FC236}">
                  <a16:creationId xmlns:a16="http://schemas.microsoft.com/office/drawing/2014/main" id="{DA712078-F85C-4608-821D-ABD457F00C16}"/>
                </a:ext>
              </a:extLst>
            </p:cNvPr>
            <p:cNvSpPr/>
            <p:nvPr/>
          </p:nvSpPr>
          <p:spPr>
            <a:xfrm>
              <a:off x="2277385" y="69870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7" name="Hexagon 1896">
              <a:extLst>
                <a:ext uri="{FF2B5EF4-FFF2-40B4-BE49-F238E27FC236}">
                  <a16:creationId xmlns:a16="http://schemas.microsoft.com/office/drawing/2014/main" id="{72CC2507-5554-4A4E-B870-803DAF76B458}"/>
                </a:ext>
              </a:extLst>
            </p:cNvPr>
            <p:cNvSpPr/>
            <p:nvPr/>
          </p:nvSpPr>
          <p:spPr>
            <a:xfrm>
              <a:off x="2276790" y="67988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8" name="Hexagon 1897">
              <a:extLst>
                <a:ext uri="{FF2B5EF4-FFF2-40B4-BE49-F238E27FC236}">
                  <a16:creationId xmlns:a16="http://schemas.microsoft.com/office/drawing/2014/main" id="{5424F038-417E-4307-8E26-D5511327FE65}"/>
                </a:ext>
              </a:extLst>
            </p:cNvPr>
            <p:cNvSpPr/>
            <p:nvPr/>
          </p:nvSpPr>
          <p:spPr>
            <a:xfrm>
              <a:off x="2514212" y="70772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899" name="Hexagon 1898">
              <a:extLst>
                <a:ext uri="{FF2B5EF4-FFF2-40B4-BE49-F238E27FC236}">
                  <a16:creationId xmlns:a16="http://schemas.microsoft.com/office/drawing/2014/main" id="{93CF178C-C2A8-44EE-B7D2-14E62EAA7E83}"/>
                </a:ext>
              </a:extLst>
            </p:cNvPr>
            <p:cNvSpPr/>
            <p:nvPr/>
          </p:nvSpPr>
          <p:spPr>
            <a:xfrm>
              <a:off x="2753081" y="69890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0" name="Hexagon 1899">
              <a:extLst>
                <a:ext uri="{FF2B5EF4-FFF2-40B4-BE49-F238E27FC236}">
                  <a16:creationId xmlns:a16="http://schemas.microsoft.com/office/drawing/2014/main" id="{33225E21-009D-405E-BDEB-6CDE6B220496}"/>
                </a:ext>
              </a:extLst>
            </p:cNvPr>
            <p:cNvSpPr/>
            <p:nvPr/>
          </p:nvSpPr>
          <p:spPr>
            <a:xfrm>
              <a:off x="2987881" y="70867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1" name="Hexagon 1900">
              <a:extLst>
                <a:ext uri="{FF2B5EF4-FFF2-40B4-BE49-F238E27FC236}">
                  <a16:creationId xmlns:a16="http://schemas.microsoft.com/office/drawing/2014/main" id="{FD30045F-C50A-4CB0-BFF5-6BEE10CD8540}"/>
                </a:ext>
              </a:extLst>
            </p:cNvPr>
            <p:cNvSpPr/>
            <p:nvPr/>
          </p:nvSpPr>
          <p:spPr>
            <a:xfrm>
              <a:off x="1807949" y="71765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2" name="Hexagon 1901">
              <a:extLst>
                <a:ext uri="{FF2B5EF4-FFF2-40B4-BE49-F238E27FC236}">
                  <a16:creationId xmlns:a16="http://schemas.microsoft.com/office/drawing/2014/main" id="{E7F6B7BB-1739-444B-9C64-3E0701E7A673}"/>
                </a:ext>
              </a:extLst>
            </p:cNvPr>
            <p:cNvSpPr/>
            <p:nvPr/>
          </p:nvSpPr>
          <p:spPr>
            <a:xfrm>
              <a:off x="1806163" y="69906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3" name="Hexagon 1902">
              <a:extLst>
                <a:ext uri="{FF2B5EF4-FFF2-40B4-BE49-F238E27FC236}">
                  <a16:creationId xmlns:a16="http://schemas.microsoft.com/office/drawing/2014/main" id="{05C18854-F62E-457F-A649-9F4E4E049186}"/>
                </a:ext>
              </a:extLst>
            </p:cNvPr>
            <p:cNvSpPr/>
            <p:nvPr/>
          </p:nvSpPr>
          <p:spPr>
            <a:xfrm>
              <a:off x="2042990" y="70808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4" name="Hexagon 1903">
              <a:extLst>
                <a:ext uri="{FF2B5EF4-FFF2-40B4-BE49-F238E27FC236}">
                  <a16:creationId xmlns:a16="http://schemas.microsoft.com/office/drawing/2014/main" id="{29F0F91F-DD3F-405F-93D8-608321541A69}"/>
                </a:ext>
              </a:extLst>
            </p:cNvPr>
            <p:cNvSpPr/>
            <p:nvPr/>
          </p:nvSpPr>
          <p:spPr>
            <a:xfrm>
              <a:off x="2045032" y="67117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5" name="Hexagon 1904">
              <a:extLst>
                <a:ext uri="{FF2B5EF4-FFF2-40B4-BE49-F238E27FC236}">
                  <a16:creationId xmlns:a16="http://schemas.microsoft.com/office/drawing/2014/main" id="{0A60DB2A-4ADB-440D-93C0-2054DE007349}"/>
                </a:ext>
              </a:extLst>
            </p:cNvPr>
            <p:cNvSpPr/>
            <p:nvPr/>
          </p:nvSpPr>
          <p:spPr>
            <a:xfrm>
              <a:off x="1810637" y="68054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6" name="Hexagon 1905">
              <a:extLst>
                <a:ext uri="{FF2B5EF4-FFF2-40B4-BE49-F238E27FC236}">
                  <a16:creationId xmlns:a16="http://schemas.microsoft.com/office/drawing/2014/main" id="{C5B79B2A-8B88-469A-B035-FEA4A6186008}"/>
                </a:ext>
              </a:extLst>
            </p:cNvPr>
            <p:cNvSpPr/>
            <p:nvPr/>
          </p:nvSpPr>
          <p:spPr>
            <a:xfrm>
              <a:off x="2281425" y="643747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7" name="Hexagon 1906">
              <a:extLst>
                <a:ext uri="{FF2B5EF4-FFF2-40B4-BE49-F238E27FC236}">
                  <a16:creationId xmlns:a16="http://schemas.microsoft.com/office/drawing/2014/main" id="{D5F51056-2B50-4DDF-8D92-972B7D05CAE3}"/>
                </a:ext>
              </a:extLst>
            </p:cNvPr>
            <p:cNvSpPr/>
            <p:nvPr/>
          </p:nvSpPr>
          <p:spPr>
            <a:xfrm>
              <a:off x="2514212" y="65257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8" name="Hexagon 1907">
              <a:extLst>
                <a:ext uri="{FF2B5EF4-FFF2-40B4-BE49-F238E27FC236}">
                  <a16:creationId xmlns:a16="http://schemas.microsoft.com/office/drawing/2014/main" id="{801CF5BE-CDF0-40C9-B139-1416DF67279C}"/>
                </a:ext>
              </a:extLst>
            </p:cNvPr>
            <p:cNvSpPr/>
            <p:nvPr/>
          </p:nvSpPr>
          <p:spPr>
            <a:xfrm>
              <a:off x="2049904" y="79989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09" name="Hexagon 1908">
              <a:extLst>
                <a:ext uri="{FF2B5EF4-FFF2-40B4-BE49-F238E27FC236}">
                  <a16:creationId xmlns:a16="http://schemas.microsoft.com/office/drawing/2014/main" id="{50C146C4-F3D7-455E-AB59-E8870C2FA9D0}"/>
                </a:ext>
              </a:extLst>
            </p:cNvPr>
            <p:cNvSpPr/>
            <p:nvPr/>
          </p:nvSpPr>
          <p:spPr>
            <a:xfrm>
              <a:off x="2040316" y="78182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0" name="Hexagon 1909">
              <a:extLst>
                <a:ext uri="{FF2B5EF4-FFF2-40B4-BE49-F238E27FC236}">
                  <a16:creationId xmlns:a16="http://schemas.microsoft.com/office/drawing/2014/main" id="{8217F599-45EA-4728-9E93-B9FCE2F7B97F}"/>
                </a:ext>
              </a:extLst>
            </p:cNvPr>
            <p:cNvSpPr/>
            <p:nvPr/>
          </p:nvSpPr>
          <p:spPr>
            <a:xfrm>
              <a:off x="2047510" y="76340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1" name="Hexagon 1910">
              <a:extLst>
                <a:ext uri="{FF2B5EF4-FFF2-40B4-BE49-F238E27FC236}">
                  <a16:creationId xmlns:a16="http://schemas.microsoft.com/office/drawing/2014/main" id="{4AA62906-7D6F-4158-A9B3-015035D97113}"/>
                </a:ext>
              </a:extLst>
            </p:cNvPr>
            <p:cNvSpPr/>
            <p:nvPr/>
          </p:nvSpPr>
          <p:spPr>
            <a:xfrm>
              <a:off x="1812239" y="82785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2" name="Hexagon 1911">
              <a:extLst>
                <a:ext uri="{FF2B5EF4-FFF2-40B4-BE49-F238E27FC236}">
                  <a16:creationId xmlns:a16="http://schemas.microsoft.com/office/drawing/2014/main" id="{8134E657-4866-49B4-B7A6-32F6E9C5BCD8}"/>
                </a:ext>
              </a:extLst>
            </p:cNvPr>
            <p:cNvSpPr/>
            <p:nvPr/>
          </p:nvSpPr>
          <p:spPr>
            <a:xfrm>
              <a:off x="1809263" y="80902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3" name="Hexagon 1912">
              <a:extLst>
                <a:ext uri="{FF2B5EF4-FFF2-40B4-BE49-F238E27FC236}">
                  <a16:creationId xmlns:a16="http://schemas.microsoft.com/office/drawing/2014/main" id="{8BBD1614-7ACC-4884-B5D1-347B84AB853F}"/>
                </a:ext>
              </a:extLst>
            </p:cNvPr>
            <p:cNvSpPr/>
            <p:nvPr/>
          </p:nvSpPr>
          <p:spPr>
            <a:xfrm>
              <a:off x="1805083" y="79136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4" name="Hexagon 1913">
              <a:extLst>
                <a:ext uri="{FF2B5EF4-FFF2-40B4-BE49-F238E27FC236}">
                  <a16:creationId xmlns:a16="http://schemas.microsoft.com/office/drawing/2014/main" id="{651BA0BD-F564-49F5-B2A2-7D9B566AE4BF}"/>
                </a:ext>
              </a:extLst>
            </p:cNvPr>
            <p:cNvSpPr/>
            <p:nvPr/>
          </p:nvSpPr>
          <p:spPr>
            <a:xfrm>
              <a:off x="1810201" y="84618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5" name="Hexagon 1914">
              <a:extLst>
                <a:ext uri="{FF2B5EF4-FFF2-40B4-BE49-F238E27FC236}">
                  <a16:creationId xmlns:a16="http://schemas.microsoft.com/office/drawing/2014/main" id="{28C7966D-B962-4D2F-8064-77DB8E9635ED}"/>
                </a:ext>
              </a:extLst>
            </p:cNvPr>
            <p:cNvSpPr/>
            <p:nvPr/>
          </p:nvSpPr>
          <p:spPr>
            <a:xfrm>
              <a:off x="1574167" y="83700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6" name="Hexagon 1915">
              <a:extLst>
                <a:ext uri="{FF2B5EF4-FFF2-40B4-BE49-F238E27FC236}">
                  <a16:creationId xmlns:a16="http://schemas.microsoft.com/office/drawing/2014/main" id="{DCB2BC2C-8FEE-4F96-958F-FF761BE8BCA5}"/>
                </a:ext>
              </a:extLst>
            </p:cNvPr>
            <p:cNvSpPr/>
            <p:nvPr/>
          </p:nvSpPr>
          <p:spPr>
            <a:xfrm>
              <a:off x="1573572" y="81817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7" name="Hexagon 1916">
              <a:extLst>
                <a:ext uri="{FF2B5EF4-FFF2-40B4-BE49-F238E27FC236}">
                  <a16:creationId xmlns:a16="http://schemas.microsoft.com/office/drawing/2014/main" id="{083A286D-CEF3-4672-A19B-8AB07F5376F3}"/>
                </a:ext>
              </a:extLst>
            </p:cNvPr>
            <p:cNvSpPr/>
            <p:nvPr/>
          </p:nvSpPr>
          <p:spPr>
            <a:xfrm>
              <a:off x="1567011" y="800271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8" name="Hexagon 1917">
              <a:extLst>
                <a:ext uri="{FF2B5EF4-FFF2-40B4-BE49-F238E27FC236}">
                  <a16:creationId xmlns:a16="http://schemas.microsoft.com/office/drawing/2014/main" id="{6D3685AD-BCA2-47B8-A25E-9E6E14B91BE8}"/>
                </a:ext>
              </a:extLst>
            </p:cNvPr>
            <p:cNvSpPr/>
            <p:nvPr/>
          </p:nvSpPr>
          <p:spPr>
            <a:xfrm>
              <a:off x="9111108" y="69014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19" name="Hexagon 1918">
              <a:extLst>
                <a:ext uri="{FF2B5EF4-FFF2-40B4-BE49-F238E27FC236}">
                  <a16:creationId xmlns:a16="http://schemas.microsoft.com/office/drawing/2014/main" id="{0E67E61D-8089-467E-906E-03395E813816}"/>
                </a:ext>
              </a:extLst>
            </p:cNvPr>
            <p:cNvSpPr/>
            <p:nvPr/>
          </p:nvSpPr>
          <p:spPr>
            <a:xfrm>
              <a:off x="9108727" y="67117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0" name="Hexagon 1919">
              <a:extLst>
                <a:ext uri="{FF2B5EF4-FFF2-40B4-BE49-F238E27FC236}">
                  <a16:creationId xmlns:a16="http://schemas.microsoft.com/office/drawing/2014/main" id="{6073899C-D3C9-479A-8394-33E3F17A3BF8}"/>
                </a:ext>
              </a:extLst>
            </p:cNvPr>
            <p:cNvSpPr/>
            <p:nvPr/>
          </p:nvSpPr>
          <p:spPr>
            <a:xfrm>
              <a:off x="9347323" y="69973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1" name="Hexagon 1920">
              <a:extLst>
                <a:ext uri="{FF2B5EF4-FFF2-40B4-BE49-F238E27FC236}">
                  <a16:creationId xmlns:a16="http://schemas.microsoft.com/office/drawing/2014/main" id="{5016600F-E10D-463F-AC2D-7DF24369A56E}"/>
                </a:ext>
              </a:extLst>
            </p:cNvPr>
            <p:cNvSpPr/>
            <p:nvPr/>
          </p:nvSpPr>
          <p:spPr>
            <a:xfrm>
              <a:off x="9347323" y="68076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2" name="Hexagon 1921">
              <a:extLst>
                <a:ext uri="{FF2B5EF4-FFF2-40B4-BE49-F238E27FC236}">
                  <a16:creationId xmlns:a16="http://schemas.microsoft.com/office/drawing/2014/main" id="{C3A47EC4-9160-4BFB-9049-6340F046680D}"/>
                </a:ext>
              </a:extLst>
            </p:cNvPr>
            <p:cNvSpPr/>
            <p:nvPr/>
          </p:nvSpPr>
          <p:spPr>
            <a:xfrm>
              <a:off x="9342866" y="66224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3" name="Hexagon 1922">
              <a:extLst>
                <a:ext uri="{FF2B5EF4-FFF2-40B4-BE49-F238E27FC236}">
                  <a16:creationId xmlns:a16="http://schemas.microsoft.com/office/drawing/2014/main" id="{0AE3F33B-ACFB-4B6B-8D3A-2497DD77DA7E}"/>
                </a:ext>
              </a:extLst>
            </p:cNvPr>
            <p:cNvSpPr/>
            <p:nvPr/>
          </p:nvSpPr>
          <p:spPr>
            <a:xfrm>
              <a:off x="9347628" y="643747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4" name="Hexagon 1923">
              <a:extLst>
                <a:ext uri="{FF2B5EF4-FFF2-40B4-BE49-F238E27FC236}">
                  <a16:creationId xmlns:a16="http://schemas.microsoft.com/office/drawing/2014/main" id="{FAD10CF2-11A7-4779-8A36-3AA13032018C}"/>
                </a:ext>
              </a:extLst>
            </p:cNvPr>
            <p:cNvSpPr/>
            <p:nvPr/>
          </p:nvSpPr>
          <p:spPr>
            <a:xfrm>
              <a:off x="9345247" y="62550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5" name="Hexagon 1924">
              <a:extLst>
                <a:ext uri="{FF2B5EF4-FFF2-40B4-BE49-F238E27FC236}">
                  <a16:creationId xmlns:a16="http://schemas.microsoft.com/office/drawing/2014/main" id="{951A354D-6065-4540-9B23-F8EABA2CDB24}"/>
                </a:ext>
              </a:extLst>
            </p:cNvPr>
            <p:cNvSpPr/>
            <p:nvPr/>
          </p:nvSpPr>
          <p:spPr>
            <a:xfrm>
              <a:off x="9342866" y="71799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6" name="Hexagon 1925">
              <a:extLst>
                <a:ext uri="{FF2B5EF4-FFF2-40B4-BE49-F238E27FC236}">
                  <a16:creationId xmlns:a16="http://schemas.microsoft.com/office/drawing/2014/main" id="{4DD2C76F-27F2-4E5B-A867-0911A83B21B1}"/>
                </a:ext>
              </a:extLst>
            </p:cNvPr>
            <p:cNvSpPr/>
            <p:nvPr/>
          </p:nvSpPr>
          <p:spPr>
            <a:xfrm>
              <a:off x="9579537" y="709232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7" name="Hexagon 1926">
              <a:extLst>
                <a:ext uri="{FF2B5EF4-FFF2-40B4-BE49-F238E27FC236}">
                  <a16:creationId xmlns:a16="http://schemas.microsoft.com/office/drawing/2014/main" id="{AE330259-1314-4E1A-9FE0-6B0FC8A759D3}"/>
                </a:ext>
              </a:extLst>
            </p:cNvPr>
            <p:cNvSpPr/>
            <p:nvPr/>
          </p:nvSpPr>
          <p:spPr>
            <a:xfrm>
              <a:off x="9579537" y="69026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8" name="Hexagon 1927">
              <a:extLst>
                <a:ext uri="{FF2B5EF4-FFF2-40B4-BE49-F238E27FC236}">
                  <a16:creationId xmlns:a16="http://schemas.microsoft.com/office/drawing/2014/main" id="{BEB9C4EC-34D2-4461-AA27-0E23A09DBA6C}"/>
                </a:ext>
              </a:extLst>
            </p:cNvPr>
            <p:cNvSpPr/>
            <p:nvPr/>
          </p:nvSpPr>
          <p:spPr>
            <a:xfrm>
              <a:off x="9575080" y="72749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29" name="Hexagon 1928">
              <a:extLst>
                <a:ext uri="{FF2B5EF4-FFF2-40B4-BE49-F238E27FC236}">
                  <a16:creationId xmlns:a16="http://schemas.microsoft.com/office/drawing/2014/main" id="{3AB2EB70-BFB4-4ABF-8B38-26EF5C6DF600}"/>
                </a:ext>
              </a:extLst>
            </p:cNvPr>
            <p:cNvSpPr/>
            <p:nvPr/>
          </p:nvSpPr>
          <p:spPr>
            <a:xfrm>
              <a:off x="9577040" y="764370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0" name="Hexagon 1929">
              <a:extLst>
                <a:ext uri="{FF2B5EF4-FFF2-40B4-BE49-F238E27FC236}">
                  <a16:creationId xmlns:a16="http://schemas.microsoft.com/office/drawing/2014/main" id="{FD80DD0C-9C0F-407F-8B05-889561012907}"/>
                </a:ext>
              </a:extLst>
            </p:cNvPr>
            <p:cNvSpPr/>
            <p:nvPr/>
          </p:nvSpPr>
          <p:spPr>
            <a:xfrm>
              <a:off x="9577040" y="74540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1" name="Hexagon 1930">
              <a:extLst>
                <a:ext uri="{FF2B5EF4-FFF2-40B4-BE49-F238E27FC236}">
                  <a16:creationId xmlns:a16="http://schemas.microsoft.com/office/drawing/2014/main" id="{BAB2415A-3DB5-490B-8A95-C3728CB8CD85}"/>
                </a:ext>
              </a:extLst>
            </p:cNvPr>
            <p:cNvSpPr/>
            <p:nvPr/>
          </p:nvSpPr>
          <p:spPr>
            <a:xfrm>
              <a:off x="9572583" y="78263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2" name="Hexagon 1931">
              <a:extLst>
                <a:ext uri="{FF2B5EF4-FFF2-40B4-BE49-F238E27FC236}">
                  <a16:creationId xmlns:a16="http://schemas.microsoft.com/office/drawing/2014/main" id="{6638F800-BBE1-4AB4-9BC4-BD63F3C5DAB9}"/>
                </a:ext>
              </a:extLst>
            </p:cNvPr>
            <p:cNvSpPr/>
            <p:nvPr/>
          </p:nvSpPr>
          <p:spPr>
            <a:xfrm>
              <a:off x="9813210" y="75531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3" name="Hexagon 1932">
              <a:extLst>
                <a:ext uri="{FF2B5EF4-FFF2-40B4-BE49-F238E27FC236}">
                  <a16:creationId xmlns:a16="http://schemas.microsoft.com/office/drawing/2014/main" id="{7FE2B466-A9D4-4134-AB29-4E9415624FAA}"/>
                </a:ext>
              </a:extLst>
            </p:cNvPr>
            <p:cNvSpPr/>
            <p:nvPr/>
          </p:nvSpPr>
          <p:spPr>
            <a:xfrm>
              <a:off x="9813210" y="73634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4" name="Hexagon 1933">
              <a:extLst>
                <a:ext uri="{FF2B5EF4-FFF2-40B4-BE49-F238E27FC236}">
                  <a16:creationId xmlns:a16="http://schemas.microsoft.com/office/drawing/2014/main" id="{6AF2679B-BE5D-4DB9-93B1-D2F53D7BD612}"/>
                </a:ext>
              </a:extLst>
            </p:cNvPr>
            <p:cNvSpPr/>
            <p:nvPr/>
          </p:nvSpPr>
          <p:spPr>
            <a:xfrm>
              <a:off x="9808753" y="7735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5" name="Hexagon 1934">
              <a:extLst>
                <a:ext uri="{FF2B5EF4-FFF2-40B4-BE49-F238E27FC236}">
                  <a16:creationId xmlns:a16="http://schemas.microsoft.com/office/drawing/2014/main" id="{D2C29B7A-0A31-467F-A18D-6852F6AF54F1}"/>
                </a:ext>
              </a:extLst>
            </p:cNvPr>
            <p:cNvSpPr/>
            <p:nvPr/>
          </p:nvSpPr>
          <p:spPr>
            <a:xfrm>
              <a:off x="9818799" y="70029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6" name="Hexagon 1935">
              <a:extLst>
                <a:ext uri="{FF2B5EF4-FFF2-40B4-BE49-F238E27FC236}">
                  <a16:creationId xmlns:a16="http://schemas.microsoft.com/office/drawing/2014/main" id="{204BA00F-1827-4047-92DA-9B784C40694C}"/>
                </a:ext>
              </a:extLst>
            </p:cNvPr>
            <p:cNvSpPr/>
            <p:nvPr/>
          </p:nvSpPr>
          <p:spPr>
            <a:xfrm>
              <a:off x="9818799" y="68132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7" name="Hexagon 1936">
              <a:extLst>
                <a:ext uri="{FF2B5EF4-FFF2-40B4-BE49-F238E27FC236}">
                  <a16:creationId xmlns:a16="http://schemas.microsoft.com/office/drawing/2014/main" id="{CBF2BB84-29D3-45E5-9BD2-CD960F850618}"/>
                </a:ext>
              </a:extLst>
            </p:cNvPr>
            <p:cNvSpPr/>
            <p:nvPr/>
          </p:nvSpPr>
          <p:spPr>
            <a:xfrm>
              <a:off x="9814342" y="718555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8" name="Hexagon 1937">
              <a:extLst>
                <a:ext uri="{FF2B5EF4-FFF2-40B4-BE49-F238E27FC236}">
                  <a16:creationId xmlns:a16="http://schemas.microsoft.com/office/drawing/2014/main" id="{113CFE73-1F0A-4D0B-93A1-3C1BE6736C37}"/>
                </a:ext>
              </a:extLst>
            </p:cNvPr>
            <p:cNvSpPr/>
            <p:nvPr/>
          </p:nvSpPr>
          <p:spPr>
            <a:xfrm>
              <a:off x="10053837" y="7093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39" name="Hexagon 1938">
              <a:extLst>
                <a:ext uri="{FF2B5EF4-FFF2-40B4-BE49-F238E27FC236}">
                  <a16:creationId xmlns:a16="http://schemas.microsoft.com/office/drawing/2014/main" id="{C377D87A-6976-413F-98EB-303881461283}"/>
                </a:ext>
              </a:extLst>
            </p:cNvPr>
            <p:cNvSpPr/>
            <p:nvPr/>
          </p:nvSpPr>
          <p:spPr>
            <a:xfrm>
              <a:off x="10053837" y="69042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0" name="Hexagon 1939">
              <a:extLst>
                <a:ext uri="{FF2B5EF4-FFF2-40B4-BE49-F238E27FC236}">
                  <a16:creationId xmlns:a16="http://schemas.microsoft.com/office/drawing/2014/main" id="{21FC7F87-CB17-4631-89AD-3AB07977270F}"/>
                </a:ext>
              </a:extLst>
            </p:cNvPr>
            <p:cNvSpPr/>
            <p:nvPr/>
          </p:nvSpPr>
          <p:spPr>
            <a:xfrm>
              <a:off x="10054142" y="72765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1" name="Hexagon 1940">
              <a:extLst>
                <a:ext uri="{FF2B5EF4-FFF2-40B4-BE49-F238E27FC236}">
                  <a16:creationId xmlns:a16="http://schemas.microsoft.com/office/drawing/2014/main" id="{B08ADCA6-C561-467D-BEAB-9574244F9369}"/>
                </a:ext>
              </a:extLst>
            </p:cNvPr>
            <p:cNvSpPr/>
            <p:nvPr/>
          </p:nvSpPr>
          <p:spPr>
            <a:xfrm>
              <a:off x="9579537" y="65340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2" name="Hexagon 1941">
              <a:extLst>
                <a:ext uri="{FF2B5EF4-FFF2-40B4-BE49-F238E27FC236}">
                  <a16:creationId xmlns:a16="http://schemas.microsoft.com/office/drawing/2014/main" id="{702F92A1-AAC7-4A98-AEF8-D8E81501A538}"/>
                </a:ext>
              </a:extLst>
            </p:cNvPr>
            <p:cNvSpPr/>
            <p:nvPr/>
          </p:nvSpPr>
          <p:spPr>
            <a:xfrm>
              <a:off x="9814575" y="66249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3" name="Hexagon 1942">
              <a:extLst>
                <a:ext uri="{FF2B5EF4-FFF2-40B4-BE49-F238E27FC236}">
                  <a16:creationId xmlns:a16="http://schemas.microsoft.com/office/drawing/2014/main" id="{2CEFE0AC-30F1-45CD-BFE9-7AFB4EF75CE5}"/>
                </a:ext>
              </a:extLst>
            </p:cNvPr>
            <p:cNvSpPr/>
            <p:nvPr/>
          </p:nvSpPr>
          <p:spPr>
            <a:xfrm>
              <a:off x="10288838" y="71832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4" name="Hexagon 1943">
              <a:extLst>
                <a:ext uri="{FF2B5EF4-FFF2-40B4-BE49-F238E27FC236}">
                  <a16:creationId xmlns:a16="http://schemas.microsoft.com/office/drawing/2014/main" id="{E38D54A1-FFD9-48AB-A141-76EAC786061F}"/>
                </a:ext>
              </a:extLst>
            </p:cNvPr>
            <p:cNvSpPr/>
            <p:nvPr/>
          </p:nvSpPr>
          <p:spPr>
            <a:xfrm>
              <a:off x="10289143" y="73658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5" name="Hexagon 1944">
              <a:extLst>
                <a:ext uri="{FF2B5EF4-FFF2-40B4-BE49-F238E27FC236}">
                  <a16:creationId xmlns:a16="http://schemas.microsoft.com/office/drawing/2014/main" id="{FE56555D-BFBF-44CF-ADA2-C38BDC0D04DC}"/>
                </a:ext>
              </a:extLst>
            </p:cNvPr>
            <p:cNvSpPr/>
            <p:nvPr/>
          </p:nvSpPr>
          <p:spPr>
            <a:xfrm>
              <a:off x="9581918" y="63488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6" name="Hexagon 1945">
              <a:extLst>
                <a:ext uri="{FF2B5EF4-FFF2-40B4-BE49-F238E27FC236}">
                  <a16:creationId xmlns:a16="http://schemas.microsoft.com/office/drawing/2014/main" id="{63B10620-DF97-4958-947C-EA9E9C5D34F8}"/>
                </a:ext>
              </a:extLst>
            </p:cNvPr>
            <p:cNvSpPr/>
            <p:nvPr/>
          </p:nvSpPr>
          <p:spPr>
            <a:xfrm>
              <a:off x="9584299" y="61662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7" name="Hexagon 1946">
              <a:extLst>
                <a:ext uri="{FF2B5EF4-FFF2-40B4-BE49-F238E27FC236}">
                  <a16:creationId xmlns:a16="http://schemas.microsoft.com/office/drawing/2014/main" id="{5EEC80A8-6984-4A76-82F2-C0BCDCD334CC}"/>
                </a:ext>
              </a:extLst>
            </p:cNvPr>
            <p:cNvSpPr/>
            <p:nvPr/>
          </p:nvSpPr>
          <p:spPr>
            <a:xfrm>
              <a:off x="9584299" y="59838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8" name="Hexagon 1947">
              <a:extLst>
                <a:ext uri="{FF2B5EF4-FFF2-40B4-BE49-F238E27FC236}">
                  <a16:creationId xmlns:a16="http://schemas.microsoft.com/office/drawing/2014/main" id="{E729D0D0-8D0A-438D-B5E3-6B26B46922EA}"/>
                </a:ext>
              </a:extLst>
            </p:cNvPr>
            <p:cNvSpPr/>
            <p:nvPr/>
          </p:nvSpPr>
          <p:spPr>
            <a:xfrm>
              <a:off x="9822289" y="62584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49" name="Hexagon 1948">
              <a:extLst>
                <a:ext uri="{FF2B5EF4-FFF2-40B4-BE49-F238E27FC236}">
                  <a16:creationId xmlns:a16="http://schemas.microsoft.com/office/drawing/2014/main" id="{B11DD089-14F0-4286-9B0D-C1DF320D0AD1}"/>
                </a:ext>
              </a:extLst>
            </p:cNvPr>
            <p:cNvSpPr/>
            <p:nvPr/>
          </p:nvSpPr>
          <p:spPr>
            <a:xfrm>
              <a:off x="9819908" y="607826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0" name="Hexagon 1949">
              <a:extLst>
                <a:ext uri="{FF2B5EF4-FFF2-40B4-BE49-F238E27FC236}">
                  <a16:creationId xmlns:a16="http://schemas.microsoft.com/office/drawing/2014/main" id="{ADE7523D-D1A4-45D1-BBFA-9C4A595BB1F3}"/>
                </a:ext>
              </a:extLst>
            </p:cNvPr>
            <p:cNvSpPr/>
            <p:nvPr/>
          </p:nvSpPr>
          <p:spPr>
            <a:xfrm>
              <a:off x="9817527" y="58958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1" name="Hexagon 1950">
              <a:extLst>
                <a:ext uri="{FF2B5EF4-FFF2-40B4-BE49-F238E27FC236}">
                  <a16:creationId xmlns:a16="http://schemas.microsoft.com/office/drawing/2014/main" id="{36C59DD0-D7D4-4F33-B68C-2AFF824D91EB}"/>
                </a:ext>
              </a:extLst>
            </p:cNvPr>
            <p:cNvSpPr/>
            <p:nvPr/>
          </p:nvSpPr>
          <p:spPr>
            <a:xfrm>
              <a:off x="10063361" y="63499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2" name="Hexagon 1951">
              <a:extLst>
                <a:ext uri="{FF2B5EF4-FFF2-40B4-BE49-F238E27FC236}">
                  <a16:creationId xmlns:a16="http://schemas.microsoft.com/office/drawing/2014/main" id="{831DDCD1-9FA0-4E53-A47B-4136090ECA44}"/>
                </a:ext>
              </a:extLst>
            </p:cNvPr>
            <p:cNvSpPr/>
            <p:nvPr/>
          </p:nvSpPr>
          <p:spPr>
            <a:xfrm>
              <a:off x="10058599" y="61650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3" name="Hexagon 1952">
              <a:extLst>
                <a:ext uri="{FF2B5EF4-FFF2-40B4-BE49-F238E27FC236}">
                  <a16:creationId xmlns:a16="http://schemas.microsoft.com/office/drawing/2014/main" id="{6377B850-D750-41BB-8774-71C7F12ED619}"/>
                </a:ext>
              </a:extLst>
            </p:cNvPr>
            <p:cNvSpPr/>
            <p:nvPr/>
          </p:nvSpPr>
          <p:spPr>
            <a:xfrm>
              <a:off x="10056218" y="59825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4" name="Hexagon 1953">
              <a:extLst>
                <a:ext uri="{FF2B5EF4-FFF2-40B4-BE49-F238E27FC236}">
                  <a16:creationId xmlns:a16="http://schemas.microsoft.com/office/drawing/2014/main" id="{37FF8EB8-4221-4C81-A486-5D48BBD6F386}"/>
                </a:ext>
              </a:extLst>
            </p:cNvPr>
            <p:cNvSpPr/>
            <p:nvPr/>
          </p:nvSpPr>
          <p:spPr>
            <a:xfrm>
              <a:off x="10295264" y="607754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5" name="Hexagon 1954">
              <a:extLst>
                <a:ext uri="{FF2B5EF4-FFF2-40B4-BE49-F238E27FC236}">
                  <a16:creationId xmlns:a16="http://schemas.microsoft.com/office/drawing/2014/main" id="{1DAAF0BA-7852-46C6-8357-E5CD244FAEDB}"/>
                </a:ext>
              </a:extLst>
            </p:cNvPr>
            <p:cNvSpPr/>
            <p:nvPr/>
          </p:nvSpPr>
          <p:spPr>
            <a:xfrm>
              <a:off x="10294208" y="62595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6" name="Hexagon 1955">
              <a:extLst>
                <a:ext uri="{FF2B5EF4-FFF2-40B4-BE49-F238E27FC236}">
                  <a16:creationId xmlns:a16="http://schemas.microsoft.com/office/drawing/2014/main" id="{674AFB0E-D5A8-4508-8863-88C850C07FE9}"/>
                </a:ext>
              </a:extLst>
            </p:cNvPr>
            <p:cNvSpPr/>
            <p:nvPr/>
          </p:nvSpPr>
          <p:spPr>
            <a:xfrm>
              <a:off x="10296326" y="64469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7" name="Hexagon 1956">
              <a:extLst>
                <a:ext uri="{FF2B5EF4-FFF2-40B4-BE49-F238E27FC236}">
                  <a16:creationId xmlns:a16="http://schemas.microsoft.com/office/drawing/2014/main" id="{20D5C3F7-D3FA-4FAD-8C60-C7682056C18C}"/>
                </a:ext>
              </a:extLst>
            </p:cNvPr>
            <p:cNvSpPr/>
            <p:nvPr/>
          </p:nvSpPr>
          <p:spPr>
            <a:xfrm>
              <a:off x="10295270" y="662896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8" name="Hexagon 1957">
              <a:extLst>
                <a:ext uri="{FF2B5EF4-FFF2-40B4-BE49-F238E27FC236}">
                  <a16:creationId xmlns:a16="http://schemas.microsoft.com/office/drawing/2014/main" id="{6DD8E37F-6BE0-481A-B1D7-59297DEA5C1C}"/>
                </a:ext>
              </a:extLst>
            </p:cNvPr>
            <p:cNvSpPr/>
            <p:nvPr/>
          </p:nvSpPr>
          <p:spPr>
            <a:xfrm>
              <a:off x="10534567" y="65373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59" name="Hexagon 1958">
              <a:extLst>
                <a:ext uri="{FF2B5EF4-FFF2-40B4-BE49-F238E27FC236}">
                  <a16:creationId xmlns:a16="http://schemas.microsoft.com/office/drawing/2014/main" id="{0D21F9C2-CE10-44DD-A81A-B30048BE04AC}"/>
                </a:ext>
              </a:extLst>
            </p:cNvPr>
            <p:cNvSpPr/>
            <p:nvPr/>
          </p:nvSpPr>
          <p:spPr>
            <a:xfrm>
              <a:off x="10533511" y="67193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0" name="Hexagon 1959">
              <a:extLst>
                <a:ext uri="{FF2B5EF4-FFF2-40B4-BE49-F238E27FC236}">
                  <a16:creationId xmlns:a16="http://schemas.microsoft.com/office/drawing/2014/main" id="{B9D9013D-154F-4AA9-A0A8-8590B880E1FB}"/>
                </a:ext>
              </a:extLst>
            </p:cNvPr>
            <p:cNvSpPr/>
            <p:nvPr/>
          </p:nvSpPr>
          <p:spPr>
            <a:xfrm>
              <a:off x="10525055" y="63515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1" name="Hexagon 1960">
              <a:extLst>
                <a:ext uri="{FF2B5EF4-FFF2-40B4-BE49-F238E27FC236}">
                  <a16:creationId xmlns:a16="http://schemas.microsoft.com/office/drawing/2014/main" id="{E61D6E94-3ECC-4837-AC02-009AC4E86C7F}"/>
                </a:ext>
              </a:extLst>
            </p:cNvPr>
            <p:cNvSpPr/>
            <p:nvPr/>
          </p:nvSpPr>
          <p:spPr>
            <a:xfrm>
              <a:off x="10766127" y="644223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2" name="Hexagon 1961">
              <a:extLst>
                <a:ext uri="{FF2B5EF4-FFF2-40B4-BE49-F238E27FC236}">
                  <a16:creationId xmlns:a16="http://schemas.microsoft.com/office/drawing/2014/main" id="{76DD5AA1-2701-4366-AFE9-EC956C4303B6}"/>
                </a:ext>
              </a:extLst>
            </p:cNvPr>
            <p:cNvSpPr/>
            <p:nvPr/>
          </p:nvSpPr>
          <p:spPr>
            <a:xfrm>
              <a:off x="10997526" y="65329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3" name="Hexagon 1962">
              <a:extLst>
                <a:ext uri="{FF2B5EF4-FFF2-40B4-BE49-F238E27FC236}">
                  <a16:creationId xmlns:a16="http://schemas.microsoft.com/office/drawing/2014/main" id="{D3F0B59A-7B7B-4586-B32A-3F56F130D56A}"/>
                </a:ext>
              </a:extLst>
            </p:cNvPr>
            <p:cNvSpPr/>
            <p:nvPr/>
          </p:nvSpPr>
          <p:spPr>
            <a:xfrm>
              <a:off x="10766990" y="68128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4" name="Hexagon 1963">
              <a:extLst>
                <a:ext uri="{FF2B5EF4-FFF2-40B4-BE49-F238E27FC236}">
                  <a16:creationId xmlns:a16="http://schemas.microsoft.com/office/drawing/2014/main" id="{ACAF500B-2862-4252-8874-54B0C17AE894}"/>
                </a:ext>
              </a:extLst>
            </p:cNvPr>
            <p:cNvSpPr/>
            <p:nvPr/>
          </p:nvSpPr>
          <p:spPr>
            <a:xfrm>
              <a:off x="10998550" y="67177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5" name="Hexagon 1964">
              <a:extLst>
                <a:ext uri="{FF2B5EF4-FFF2-40B4-BE49-F238E27FC236}">
                  <a16:creationId xmlns:a16="http://schemas.microsoft.com/office/drawing/2014/main" id="{E8551EDE-3323-4AF1-B3BF-430DEAD083E3}"/>
                </a:ext>
              </a:extLst>
            </p:cNvPr>
            <p:cNvSpPr/>
            <p:nvPr/>
          </p:nvSpPr>
          <p:spPr>
            <a:xfrm>
              <a:off x="11230683" y="64398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6" name="Hexagon 1965">
              <a:extLst>
                <a:ext uri="{FF2B5EF4-FFF2-40B4-BE49-F238E27FC236}">
                  <a16:creationId xmlns:a16="http://schemas.microsoft.com/office/drawing/2014/main" id="{8A9BB34A-64F1-4EEF-B721-67672878B93B}"/>
                </a:ext>
              </a:extLst>
            </p:cNvPr>
            <p:cNvSpPr/>
            <p:nvPr/>
          </p:nvSpPr>
          <p:spPr>
            <a:xfrm>
              <a:off x="11231707" y="662469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7" name="Hexagon 1966">
              <a:extLst>
                <a:ext uri="{FF2B5EF4-FFF2-40B4-BE49-F238E27FC236}">
                  <a16:creationId xmlns:a16="http://schemas.microsoft.com/office/drawing/2014/main" id="{053027DF-A571-4F2A-865F-252857D73FC7}"/>
                </a:ext>
              </a:extLst>
            </p:cNvPr>
            <p:cNvSpPr/>
            <p:nvPr/>
          </p:nvSpPr>
          <p:spPr>
            <a:xfrm>
              <a:off x="10524750" y="727276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8" name="Hexagon 1967">
              <a:extLst>
                <a:ext uri="{FF2B5EF4-FFF2-40B4-BE49-F238E27FC236}">
                  <a16:creationId xmlns:a16="http://schemas.microsoft.com/office/drawing/2014/main" id="{DA5750E8-A72B-4549-96E4-5F5668A60A09}"/>
                </a:ext>
              </a:extLst>
            </p:cNvPr>
            <p:cNvSpPr/>
            <p:nvPr/>
          </p:nvSpPr>
          <p:spPr>
            <a:xfrm>
              <a:off x="10524750" y="70830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69" name="Hexagon 1968">
              <a:extLst>
                <a:ext uri="{FF2B5EF4-FFF2-40B4-BE49-F238E27FC236}">
                  <a16:creationId xmlns:a16="http://schemas.microsoft.com/office/drawing/2014/main" id="{37CB48D9-E47F-4C8D-B4FB-AD9501C6F622}"/>
                </a:ext>
              </a:extLst>
            </p:cNvPr>
            <p:cNvSpPr/>
            <p:nvPr/>
          </p:nvSpPr>
          <p:spPr>
            <a:xfrm>
              <a:off x="10525055" y="745538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0" name="Hexagon 1969">
              <a:extLst>
                <a:ext uri="{FF2B5EF4-FFF2-40B4-BE49-F238E27FC236}">
                  <a16:creationId xmlns:a16="http://schemas.microsoft.com/office/drawing/2014/main" id="{55AAE2B8-C33B-465D-9C4B-A9E9C4BDF0AC}"/>
                </a:ext>
              </a:extLst>
            </p:cNvPr>
            <p:cNvSpPr/>
            <p:nvPr/>
          </p:nvSpPr>
          <p:spPr>
            <a:xfrm>
              <a:off x="10760648" y="73654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1" name="Hexagon 1970">
              <a:extLst>
                <a:ext uri="{FF2B5EF4-FFF2-40B4-BE49-F238E27FC236}">
                  <a16:creationId xmlns:a16="http://schemas.microsoft.com/office/drawing/2014/main" id="{C28DC635-56C1-49C8-839A-964088DD2514}"/>
                </a:ext>
              </a:extLst>
            </p:cNvPr>
            <p:cNvSpPr/>
            <p:nvPr/>
          </p:nvSpPr>
          <p:spPr>
            <a:xfrm>
              <a:off x="10760648" y="71757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2" name="Hexagon 1971">
              <a:extLst>
                <a:ext uri="{FF2B5EF4-FFF2-40B4-BE49-F238E27FC236}">
                  <a16:creationId xmlns:a16="http://schemas.microsoft.com/office/drawing/2014/main" id="{C55FCD07-0C24-481D-8A9C-3A36BEAD4C9A}"/>
                </a:ext>
              </a:extLst>
            </p:cNvPr>
            <p:cNvSpPr/>
            <p:nvPr/>
          </p:nvSpPr>
          <p:spPr>
            <a:xfrm>
              <a:off x="10760953" y="75480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3" name="Hexagon 1972">
              <a:extLst>
                <a:ext uri="{FF2B5EF4-FFF2-40B4-BE49-F238E27FC236}">
                  <a16:creationId xmlns:a16="http://schemas.microsoft.com/office/drawing/2014/main" id="{DB440581-E365-455D-8CBE-D018843D84CF}"/>
                </a:ext>
              </a:extLst>
            </p:cNvPr>
            <p:cNvSpPr/>
            <p:nvPr/>
          </p:nvSpPr>
          <p:spPr>
            <a:xfrm>
              <a:off x="10994484" y="74561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4" name="Hexagon 1973">
              <a:extLst>
                <a:ext uri="{FF2B5EF4-FFF2-40B4-BE49-F238E27FC236}">
                  <a16:creationId xmlns:a16="http://schemas.microsoft.com/office/drawing/2014/main" id="{F175F3DA-656F-46BA-BC8B-F0FFE40DB3F0}"/>
                </a:ext>
              </a:extLst>
            </p:cNvPr>
            <p:cNvSpPr/>
            <p:nvPr/>
          </p:nvSpPr>
          <p:spPr>
            <a:xfrm>
              <a:off x="10994484" y="72664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5" name="Hexagon 1974">
              <a:extLst>
                <a:ext uri="{FF2B5EF4-FFF2-40B4-BE49-F238E27FC236}">
                  <a16:creationId xmlns:a16="http://schemas.microsoft.com/office/drawing/2014/main" id="{7931D4C1-6D89-42AF-B6C5-A73126A732C9}"/>
                </a:ext>
              </a:extLst>
            </p:cNvPr>
            <p:cNvSpPr/>
            <p:nvPr/>
          </p:nvSpPr>
          <p:spPr>
            <a:xfrm>
              <a:off x="10997170" y="76387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6" name="Hexagon 1975">
              <a:extLst>
                <a:ext uri="{FF2B5EF4-FFF2-40B4-BE49-F238E27FC236}">
                  <a16:creationId xmlns:a16="http://schemas.microsoft.com/office/drawing/2014/main" id="{FF48AD1D-E1AA-4657-B152-8A40047DDE0F}"/>
                </a:ext>
              </a:extLst>
            </p:cNvPr>
            <p:cNvSpPr/>
            <p:nvPr/>
          </p:nvSpPr>
          <p:spPr>
            <a:xfrm>
              <a:off x="10755874" y="69922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7" name="Hexagon 1976">
              <a:extLst>
                <a:ext uri="{FF2B5EF4-FFF2-40B4-BE49-F238E27FC236}">
                  <a16:creationId xmlns:a16="http://schemas.microsoft.com/office/drawing/2014/main" id="{0D211B41-473F-4296-92C2-78DB0CF15314}"/>
                </a:ext>
              </a:extLst>
            </p:cNvPr>
            <p:cNvSpPr/>
            <p:nvPr/>
          </p:nvSpPr>
          <p:spPr>
            <a:xfrm>
              <a:off x="10991772" y="70849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8" name="Hexagon 1977">
              <a:extLst>
                <a:ext uri="{FF2B5EF4-FFF2-40B4-BE49-F238E27FC236}">
                  <a16:creationId xmlns:a16="http://schemas.microsoft.com/office/drawing/2014/main" id="{5A6F5F50-E6FD-4312-A952-BBAD8F643166}"/>
                </a:ext>
              </a:extLst>
            </p:cNvPr>
            <p:cNvSpPr/>
            <p:nvPr/>
          </p:nvSpPr>
          <p:spPr>
            <a:xfrm>
              <a:off x="10991772" y="68953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79" name="Hexagon 1978">
              <a:extLst>
                <a:ext uri="{FF2B5EF4-FFF2-40B4-BE49-F238E27FC236}">
                  <a16:creationId xmlns:a16="http://schemas.microsoft.com/office/drawing/2014/main" id="{384A1C33-5C56-4577-B28B-D19EFEB70C60}"/>
                </a:ext>
              </a:extLst>
            </p:cNvPr>
            <p:cNvSpPr/>
            <p:nvPr/>
          </p:nvSpPr>
          <p:spPr>
            <a:xfrm>
              <a:off x="11230223" y="7173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0" name="Hexagon 1979">
              <a:extLst>
                <a:ext uri="{FF2B5EF4-FFF2-40B4-BE49-F238E27FC236}">
                  <a16:creationId xmlns:a16="http://schemas.microsoft.com/office/drawing/2014/main" id="{93EF8DBB-6C15-43B9-A58E-6C9BE05A6D2C}"/>
                </a:ext>
              </a:extLst>
            </p:cNvPr>
            <p:cNvSpPr/>
            <p:nvPr/>
          </p:nvSpPr>
          <p:spPr>
            <a:xfrm>
              <a:off x="11468821" y="72661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1" name="Hexagon 1980">
              <a:extLst>
                <a:ext uri="{FF2B5EF4-FFF2-40B4-BE49-F238E27FC236}">
                  <a16:creationId xmlns:a16="http://schemas.microsoft.com/office/drawing/2014/main" id="{4F14AB4D-8A40-4B8C-8229-9DD4CAB572B3}"/>
                </a:ext>
              </a:extLst>
            </p:cNvPr>
            <p:cNvSpPr/>
            <p:nvPr/>
          </p:nvSpPr>
          <p:spPr>
            <a:xfrm>
              <a:off x="11225449" y="69895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2" name="Hexagon 1981">
              <a:extLst>
                <a:ext uri="{FF2B5EF4-FFF2-40B4-BE49-F238E27FC236}">
                  <a16:creationId xmlns:a16="http://schemas.microsoft.com/office/drawing/2014/main" id="{B1D400DB-136A-44DF-8DA3-F6D5C363B3BA}"/>
                </a:ext>
              </a:extLst>
            </p:cNvPr>
            <p:cNvSpPr/>
            <p:nvPr/>
          </p:nvSpPr>
          <p:spPr>
            <a:xfrm>
              <a:off x="11466109" y="70822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3" name="Hexagon 1982">
              <a:extLst>
                <a:ext uri="{FF2B5EF4-FFF2-40B4-BE49-F238E27FC236}">
                  <a16:creationId xmlns:a16="http://schemas.microsoft.com/office/drawing/2014/main" id="{90F05ECB-E95B-4D96-9AB3-CE1FCDF1E825}"/>
                </a:ext>
              </a:extLst>
            </p:cNvPr>
            <p:cNvSpPr/>
            <p:nvPr/>
          </p:nvSpPr>
          <p:spPr>
            <a:xfrm>
              <a:off x="11463728" y="68949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4" name="Hexagon 1983">
              <a:extLst>
                <a:ext uri="{FF2B5EF4-FFF2-40B4-BE49-F238E27FC236}">
                  <a16:creationId xmlns:a16="http://schemas.microsoft.com/office/drawing/2014/main" id="{3B71E1D8-292C-4032-9196-FC7C801635B8}"/>
                </a:ext>
              </a:extLst>
            </p:cNvPr>
            <p:cNvSpPr/>
            <p:nvPr/>
          </p:nvSpPr>
          <p:spPr>
            <a:xfrm>
              <a:off x="11707850" y="71736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5" name="Hexagon 1984">
              <a:extLst>
                <a:ext uri="{FF2B5EF4-FFF2-40B4-BE49-F238E27FC236}">
                  <a16:creationId xmlns:a16="http://schemas.microsoft.com/office/drawing/2014/main" id="{21E4B015-9089-4667-981C-B4A6614DC4D3}"/>
                </a:ext>
              </a:extLst>
            </p:cNvPr>
            <p:cNvSpPr/>
            <p:nvPr/>
          </p:nvSpPr>
          <p:spPr>
            <a:xfrm>
              <a:off x="11945752" y="74553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6" name="Hexagon 1985">
              <a:extLst>
                <a:ext uri="{FF2B5EF4-FFF2-40B4-BE49-F238E27FC236}">
                  <a16:creationId xmlns:a16="http://schemas.microsoft.com/office/drawing/2014/main" id="{E3F87F60-F105-4F2A-B48F-A7071B79B7DB}"/>
                </a:ext>
              </a:extLst>
            </p:cNvPr>
            <p:cNvSpPr/>
            <p:nvPr/>
          </p:nvSpPr>
          <p:spPr>
            <a:xfrm>
              <a:off x="11943040" y="72691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7" name="Hexagon 1986">
              <a:extLst>
                <a:ext uri="{FF2B5EF4-FFF2-40B4-BE49-F238E27FC236}">
                  <a16:creationId xmlns:a16="http://schemas.microsoft.com/office/drawing/2014/main" id="{57B6C7FF-280F-48B3-A881-23E3E7B4D703}"/>
                </a:ext>
              </a:extLst>
            </p:cNvPr>
            <p:cNvSpPr/>
            <p:nvPr/>
          </p:nvSpPr>
          <p:spPr>
            <a:xfrm>
              <a:off x="11462704" y="63414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8" name="Hexagon 1987">
              <a:extLst>
                <a:ext uri="{FF2B5EF4-FFF2-40B4-BE49-F238E27FC236}">
                  <a16:creationId xmlns:a16="http://schemas.microsoft.com/office/drawing/2014/main" id="{72BF9131-127C-4572-AD97-6B1E4B71723C}"/>
                </a:ext>
              </a:extLst>
            </p:cNvPr>
            <p:cNvSpPr/>
            <p:nvPr/>
          </p:nvSpPr>
          <p:spPr>
            <a:xfrm>
              <a:off x="11463728" y="65262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89" name="Hexagon 1988">
              <a:extLst>
                <a:ext uri="{FF2B5EF4-FFF2-40B4-BE49-F238E27FC236}">
                  <a16:creationId xmlns:a16="http://schemas.microsoft.com/office/drawing/2014/main" id="{D1392628-DD0F-4D97-8E30-DB34EB4FD321}"/>
                </a:ext>
              </a:extLst>
            </p:cNvPr>
            <p:cNvSpPr/>
            <p:nvPr/>
          </p:nvSpPr>
          <p:spPr>
            <a:xfrm>
              <a:off x="11700785" y="64391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0" name="Hexagon 1989">
              <a:extLst>
                <a:ext uri="{FF2B5EF4-FFF2-40B4-BE49-F238E27FC236}">
                  <a16:creationId xmlns:a16="http://schemas.microsoft.com/office/drawing/2014/main" id="{1CF0A0FB-097C-4149-BB81-2AD5C8BEDBB6}"/>
                </a:ext>
              </a:extLst>
            </p:cNvPr>
            <p:cNvSpPr/>
            <p:nvPr/>
          </p:nvSpPr>
          <p:spPr>
            <a:xfrm>
              <a:off x="11697047" y="66239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1" name="Hexagon 1990">
              <a:extLst>
                <a:ext uri="{FF2B5EF4-FFF2-40B4-BE49-F238E27FC236}">
                  <a16:creationId xmlns:a16="http://schemas.microsoft.com/office/drawing/2014/main" id="{74E30F49-5B77-41BD-A920-B9D207AAF8BB}"/>
                </a:ext>
              </a:extLst>
            </p:cNvPr>
            <p:cNvSpPr/>
            <p:nvPr/>
          </p:nvSpPr>
          <p:spPr>
            <a:xfrm>
              <a:off x="11936344" y="65297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2" name="Hexagon 1991">
              <a:extLst>
                <a:ext uri="{FF2B5EF4-FFF2-40B4-BE49-F238E27FC236}">
                  <a16:creationId xmlns:a16="http://schemas.microsoft.com/office/drawing/2014/main" id="{E5A8FAFB-E1B1-4D39-839A-D65B027BA2AE}"/>
                </a:ext>
              </a:extLst>
            </p:cNvPr>
            <p:cNvSpPr/>
            <p:nvPr/>
          </p:nvSpPr>
          <p:spPr>
            <a:xfrm>
              <a:off x="11934987" y="67145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3" name="Hexagon 1992">
              <a:extLst>
                <a:ext uri="{FF2B5EF4-FFF2-40B4-BE49-F238E27FC236}">
                  <a16:creationId xmlns:a16="http://schemas.microsoft.com/office/drawing/2014/main" id="{09DA40CE-F712-4639-B05E-DFECE81B276C}"/>
                </a:ext>
              </a:extLst>
            </p:cNvPr>
            <p:cNvSpPr/>
            <p:nvPr/>
          </p:nvSpPr>
          <p:spPr>
            <a:xfrm>
              <a:off x="12175211" y="66257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4" name="Hexagon 1993">
              <a:extLst>
                <a:ext uri="{FF2B5EF4-FFF2-40B4-BE49-F238E27FC236}">
                  <a16:creationId xmlns:a16="http://schemas.microsoft.com/office/drawing/2014/main" id="{8F4833A8-70A1-495E-ADD7-0176D126D1D4}"/>
                </a:ext>
              </a:extLst>
            </p:cNvPr>
            <p:cNvSpPr/>
            <p:nvPr/>
          </p:nvSpPr>
          <p:spPr>
            <a:xfrm>
              <a:off x="12176235" y="68106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5" name="Hexagon 1994">
              <a:extLst>
                <a:ext uri="{FF2B5EF4-FFF2-40B4-BE49-F238E27FC236}">
                  <a16:creationId xmlns:a16="http://schemas.microsoft.com/office/drawing/2014/main" id="{48823CCC-87ED-4B3F-8193-B11EFB421452}"/>
                </a:ext>
              </a:extLst>
            </p:cNvPr>
            <p:cNvSpPr/>
            <p:nvPr/>
          </p:nvSpPr>
          <p:spPr>
            <a:xfrm>
              <a:off x="12180084" y="73621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6" name="Hexagon 1995">
              <a:extLst>
                <a:ext uri="{FF2B5EF4-FFF2-40B4-BE49-F238E27FC236}">
                  <a16:creationId xmlns:a16="http://schemas.microsoft.com/office/drawing/2014/main" id="{AD1BF98A-C5F7-4AF0-BC4C-44310EFC30E8}"/>
                </a:ext>
              </a:extLst>
            </p:cNvPr>
            <p:cNvSpPr/>
            <p:nvPr/>
          </p:nvSpPr>
          <p:spPr>
            <a:xfrm>
              <a:off x="12177372" y="71783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7" name="Hexagon 1996">
              <a:extLst>
                <a:ext uri="{FF2B5EF4-FFF2-40B4-BE49-F238E27FC236}">
                  <a16:creationId xmlns:a16="http://schemas.microsoft.com/office/drawing/2014/main" id="{CDE59FD5-1CBC-49B0-B276-DD44DD4713E9}"/>
                </a:ext>
              </a:extLst>
            </p:cNvPr>
            <p:cNvSpPr/>
            <p:nvPr/>
          </p:nvSpPr>
          <p:spPr>
            <a:xfrm>
              <a:off x="12177372" y="69909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8" name="Hexagon 1997">
              <a:extLst>
                <a:ext uri="{FF2B5EF4-FFF2-40B4-BE49-F238E27FC236}">
                  <a16:creationId xmlns:a16="http://schemas.microsoft.com/office/drawing/2014/main" id="{73F13957-4BD9-4DF7-B747-B6D2EBCB9FBA}"/>
                </a:ext>
              </a:extLst>
            </p:cNvPr>
            <p:cNvSpPr/>
            <p:nvPr/>
          </p:nvSpPr>
          <p:spPr>
            <a:xfrm>
              <a:off x="11703154" y="6259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999" name="Hexagon 1998">
              <a:extLst>
                <a:ext uri="{FF2B5EF4-FFF2-40B4-BE49-F238E27FC236}">
                  <a16:creationId xmlns:a16="http://schemas.microsoft.com/office/drawing/2014/main" id="{2D7F21CD-DE27-4BFD-BCF1-73DCC3E96F89}"/>
                </a:ext>
              </a:extLst>
            </p:cNvPr>
            <p:cNvSpPr/>
            <p:nvPr/>
          </p:nvSpPr>
          <p:spPr>
            <a:xfrm>
              <a:off x="11939330" y="63528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0" name="Hexagon 1999">
              <a:extLst>
                <a:ext uri="{FF2B5EF4-FFF2-40B4-BE49-F238E27FC236}">
                  <a16:creationId xmlns:a16="http://schemas.microsoft.com/office/drawing/2014/main" id="{25FC4D5C-3AD8-4AA8-94DC-52333E527647}"/>
                </a:ext>
              </a:extLst>
            </p:cNvPr>
            <p:cNvSpPr/>
            <p:nvPr/>
          </p:nvSpPr>
          <p:spPr>
            <a:xfrm>
              <a:off x="11704675" y="60709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1" name="Hexagon 2000">
              <a:extLst>
                <a:ext uri="{FF2B5EF4-FFF2-40B4-BE49-F238E27FC236}">
                  <a16:creationId xmlns:a16="http://schemas.microsoft.com/office/drawing/2014/main" id="{30A0CC73-9500-4687-829A-0069F91DE811}"/>
                </a:ext>
              </a:extLst>
            </p:cNvPr>
            <p:cNvSpPr/>
            <p:nvPr/>
          </p:nvSpPr>
          <p:spPr>
            <a:xfrm>
              <a:off x="11940851" y="616668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2" name="Hexagon 2001">
              <a:extLst>
                <a:ext uri="{FF2B5EF4-FFF2-40B4-BE49-F238E27FC236}">
                  <a16:creationId xmlns:a16="http://schemas.microsoft.com/office/drawing/2014/main" id="{E8DD1D59-9651-4AB7-9A07-2C8B515FF056}"/>
                </a:ext>
              </a:extLst>
            </p:cNvPr>
            <p:cNvSpPr/>
            <p:nvPr/>
          </p:nvSpPr>
          <p:spPr>
            <a:xfrm>
              <a:off x="11943040" y="598072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3" name="Hexagon 2002">
              <a:extLst>
                <a:ext uri="{FF2B5EF4-FFF2-40B4-BE49-F238E27FC236}">
                  <a16:creationId xmlns:a16="http://schemas.microsoft.com/office/drawing/2014/main" id="{A18199BE-4168-41C2-9FB0-AFDC60ED9BFA}"/>
                </a:ext>
              </a:extLst>
            </p:cNvPr>
            <p:cNvSpPr/>
            <p:nvPr/>
          </p:nvSpPr>
          <p:spPr>
            <a:xfrm>
              <a:off x="12179216" y="60764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4" name="Hexagon 2003">
              <a:extLst>
                <a:ext uri="{FF2B5EF4-FFF2-40B4-BE49-F238E27FC236}">
                  <a16:creationId xmlns:a16="http://schemas.microsoft.com/office/drawing/2014/main" id="{4207918B-8B2E-4FDE-BDC5-47528785F6F4}"/>
                </a:ext>
              </a:extLst>
            </p:cNvPr>
            <p:cNvSpPr/>
            <p:nvPr/>
          </p:nvSpPr>
          <p:spPr>
            <a:xfrm>
              <a:off x="12179350" y="58902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5" name="Hexagon 2004">
              <a:extLst>
                <a:ext uri="{FF2B5EF4-FFF2-40B4-BE49-F238E27FC236}">
                  <a16:creationId xmlns:a16="http://schemas.microsoft.com/office/drawing/2014/main" id="{E12046C8-B00A-4560-8C43-E0535933C9FE}"/>
                </a:ext>
              </a:extLst>
            </p:cNvPr>
            <p:cNvSpPr/>
            <p:nvPr/>
          </p:nvSpPr>
          <p:spPr>
            <a:xfrm>
              <a:off x="12418756" y="76383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6" name="Hexagon 2005">
              <a:extLst>
                <a:ext uri="{FF2B5EF4-FFF2-40B4-BE49-F238E27FC236}">
                  <a16:creationId xmlns:a16="http://schemas.microsoft.com/office/drawing/2014/main" id="{966F18F3-B1DA-493F-B035-AEB844068809}"/>
                </a:ext>
              </a:extLst>
            </p:cNvPr>
            <p:cNvSpPr/>
            <p:nvPr/>
          </p:nvSpPr>
          <p:spPr>
            <a:xfrm>
              <a:off x="12416044" y="745455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7" name="Hexagon 2006">
              <a:extLst>
                <a:ext uri="{FF2B5EF4-FFF2-40B4-BE49-F238E27FC236}">
                  <a16:creationId xmlns:a16="http://schemas.microsoft.com/office/drawing/2014/main" id="{8A056918-52E3-4166-990A-10F3B483779F}"/>
                </a:ext>
              </a:extLst>
            </p:cNvPr>
            <p:cNvSpPr/>
            <p:nvPr/>
          </p:nvSpPr>
          <p:spPr>
            <a:xfrm>
              <a:off x="12416044" y="726724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8" name="Hexagon 2007">
              <a:extLst>
                <a:ext uri="{FF2B5EF4-FFF2-40B4-BE49-F238E27FC236}">
                  <a16:creationId xmlns:a16="http://schemas.microsoft.com/office/drawing/2014/main" id="{66593AB6-3C36-4EE2-B9FE-6C98929ACBF5}"/>
                </a:ext>
              </a:extLst>
            </p:cNvPr>
            <p:cNvSpPr/>
            <p:nvPr/>
          </p:nvSpPr>
          <p:spPr>
            <a:xfrm>
              <a:off x="12182342" y="79120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6" name="Hexagon 2215">
              <a:extLst>
                <a:ext uri="{FF2B5EF4-FFF2-40B4-BE49-F238E27FC236}">
                  <a16:creationId xmlns:a16="http://schemas.microsoft.com/office/drawing/2014/main" id="{83D6557A-57F1-47F4-A76D-ECA46956E252}"/>
                </a:ext>
              </a:extLst>
            </p:cNvPr>
            <p:cNvSpPr/>
            <p:nvPr/>
          </p:nvSpPr>
          <p:spPr>
            <a:xfrm>
              <a:off x="1336734" y="80935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1510D797-1150-4847-B049-B9FCA34648B6}"/>
                </a:ext>
              </a:extLst>
            </p:cNvPr>
            <p:cNvSpPr/>
            <p:nvPr/>
          </p:nvSpPr>
          <p:spPr>
            <a:xfrm>
              <a:off x="2992052" y="76304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897242A7-7A03-4B1E-8211-27AB8D1272FE}"/>
                </a:ext>
              </a:extLst>
            </p:cNvPr>
            <p:cNvSpPr/>
            <p:nvPr/>
          </p:nvSpPr>
          <p:spPr>
            <a:xfrm>
              <a:off x="9580674" y="67179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4" name="3">
            <a:extLst>
              <a:ext uri="{FF2B5EF4-FFF2-40B4-BE49-F238E27FC236}">
                <a16:creationId xmlns:a16="http://schemas.microsoft.com/office/drawing/2014/main" id="{5CAA5C89-7BFA-4732-A841-BDF439B6EAAA}"/>
              </a:ext>
            </a:extLst>
          </p:cNvPr>
          <p:cNvGrpSpPr/>
          <p:nvPr/>
        </p:nvGrpSpPr>
        <p:grpSpPr>
          <a:xfrm>
            <a:off x="393002" y="4334325"/>
            <a:ext cx="12088430" cy="5951770"/>
            <a:chOff x="393001" y="4334325"/>
            <a:chExt cx="12088429" cy="5951770"/>
          </a:xfrm>
        </p:grpSpPr>
        <p:sp>
          <p:nvSpPr>
            <p:cNvPr id="1694" name="Hexagon 1693">
              <a:extLst>
                <a:ext uri="{FF2B5EF4-FFF2-40B4-BE49-F238E27FC236}">
                  <a16:creationId xmlns:a16="http://schemas.microsoft.com/office/drawing/2014/main" id="{B1B8A554-2CB4-4BCB-8DAD-45DB9DFB4885}"/>
                </a:ext>
              </a:extLst>
            </p:cNvPr>
            <p:cNvSpPr/>
            <p:nvPr/>
          </p:nvSpPr>
          <p:spPr>
            <a:xfrm>
              <a:off x="10052286" y="7459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6" name="Hexagon 2015">
              <a:extLst>
                <a:ext uri="{FF2B5EF4-FFF2-40B4-BE49-F238E27FC236}">
                  <a16:creationId xmlns:a16="http://schemas.microsoft.com/office/drawing/2014/main" id="{0D710AB3-A906-4C24-885F-F3E2D7FF2F8A}"/>
                </a:ext>
              </a:extLst>
            </p:cNvPr>
            <p:cNvSpPr/>
            <p:nvPr/>
          </p:nvSpPr>
          <p:spPr>
            <a:xfrm>
              <a:off x="10054667" y="76483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7" name="Hexagon 2016">
              <a:extLst>
                <a:ext uri="{FF2B5EF4-FFF2-40B4-BE49-F238E27FC236}">
                  <a16:creationId xmlns:a16="http://schemas.microsoft.com/office/drawing/2014/main" id="{3BF3866E-ABB5-4CFD-866F-98F3E4C5667F}"/>
                </a:ext>
              </a:extLst>
            </p:cNvPr>
            <p:cNvSpPr/>
            <p:nvPr/>
          </p:nvSpPr>
          <p:spPr>
            <a:xfrm>
              <a:off x="10292994" y="75526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8" name="Hexagon 2017">
              <a:extLst>
                <a:ext uri="{FF2B5EF4-FFF2-40B4-BE49-F238E27FC236}">
                  <a16:creationId xmlns:a16="http://schemas.microsoft.com/office/drawing/2014/main" id="{4F4557A9-95B8-4750-A88A-713D28AB22FA}"/>
                </a:ext>
              </a:extLst>
            </p:cNvPr>
            <p:cNvSpPr/>
            <p:nvPr/>
          </p:nvSpPr>
          <p:spPr>
            <a:xfrm>
              <a:off x="10292994" y="77364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9" name="Hexagon 2018">
              <a:extLst>
                <a:ext uri="{FF2B5EF4-FFF2-40B4-BE49-F238E27FC236}">
                  <a16:creationId xmlns:a16="http://schemas.microsoft.com/office/drawing/2014/main" id="{F3E849E5-7740-4445-816F-44D8E83B8EB4}"/>
                </a:ext>
              </a:extLst>
            </p:cNvPr>
            <p:cNvSpPr/>
            <p:nvPr/>
          </p:nvSpPr>
          <p:spPr>
            <a:xfrm>
              <a:off x="10532297" y="76408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0" name="Hexagon 2019">
              <a:extLst>
                <a:ext uri="{FF2B5EF4-FFF2-40B4-BE49-F238E27FC236}">
                  <a16:creationId xmlns:a16="http://schemas.microsoft.com/office/drawing/2014/main" id="{309EBEB3-9E89-4C08-943B-1C8DB512BB6E}"/>
                </a:ext>
              </a:extLst>
            </p:cNvPr>
            <p:cNvSpPr/>
            <p:nvPr/>
          </p:nvSpPr>
          <p:spPr>
            <a:xfrm>
              <a:off x="10526386" y="7826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1" name="Hexagon 2020">
              <a:extLst>
                <a:ext uri="{FF2B5EF4-FFF2-40B4-BE49-F238E27FC236}">
                  <a16:creationId xmlns:a16="http://schemas.microsoft.com/office/drawing/2014/main" id="{DCF0157C-E5A2-4D85-ABC3-18C31903F103}"/>
                </a:ext>
              </a:extLst>
            </p:cNvPr>
            <p:cNvSpPr/>
            <p:nvPr/>
          </p:nvSpPr>
          <p:spPr>
            <a:xfrm>
              <a:off x="10292994" y="79171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2" name="Hexagon 2021">
              <a:extLst>
                <a:ext uri="{FF2B5EF4-FFF2-40B4-BE49-F238E27FC236}">
                  <a16:creationId xmlns:a16="http://schemas.microsoft.com/office/drawing/2014/main" id="{C1045BE1-8369-4989-8771-2B8CBCE6E757}"/>
                </a:ext>
              </a:extLst>
            </p:cNvPr>
            <p:cNvSpPr/>
            <p:nvPr/>
          </p:nvSpPr>
          <p:spPr>
            <a:xfrm>
              <a:off x="10523800" y="8009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3" name="Hexagon 2022">
              <a:extLst>
                <a:ext uri="{FF2B5EF4-FFF2-40B4-BE49-F238E27FC236}">
                  <a16:creationId xmlns:a16="http://schemas.microsoft.com/office/drawing/2014/main" id="{24FCFF89-C6B6-40E0-915F-603F11C3A0FC}"/>
                </a:ext>
              </a:extLst>
            </p:cNvPr>
            <p:cNvSpPr/>
            <p:nvPr/>
          </p:nvSpPr>
          <p:spPr>
            <a:xfrm>
              <a:off x="10292836" y="80985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4" name="Hexagon 2023">
              <a:extLst>
                <a:ext uri="{FF2B5EF4-FFF2-40B4-BE49-F238E27FC236}">
                  <a16:creationId xmlns:a16="http://schemas.microsoft.com/office/drawing/2014/main" id="{BF78E89D-569F-4FE1-B704-5806BD60F248}"/>
                </a:ext>
              </a:extLst>
            </p:cNvPr>
            <p:cNvSpPr/>
            <p:nvPr/>
          </p:nvSpPr>
          <p:spPr>
            <a:xfrm>
              <a:off x="10531083" y="81910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5" name="Hexagon 2024">
              <a:extLst>
                <a:ext uri="{FF2B5EF4-FFF2-40B4-BE49-F238E27FC236}">
                  <a16:creationId xmlns:a16="http://schemas.microsoft.com/office/drawing/2014/main" id="{53A387CD-48C8-4C3B-9C36-CBA62E3DBA26}"/>
                </a:ext>
              </a:extLst>
            </p:cNvPr>
            <p:cNvSpPr/>
            <p:nvPr/>
          </p:nvSpPr>
          <p:spPr>
            <a:xfrm>
              <a:off x="10292836" y="82788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6" name="Hexagon 2025">
              <a:extLst>
                <a:ext uri="{FF2B5EF4-FFF2-40B4-BE49-F238E27FC236}">
                  <a16:creationId xmlns:a16="http://schemas.microsoft.com/office/drawing/2014/main" id="{475DF42B-A9F1-4060-AE83-2D3E2BCF5A65}"/>
                </a:ext>
              </a:extLst>
            </p:cNvPr>
            <p:cNvSpPr/>
            <p:nvPr/>
          </p:nvSpPr>
          <p:spPr>
            <a:xfrm>
              <a:off x="10051567" y="80105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7" name="Hexagon 2026">
              <a:extLst>
                <a:ext uri="{FF2B5EF4-FFF2-40B4-BE49-F238E27FC236}">
                  <a16:creationId xmlns:a16="http://schemas.microsoft.com/office/drawing/2014/main" id="{66B12530-89C6-4305-81E3-FE0E950FAA8F}"/>
                </a:ext>
              </a:extLst>
            </p:cNvPr>
            <p:cNvSpPr/>
            <p:nvPr/>
          </p:nvSpPr>
          <p:spPr>
            <a:xfrm>
              <a:off x="10051409" y="8191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8" name="Hexagon 2027">
              <a:extLst>
                <a:ext uri="{FF2B5EF4-FFF2-40B4-BE49-F238E27FC236}">
                  <a16:creationId xmlns:a16="http://schemas.microsoft.com/office/drawing/2014/main" id="{FDB5E7F9-CDE0-412D-99E2-35BFCC97246F}"/>
                </a:ext>
              </a:extLst>
            </p:cNvPr>
            <p:cNvSpPr/>
            <p:nvPr/>
          </p:nvSpPr>
          <p:spPr>
            <a:xfrm>
              <a:off x="10051409" y="83722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29" name="Hexagon 2028">
              <a:extLst>
                <a:ext uri="{FF2B5EF4-FFF2-40B4-BE49-F238E27FC236}">
                  <a16:creationId xmlns:a16="http://schemas.microsoft.com/office/drawing/2014/main" id="{9A0C66E0-F53B-45FD-9EB3-0C8CBADF7E0B}"/>
                </a:ext>
              </a:extLst>
            </p:cNvPr>
            <p:cNvSpPr/>
            <p:nvPr/>
          </p:nvSpPr>
          <p:spPr>
            <a:xfrm>
              <a:off x="9814084" y="82851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0" name="Hexagon 2029">
              <a:extLst>
                <a:ext uri="{FF2B5EF4-FFF2-40B4-BE49-F238E27FC236}">
                  <a16:creationId xmlns:a16="http://schemas.microsoft.com/office/drawing/2014/main" id="{FDDFAB04-5CA6-4B3C-A43C-8FA776596760}"/>
                </a:ext>
              </a:extLst>
            </p:cNvPr>
            <p:cNvSpPr/>
            <p:nvPr/>
          </p:nvSpPr>
          <p:spPr>
            <a:xfrm>
              <a:off x="9813926" y="846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1" name="Hexagon 2030">
              <a:extLst>
                <a:ext uri="{FF2B5EF4-FFF2-40B4-BE49-F238E27FC236}">
                  <a16:creationId xmlns:a16="http://schemas.microsoft.com/office/drawing/2014/main" id="{6B0B28F4-50D6-4E84-A164-94C5BB5F0CA9}"/>
                </a:ext>
              </a:extLst>
            </p:cNvPr>
            <p:cNvSpPr/>
            <p:nvPr/>
          </p:nvSpPr>
          <p:spPr>
            <a:xfrm>
              <a:off x="9813926" y="865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2" name="Hexagon 2031">
              <a:extLst>
                <a:ext uri="{FF2B5EF4-FFF2-40B4-BE49-F238E27FC236}">
                  <a16:creationId xmlns:a16="http://schemas.microsoft.com/office/drawing/2014/main" id="{F7330001-7D6D-488A-82F2-48F973BC463D}"/>
                </a:ext>
              </a:extLst>
            </p:cNvPr>
            <p:cNvSpPr/>
            <p:nvPr/>
          </p:nvSpPr>
          <p:spPr>
            <a:xfrm>
              <a:off x="9816913" y="8835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3" name="Hexagon 2032">
              <a:extLst>
                <a:ext uri="{FF2B5EF4-FFF2-40B4-BE49-F238E27FC236}">
                  <a16:creationId xmlns:a16="http://schemas.microsoft.com/office/drawing/2014/main" id="{E479FB82-B1D6-4500-AB0D-168DF0F60BDC}"/>
                </a:ext>
              </a:extLst>
            </p:cNvPr>
            <p:cNvSpPr/>
            <p:nvPr/>
          </p:nvSpPr>
          <p:spPr>
            <a:xfrm>
              <a:off x="9816755" y="90213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4" name="Hexagon 2033">
              <a:extLst>
                <a:ext uri="{FF2B5EF4-FFF2-40B4-BE49-F238E27FC236}">
                  <a16:creationId xmlns:a16="http://schemas.microsoft.com/office/drawing/2014/main" id="{B04B64EB-0AA6-4634-AF50-A8C892C99CA3}"/>
                </a:ext>
              </a:extLst>
            </p:cNvPr>
            <p:cNvSpPr/>
            <p:nvPr/>
          </p:nvSpPr>
          <p:spPr>
            <a:xfrm>
              <a:off x="9816755" y="9203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5" name="Hexagon 2034">
              <a:extLst>
                <a:ext uri="{FF2B5EF4-FFF2-40B4-BE49-F238E27FC236}">
                  <a16:creationId xmlns:a16="http://schemas.microsoft.com/office/drawing/2014/main" id="{106470B3-008B-4B9F-8C79-4DE45EE2CE8F}"/>
                </a:ext>
              </a:extLst>
            </p:cNvPr>
            <p:cNvSpPr/>
            <p:nvPr/>
          </p:nvSpPr>
          <p:spPr>
            <a:xfrm>
              <a:off x="9816755" y="9390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6" name="Hexagon 2035">
              <a:extLst>
                <a:ext uri="{FF2B5EF4-FFF2-40B4-BE49-F238E27FC236}">
                  <a16:creationId xmlns:a16="http://schemas.microsoft.com/office/drawing/2014/main" id="{9119C87D-C87B-48BB-9686-34B8FAFF8426}"/>
                </a:ext>
              </a:extLst>
            </p:cNvPr>
            <p:cNvSpPr/>
            <p:nvPr/>
          </p:nvSpPr>
          <p:spPr>
            <a:xfrm>
              <a:off x="9586184" y="8737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7" name="Hexagon 2036">
              <a:extLst>
                <a:ext uri="{FF2B5EF4-FFF2-40B4-BE49-F238E27FC236}">
                  <a16:creationId xmlns:a16="http://schemas.microsoft.com/office/drawing/2014/main" id="{E9A8A929-FF03-4854-8683-CAD5AB993354}"/>
                </a:ext>
              </a:extLst>
            </p:cNvPr>
            <p:cNvSpPr/>
            <p:nvPr/>
          </p:nvSpPr>
          <p:spPr>
            <a:xfrm>
              <a:off x="9586026" y="89234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8" name="Hexagon 2037">
              <a:extLst>
                <a:ext uri="{FF2B5EF4-FFF2-40B4-BE49-F238E27FC236}">
                  <a16:creationId xmlns:a16="http://schemas.microsoft.com/office/drawing/2014/main" id="{7D312942-15BF-4315-8A58-8815A388A3BA}"/>
                </a:ext>
              </a:extLst>
            </p:cNvPr>
            <p:cNvSpPr/>
            <p:nvPr/>
          </p:nvSpPr>
          <p:spPr>
            <a:xfrm>
              <a:off x="9586026" y="91060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39" name="Hexagon 2038">
              <a:extLst>
                <a:ext uri="{FF2B5EF4-FFF2-40B4-BE49-F238E27FC236}">
                  <a16:creationId xmlns:a16="http://schemas.microsoft.com/office/drawing/2014/main" id="{A8F2EA45-06D5-4832-B403-75FC633CF2D8}"/>
                </a:ext>
              </a:extLst>
            </p:cNvPr>
            <p:cNvSpPr/>
            <p:nvPr/>
          </p:nvSpPr>
          <p:spPr>
            <a:xfrm>
              <a:off x="9586026" y="9292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0" name="Hexagon 2039">
              <a:extLst>
                <a:ext uri="{FF2B5EF4-FFF2-40B4-BE49-F238E27FC236}">
                  <a16:creationId xmlns:a16="http://schemas.microsoft.com/office/drawing/2014/main" id="{C95AD976-1519-4346-AB7F-3172FB9C22DE}"/>
                </a:ext>
              </a:extLst>
            </p:cNvPr>
            <p:cNvSpPr/>
            <p:nvPr/>
          </p:nvSpPr>
          <p:spPr>
            <a:xfrm>
              <a:off x="9352446" y="8644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1" name="Hexagon 2040">
              <a:extLst>
                <a:ext uri="{FF2B5EF4-FFF2-40B4-BE49-F238E27FC236}">
                  <a16:creationId xmlns:a16="http://schemas.microsoft.com/office/drawing/2014/main" id="{8768E13D-35FE-4394-B5C4-323688502661}"/>
                </a:ext>
              </a:extLst>
            </p:cNvPr>
            <p:cNvSpPr/>
            <p:nvPr/>
          </p:nvSpPr>
          <p:spPr>
            <a:xfrm>
              <a:off x="9352288" y="88309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2" name="Hexagon 2041">
              <a:extLst>
                <a:ext uri="{FF2B5EF4-FFF2-40B4-BE49-F238E27FC236}">
                  <a16:creationId xmlns:a16="http://schemas.microsoft.com/office/drawing/2014/main" id="{1FFA9499-1B4C-4AF5-B72C-609EB3B1DEB9}"/>
                </a:ext>
              </a:extLst>
            </p:cNvPr>
            <p:cNvSpPr/>
            <p:nvPr/>
          </p:nvSpPr>
          <p:spPr>
            <a:xfrm>
              <a:off x="9352288" y="90135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3" name="Hexagon 2042">
              <a:extLst>
                <a:ext uri="{FF2B5EF4-FFF2-40B4-BE49-F238E27FC236}">
                  <a16:creationId xmlns:a16="http://schemas.microsoft.com/office/drawing/2014/main" id="{A33099FC-A5D7-4EBB-9244-5A4523EDD929}"/>
                </a:ext>
              </a:extLst>
            </p:cNvPr>
            <p:cNvSpPr/>
            <p:nvPr/>
          </p:nvSpPr>
          <p:spPr>
            <a:xfrm>
              <a:off x="9352288" y="91998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4" name="Hexagon 2043">
              <a:extLst>
                <a:ext uri="{FF2B5EF4-FFF2-40B4-BE49-F238E27FC236}">
                  <a16:creationId xmlns:a16="http://schemas.microsoft.com/office/drawing/2014/main" id="{C1FD6539-0D03-4324-947F-CFD2D0462392}"/>
                </a:ext>
              </a:extLst>
            </p:cNvPr>
            <p:cNvSpPr/>
            <p:nvPr/>
          </p:nvSpPr>
          <p:spPr>
            <a:xfrm>
              <a:off x="10056348" y="91124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5" name="Hexagon 2044">
              <a:extLst>
                <a:ext uri="{FF2B5EF4-FFF2-40B4-BE49-F238E27FC236}">
                  <a16:creationId xmlns:a16="http://schemas.microsoft.com/office/drawing/2014/main" id="{AF4089F8-FFD0-4587-9F55-3631CDDAE1A9}"/>
                </a:ext>
              </a:extLst>
            </p:cNvPr>
            <p:cNvSpPr/>
            <p:nvPr/>
          </p:nvSpPr>
          <p:spPr>
            <a:xfrm>
              <a:off x="10056190" y="9298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6" name="Hexagon 2045">
              <a:extLst>
                <a:ext uri="{FF2B5EF4-FFF2-40B4-BE49-F238E27FC236}">
                  <a16:creationId xmlns:a16="http://schemas.microsoft.com/office/drawing/2014/main" id="{66B97C35-76EE-4CBA-96C0-1871C7193A45}"/>
                </a:ext>
              </a:extLst>
            </p:cNvPr>
            <p:cNvSpPr/>
            <p:nvPr/>
          </p:nvSpPr>
          <p:spPr>
            <a:xfrm>
              <a:off x="10056190" y="94811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7" name="Hexagon 2046">
              <a:extLst>
                <a:ext uri="{FF2B5EF4-FFF2-40B4-BE49-F238E27FC236}">
                  <a16:creationId xmlns:a16="http://schemas.microsoft.com/office/drawing/2014/main" id="{0DAD5F40-A5B1-468D-9173-BB3FBFAC14CD}"/>
                </a:ext>
              </a:extLst>
            </p:cNvPr>
            <p:cNvSpPr/>
            <p:nvPr/>
          </p:nvSpPr>
          <p:spPr>
            <a:xfrm>
              <a:off x="10056190" y="96674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8" name="Hexagon 2047">
              <a:extLst>
                <a:ext uri="{FF2B5EF4-FFF2-40B4-BE49-F238E27FC236}">
                  <a16:creationId xmlns:a16="http://schemas.microsoft.com/office/drawing/2014/main" id="{35E1605D-25B6-4124-A8FE-488E05545E48}"/>
                </a:ext>
              </a:extLst>
            </p:cNvPr>
            <p:cNvSpPr/>
            <p:nvPr/>
          </p:nvSpPr>
          <p:spPr>
            <a:xfrm>
              <a:off x="10294056" y="9201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49" name="Hexagon 2048">
              <a:extLst>
                <a:ext uri="{FF2B5EF4-FFF2-40B4-BE49-F238E27FC236}">
                  <a16:creationId xmlns:a16="http://schemas.microsoft.com/office/drawing/2014/main" id="{C6A3C9AB-8A7D-48E6-8E94-D51D5DE85765}"/>
                </a:ext>
              </a:extLst>
            </p:cNvPr>
            <p:cNvSpPr/>
            <p:nvPr/>
          </p:nvSpPr>
          <p:spPr>
            <a:xfrm>
              <a:off x="10293898" y="9387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0" name="Hexagon 2049">
              <a:extLst>
                <a:ext uri="{FF2B5EF4-FFF2-40B4-BE49-F238E27FC236}">
                  <a16:creationId xmlns:a16="http://schemas.microsoft.com/office/drawing/2014/main" id="{50A4FD40-DAB2-4F25-A16D-1636251A40F6}"/>
                </a:ext>
              </a:extLst>
            </p:cNvPr>
            <p:cNvSpPr/>
            <p:nvPr/>
          </p:nvSpPr>
          <p:spPr>
            <a:xfrm>
              <a:off x="10293898" y="95700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1" name="Hexagon 2050">
              <a:extLst>
                <a:ext uri="{FF2B5EF4-FFF2-40B4-BE49-F238E27FC236}">
                  <a16:creationId xmlns:a16="http://schemas.microsoft.com/office/drawing/2014/main" id="{9B49EA56-1BC1-4E93-87F9-4635E024E9AF}"/>
                </a:ext>
              </a:extLst>
            </p:cNvPr>
            <p:cNvSpPr/>
            <p:nvPr/>
          </p:nvSpPr>
          <p:spPr>
            <a:xfrm>
              <a:off x="10293898" y="9756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2" name="Hexagon 2051">
              <a:extLst>
                <a:ext uri="{FF2B5EF4-FFF2-40B4-BE49-F238E27FC236}">
                  <a16:creationId xmlns:a16="http://schemas.microsoft.com/office/drawing/2014/main" id="{8E51221E-6F70-4D33-8C3B-C61B5C2C0808}"/>
                </a:ext>
              </a:extLst>
            </p:cNvPr>
            <p:cNvSpPr/>
            <p:nvPr/>
          </p:nvSpPr>
          <p:spPr>
            <a:xfrm>
              <a:off x="10532648" y="87394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3" name="Hexagon 2052">
              <a:extLst>
                <a:ext uri="{FF2B5EF4-FFF2-40B4-BE49-F238E27FC236}">
                  <a16:creationId xmlns:a16="http://schemas.microsoft.com/office/drawing/2014/main" id="{7D7DEEB2-6CBA-4621-A85F-DB7FDADC11D8}"/>
                </a:ext>
              </a:extLst>
            </p:cNvPr>
            <p:cNvSpPr/>
            <p:nvPr/>
          </p:nvSpPr>
          <p:spPr>
            <a:xfrm>
              <a:off x="10532490" y="8925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4" name="Hexagon 2053">
              <a:extLst>
                <a:ext uri="{FF2B5EF4-FFF2-40B4-BE49-F238E27FC236}">
                  <a16:creationId xmlns:a16="http://schemas.microsoft.com/office/drawing/2014/main" id="{D4652646-A0BA-4F78-B130-9E601407F686}"/>
                </a:ext>
              </a:extLst>
            </p:cNvPr>
            <p:cNvSpPr/>
            <p:nvPr/>
          </p:nvSpPr>
          <p:spPr>
            <a:xfrm>
              <a:off x="10532490" y="91082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5" name="Hexagon 2054">
              <a:extLst>
                <a:ext uri="{FF2B5EF4-FFF2-40B4-BE49-F238E27FC236}">
                  <a16:creationId xmlns:a16="http://schemas.microsoft.com/office/drawing/2014/main" id="{7C85C65C-9DC5-44F4-9AFD-3634E0D3A565}"/>
                </a:ext>
              </a:extLst>
            </p:cNvPr>
            <p:cNvSpPr/>
            <p:nvPr/>
          </p:nvSpPr>
          <p:spPr>
            <a:xfrm>
              <a:off x="10532490" y="92945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6" name="Hexagon 2055">
              <a:extLst>
                <a:ext uri="{FF2B5EF4-FFF2-40B4-BE49-F238E27FC236}">
                  <a16:creationId xmlns:a16="http://schemas.microsoft.com/office/drawing/2014/main" id="{63E998DD-D8AB-4AF4-87F9-A463B0B1766C}"/>
                </a:ext>
              </a:extLst>
            </p:cNvPr>
            <p:cNvSpPr/>
            <p:nvPr/>
          </p:nvSpPr>
          <p:spPr>
            <a:xfrm>
              <a:off x="10291568" y="8648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7" name="Hexagon 2056">
              <a:extLst>
                <a:ext uri="{FF2B5EF4-FFF2-40B4-BE49-F238E27FC236}">
                  <a16:creationId xmlns:a16="http://schemas.microsoft.com/office/drawing/2014/main" id="{B6966BD2-B7F1-492F-921C-B4EBA36E1547}"/>
                </a:ext>
              </a:extLst>
            </p:cNvPr>
            <p:cNvSpPr/>
            <p:nvPr/>
          </p:nvSpPr>
          <p:spPr>
            <a:xfrm>
              <a:off x="10291410" y="88343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8" name="Hexagon 2057">
              <a:extLst>
                <a:ext uri="{FF2B5EF4-FFF2-40B4-BE49-F238E27FC236}">
                  <a16:creationId xmlns:a16="http://schemas.microsoft.com/office/drawing/2014/main" id="{4B0C2ADD-48BB-482A-9191-CC55DCD8391D}"/>
                </a:ext>
              </a:extLst>
            </p:cNvPr>
            <p:cNvSpPr/>
            <p:nvPr/>
          </p:nvSpPr>
          <p:spPr>
            <a:xfrm>
              <a:off x="10291410" y="9016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59" name="Hexagon 2058">
              <a:extLst>
                <a:ext uri="{FF2B5EF4-FFF2-40B4-BE49-F238E27FC236}">
                  <a16:creationId xmlns:a16="http://schemas.microsoft.com/office/drawing/2014/main" id="{9630EAC1-B441-4400-9F4A-B35789621C4F}"/>
                </a:ext>
              </a:extLst>
            </p:cNvPr>
            <p:cNvSpPr/>
            <p:nvPr/>
          </p:nvSpPr>
          <p:spPr>
            <a:xfrm>
              <a:off x="10051409" y="8551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0" name="Hexagon 2059">
              <a:extLst>
                <a:ext uri="{FF2B5EF4-FFF2-40B4-BE49-F238E27FC236}">
                  <a16:creationId xmlns:a16="http://schemas.microsoft.com/office/drawing/2014/main" id="{935766BA-C3EC-4D67-B99E-714DAFB9C2C4}"/>
                </a:ext>
              </a:extLst>
            </p:cNvPr>
            <p:cNvSpPr/>
            <p:nvPr/>
          </p:nvSpPr>
          <p:spPr>
            <a:xfrm>
              <a:off x="10051251" y="8737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1" name="Hexagon 2060">
              <a:extLst>
                <a:ext uri="{FF2B5EF4-FFF2-40B4-BE49-F238E27FC236}">
                  <a16:creationId xmlns:a16="http://schemas.microsoft.com/office/drawing/2014/main" id="{90FD4FA0-1FD6-43F6-AFA7-13EEE13B6F89}"/>
                </a:ext>
              </a:extLst>
            </p:cNvPr>
            <p:cNvSpPr/>
            <p:nvPr/>
          </p:nvSpPr>
          <p:spPr>
            <a:xfrm>
              <a:off x="10766386" y="90139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2" name="Hexagon 2061">
              <a:extLst>
                <a:ext uri="{FF2B5EF4-FFF2-40B4-BE49-F238E27FC236}">
                  <a16:creationId xmlns:a16="http://schemas.microsoft.com/office/drawing/2014/main" id="{122098C3-6B23-46BB-BD38-B92872273EE3}"/>
                </a:ext>
              </a:extLst>
            </p:cNvPr>
            <p:cNvSpPr/>
            <p:nvPr/>
          </p:nvSpPr>
          <p:spPr>
            <a:xfrm>
              <a:off x="10766228" y="92000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3" name="Hexagon 2062">
              <a:extLst>
                <a:ext uri="{FF2B5EF4-FFF2-40B4-BE49-F238E27FC236}">
                  <a16:creationId xmlns:a16="http://schemas.microsoft.com/office/drawing/2014/main" id="{79D81A0D-D1F3-492A-A095-B85292245456}"/>
                </a:ext>
              </a:extLst>
            </p:cNvPr>
            <p:cNvSpPr/>
            <p:nvPr/>
          </p:nvSpPr>
          <p:spPr>
            <a:xfrm>
              <a:off x="10766228" y="93827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4" name="Hexagon 2063">
              <a:extLst>
                <a:ext uri="{FF2B5EF4-FFF2-40B4-BE49-F238E27FC236}">
                  <a16:creationId xmlns:a16="http://schemas.microsoft.com/office/drawing/2014/main" id="{D63DADF7-802F-4938-83B0-1B2145C35997}"/>
                </a:ext>
              </a:extLst>
            </p:cNvPr>
            <p:cNvSpPr/>
            <p:nvPr/>
          </p:nvSpPr>
          <p:spPr>
            <a:xfrm>
              <a:off x="10766228" y="9569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5" name="Hexagon 2064">
              <a:extLst>
                <a:ext uri="{FF2B5EF4-FFF2-40B4-BE49-F238E27FC236}">
                  <a16:creationId xmlns:a16="http://schemas.microsoft.com/office/drawing/2014/main" id="{6F4407B3-25C6-44E8-9830-5580B1E75007}"/>
                </a:ext>
              </a:extLst>
            </p:cNvPr>
            <p:cNvSpPr/>
            <p:nvPr/>
          </p:nvSpPr>
          <p:spPr>
            <a:xfrm>
              <a:off x="10532256" y="96626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6" name="Hexagon 2065">
              <a:extLst>
                <a:ext uri="{FF2B5EF4-FFF2-40B4-BE49-F238E27FC236}">
                  <a16:creationId xmlns:a16="http://schemas.microsoft.com/office/drawing/2014/main" id="{0CE1B9C8-B4BA-4A55-8375-4C65E3DE2921}"/>
                </a:ext>
              </a:extLst>
            </p:cNvPr>
            <p:cNvSpPr/>
            <p:nvPr/>
          </p:nvSpPr>
          <p:spPr>
            <a:xfrm>
              <a:off x="10532256" y="98489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7" name="Hexagon 2066">
              <a:extLst>
                <a:ext uri="{FF2B5EF4-FFF2-40B4-BE49-F238E27FC236}">
                  <a16:creationId xmlns:a16="http://schemas.microsoft.com/office/drawing/2014/main" id="{003BEE88-1895-491D-A5B6-8A158763D98F}"/>
                </a:ext>
              </a:extLst>
            </p:cNvPr>
            <p:cNvSpPr/>
            <p:nvPr/>
          </p:nvSpPr>
          <p:spPr>
            <a:xfrm>
              <a:off x="10998708" y="89205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8" name="Hexagon 2067">
              <a:extLst>
                <a:ext uri="{FF2B5EF4-FFF2-40B4-BE49-F238E27FC236}">
                  <a16:creationId xmlns:a16="http://schemas.microsoft.com/office/drawing/2014/main" id="{AADCE915-5D70-48B0-891E-1078035F7D9F}"/>
                </a:ext>
              </a:extLst>
            </p:cNvPr>
            <p:cNvSpPr/>
            <p:nvPr/>
          </p:nvSpPr>
          <p:spPr>
            <a:xfrm>
              <a:off x="10998550" y="91066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69" name="Hexagon 2068">
              <a:extLst>
                <a:ext uri="{FF2B5EF4-FFF2-40B4-BE49-F238E27FC236}">
                  <a16:creationId xmlns:a16="http://schemas.microsoft.com/office/drawing/2014/main" id="{47AB4760-9034-4723-A347-375C6C2B0126}"/>
                </a:ext>
              </a:extLst>
            </p:cNvPr>
            <p:cNvSpPr/>
            <p:nvPr/>
          </p:nvSpPr>
          <p:spPr>
            <a:xfrm>
              <a:off x="10998550" y="92893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0" name="Hexagon 2069">
              <a:extLst>
                <a:ext uri="{FF2B5EF4-FFF2-40B4-BE49-F238E27FC236}">
                  <a16:creationId xmlns:a16="http://schemas.microsoft.com/office/drawing/2014/main" id="{B40E1A2D-BDC4-4AB6-9969-F8FEA69E371E}"/>
                </a:ext>
              </a:extLst>
            </p:cNvPr>
            <p:cNvSpPr/>
            <p:nvPr/>
          </p:nvSpPr>
          <p:spPr>
            <a:xfrm>
              <a:off x="10998550" y="94756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1" name="Hexagon 2070">
              <a:extLst>
                <a:ext uri="{FF2B5EF4-FFF2-40B4-BE49-F238E27FC236}">
                  <a16:creationId xmlns:a16="http://schemas.microsoft.com/office/drawing/2014/main" id="{D78D4443-FE04-4C8F-B653-53846BC871A4}"/>
                </a:ext>
              </a:extLst>
            </p:cNvPr>
            <p:cNvSpPr/>
            <p:nvPr/>
          </p:nvSpPr>
          <p:spPr>
            <a:xfrm>
              <a:off x="11233620" y="9011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2" name="Hexagon 2071">
              <a:extLst>
                <a:ext uri="{FF2B5EF4-FFF2-40B4-BE49-F238E27FC236}">
                  <a16:creationId xmlns:a16="http://schemas.microsoft.com/office/drawing/2014/main" id="{735E3183-547C-4E87-A4AB-CC5C6C46754D}"/>
                </a:ext>
              </a:extLst>
            </p:cNvPr>
            <p:cNvSpPr/>
            <p:nvPr/>
          </p:nvSpPr>
          <p:spPr>
            <a:xfrm>
              <a:off x="11233620" y="9194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3" name="Hexagon 2072">
              <a:extLst>
                <a:ext uri="{FF2B5EF4-FFF2-40B4-BE49-F238E27FC236}">
                  <a16:creationId xmlns:a16="http://schemas.microsoft.com/office/drawing/2014/main" id="{CA303DCE-1640-4878-88C9-10601EA0C376}"/>
                </a:ext>
              </a:extLst>
            </p:cNvPr>
            <p:cNvSpPr/>
            <p:nvPr/>
          </p:nvSpPr>
          <p:spPr>
            <a:xfrm>
              <a:off x="11470855" y="89197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4" name="Hexagon 2073">
              <a:extLst>
                <a:ext uri="{FF2B5EF4-FFF2-40B4-BE49-F238E27FC236}">
                  <a16:creationId xmlns:a16="http://schemas.microsoft.com/office/drawing/2014/main" id="{90264C92-2EB2-4898-9B4B-49AAA4946BE8}"/>
                </a:ext>
              </a:extLst>
            </p:cNvPr>
            <p:cNvSpPr/>
            <p:nvPr/>
          </p:nvSpPr>
          <p:spPr>
            <a:xfrm>
              <a:off x="11470855" y="91024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5" name="Hexagon 2074">
              <a:extLst>
                <a:ext uri="{FF2B5EF4-FFF2-40B4-BE49-F238E27FC236}">
                  <a16:creationId xmlns:a16="http://schemas.microsoft.com/office/drawing/2014/main" id="{FAA3C49C-EC72-4B21-B0C4-FEABBF5617F4}"/>
                </a:ext>
              </a:extLst>
            </p:cNvPr>
            <p:cNvSpPr/>
            <p:nvPr/>
          </p:nvSpPr>
          <p:spPr>
            <a:xfrm>
              <a:off x="10771588" y="82823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6" name="Hexagon 2075">
              <a:extLst>
                <a:ext uri="{FF2B5EF4-FFF2-40B4-BE49-F238E27FC236}">
                  <a16:creationId xmlns:a16="http://schemas.microsoft.com/office/drawing/2014/main" id="{EF6B8D0C-2264-441F-85E0-66E7E916AA75}"/>
                </a:ext>
              </a:extLst>
            </p:cNvPr>
            <p:cNvSpPr/>
            <p:nvPr/>
          </p:nvSpPr>
          <p:spPr>
            <a:xfrm>
              <a:off x="11009835" y="83748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7" name="Hexagon 2076">
              <a:extLst>
                <a:ext uri="{FF2B5EF4-FFF2-40B4-BE49-F238E27FC236}">
                  <a16:creationId xmlns:a16="http://schemas.microsoft.com/office/drawing/2014/main" id="{3DE6CE1A-E0D1-4E9C-8EF8-A276F5181E7F}"/>
                </a:ext>
              </a:extLst>
            </p:cNvPr>
            <p:cNvSpPr/>
            <p:nvPr/>
          </p:nvSpPr>
          <p:spPr>
            <a:xfrm>
              <a:off x="11005807" y="8551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8" name="Hexagon 2077">
              <a:extLst>
                <a:ext uri="{FF2B5EF4-FFF2-40B4-BE49-F238E27FC236}">
                  <a16:creationId xmlns:a16="http://schemas.microsoft.com/office/drawing/2014/main" id="{370CEF04-0E74-4BD4-84DA-7CA4F339E30B}"/>
                </a:ext>
              </a:extLst>
            </p:cNvPr>
            <p:cNvSpPr/>
            <p:nvPr/>
          </p:nvSpPr>
          <p:spPr>
            <a:xfrm>
              <a:off x="11232592" y="86465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79" name="Hexagon 2078">
              <a:extLst>
                <a:ext uri="{FF2B5EF4-FFF2-40B4-BE49-F238E27FC236}">
                  <a16:creationId xmlns:a16="http://schemas.microsoft.com/office/drawing/2014/main" id="{F1A8B442-1324-47FF-849F-AC9A9ED5DB72}"/>
                </a:ext>
              </a:extLst>
            </p:cNvPr>
            <p:cNvSpPr/>
            <p:nvPr/>
          </p:nvSpPr>
          <p:spPr>
            <a:xfrm>
              <a:off x="11467466" y="8736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0" name="Hexagon 2079">
              <a:extLst>
                <a:ext uri="{FF2B5EF4-FFF2-40B4-BE49-F238E27FC236}">
                  <a16:creationId xmlns:a16="http://schemas.microsoft.com/office/drawing/2014/main" id="{430FE54B-B297-4C2C-B4CE-DAEF1D61DBE8}"/>
                </a:ext>
              </a:extLst>
            </p:cNvPr>
            <p:cNvSpPr/>
            <p:nvPr/>
          </p:nvSpPr>
          <p:spPr>
            <a:xfrm>
              <a:off x="11707240" y="88263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1" name="Hexagon 2080">
              <a:extLst>
                <a:ext uri="{FF2B5EF4-FFF2-40B4-BE49-F238E27FC236}">
                  <a16:creationId xmlns:a16="http://schemas.microsoft.com/office/drawing/2014/main" id="{E3B12B23-5917-4422-80D7-D1566249A4FE}"/>
                </a:ext>
              </a:extLst>
            </p:cNvPr>
            <p:cNvSpPr/>
            <p:nvPr/>
          </p:nvSpPr>
          <p:spPr>
            <a:xfrm>
              <a:off x="11703461" y="9012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2" name="Hexagon 2081">
              <a:extLst>
                <a:ext uri="{FF2B5EF4-FFF2-40B4-BE49-F238E27FC236}">
                  <a16:creationId xmlns:a16="http://schemas.microsoft.com/office/drawing/2014/main" id="{E8B5320E-E841-43FE-BE45-EA0494BA5E37}"/>
                </a:ext>
              </a:extLst>
            </p:cNvPr>
            <p:cNvSpPr/>
            <p:nvPr/>
          </p:nvSpPr>
          <p:spPr>
            <a:xfrm>
              <a:off x="10762921" y="8098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3" name="Hexagon 2082">
              <a:extLst>
                <a:ext uri="{FF2B5EF4-FFF2-40B4-BE49-F238E27FC236}">
                  <a16:creationId xmlns:a16="http://schemas.microsoft.com/office/drawing/2014/main" id="{42424678-191F-4429-8BEF-128B0492F159}"/>
                </a:ext>
              </a:extLst>
            </p:cNvPr>
            <p:cNvSpPr/>
            <p:nvPr/>
          </p:nvSpPr>
          <p:spPr>
            <a:xfrm>
              <a:off x="11003426" y="81897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4" name="Hexagon 2083">
              <a:extLst>
                <a:ext uri="{FF2B5EF4-FFF2-40B4-BE49-F238E27FC236}">
                  <a16:creationId xmlns:a16="http://schemas.microsoft.com/office/drawing/2014/main" id="{F13AEADE-FD52-4244-83C8-C28EF7CD91CF}"/>
                </a:ext>
              </a:extLst>
            </p:cNvPr>
            <p:cNvSpPr/>
            <p:nvPr/>
          </p:nvSpPr>
          <p:spPr>
            <a:xfrm>
              <a:off x="11241673" y="82822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5" name="Hexagon 2084">
              <a:extLst>
                <a:ext uri="{FF2B5EF4-FFF2-40B4-BE49-F238E27FC236}">
                  <a16:creationId xmlns:a16="http://schemas.microsoft.com/office/drawing/2014/main" id="{644567B3-A4D7-41C9-92C3-5E4AD912C4C5}"/>
                </a:ext>
              </a:extLst>
            </p:cNvPr>
            <p:cNvSpPr/>
            <p:nvPr/>
          </p:nvSpPr>
          <p:spPr>
            <a:xfrm>
              <a:off x="10762047" y="79178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6" name="Hexagon 2085">
              <a:extLst>
                <a:ext uri="{FF2B5EF4-FFF2-40B4-BE49-F238E27FC236}">
                  <a16:creationId xmlns:a16="http://schemas.microsoft.com/office/drawing/2014/main" id="{1255FDF7-B249-4D89-970E-7100852DF070}"/>
                </a:ext>
              </a:extLst>
            </p:cNvPr>
            <p:cNvSpPr/>
            <p:nvPr/>
          </p:nvSpPr>
          <p:spPr>
            <a:xfrm>
              <a:off x="11002552" y="8009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7" name="Hexagon 2086">
              <a:extLst>
                <a:ext uri="{FF2B5EF4-FFF2-40B4-BE49-F238E27FC236}">
                  <a16:creationId xmlns:a16="http://schemas.microsoft.com/office/drawing/2014/main" id="{4649060D-755E-4EF0-8E8C-FFACEFB3949B}"/>
                </a:ext>
              </a:extLst>
            </p:cNvPr>
            <p:cNvSpPr/>
            <p:nvPr/>
          </p:nvSpPr>
          <p:spPr>
            <a:xfrm>
              <a:off x="11240799" y="81016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8" name="Hexagon 2087">
              <a:extLst>
                <a:ext uri="{FF2B5EF4-FFF2-40B4-BE49-F238E27FC236}">
                  <a16:creationId xmlns:a16="http://schemas.microsoft.com/office/drawing/2014/main" id="{373E3FD4-8855-4C95-B7E1-2FE6DFB4DF1A}"/>
                </a:ext>
              </a:extLst>
            </p:cNvPr>
            <p:cNvSpPr/>
            <p:nvPr/>
          </p:nvSpPr>
          <p:spPr>
            <a:xfrm>
              <a:off x="10999717" y="78221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89" name="Hexagon 2088">
              <a:extLst>
                <a:ext uri="{FF2B5EF4-FFF2-40B4-BE49-F238E27FC236}">
                  <a16:creationId xmlns:a16="http://schemas.microsoft.com/office/drawing/2014/main" id="{129221AA-021F-43E3-8763-EB66908475E7}"/>
                </a:ext>
              </a:extLst>
            </p:cNvPr>
            <p:cNvSpPr/>
            <p:nvPr/>
          </p:nvSpPr>
          <p:spPr>
            <a:xfrm>
              <a:off x="11238083" y="7726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0" name="Hexagon 2089">
              <a:extLst>
                <a:ext uri="{FF2B5EF4-FFF2-40B4-BE49-F238E27FC236}">
                  <a16:creationId xmlns:a16="http://schemas.microsoft.com/office/drawing/2014/main" id="{AFAD74BD-B2E4-4D99-A985-852EBCFE6887}"/>
                </a:ext>
              </a:extLst>
            </p:cNvPr>
            <p:cNvSpPr/>
            <p:nvPr/>
          </p:nvSpPr>
          <p:spPr>
            <a:xfrm>
              <a:off x="11230486" y="75437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1" name="Hexagon 2090">
              <a:extLst>
                <a:ext uri="{FF2B5EF4-FFF2-40B4-BE49-F238E27FC236}">
                  <a16:creationId xmlns:a16="http://schemas.microsoft.com/office/drawing/2014/main" id="{F3DA524C-89BD-4550-9BB2-8CEA4BE88285}"/>
                </a:ext>
              </a:extLst>
            </p:cNvPr>
            <p:cNvSpPr/>
            <p:nvPr/>
          </p:nvSpPr>
          <p:spPr>
            <a:xfrm>
              <a:off x="11476226" y="81964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2" name="Hexagon 2091">
              <a:extLst>
                <a:ext uri="{FF2B5EF4-FFF2-40B4-BE49-F238E27FC236}">
                  <a16:creationId xmlns:a16="http://schemas.microsoft.com/office/drawing/2014/main" id="{4C09DF44-FA21-4F90-A0D3-4BB1CD885B01}"/>
                </a:ext>
              </a:extLst>
            </p:cNvPr>
            <p:cNvSpPr/>
            <p:nvPr/>
          </p:nvSpPr>
          <p:spPr>
            <a:xfrm>
              <a:off x="11473391" y="80094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3" name="Hexagon 2092">
              <a:extLst>
                <a:ext uri="{FF2B5EF4-FFF2-40B4-BE49-F238E27FC236}">
                  <a16:creationId xmlns:a16="http://schemas.microsoft.com/office/drawing/2014/main" id="{6D2698D9-6B87-4C5C-BDE7-1D76D3C07742}"/>
                </a:ext>
              </a:extLst>
            </p:cNvPr>
            <p:cNvSpPr/>
            <p:nvPr/>
          </p:nvSpPr>
          <p:spPr>
            <a:xfrm>
              <a:off x="11240595" y="84623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4" name="Hexagon 2093">
              <a:extLst>
                <a:ext uri="{FF2B5EF4-FFF2-40B4-BE49-F238E27FC236}">
                  <a16:creationId xmlns:a16="http://schemas.microsoft.com/office/drawing/2014/main" id="{3FCF1594-501F-4A50-9180-127D6CCE560A}"/>
                </a:ext>
              </a:extLst>
            </p:cNvPr>
            <p:cNvSpPr/>
            <p:nvPr/>
          </p:nvSpPr>
          <p:spPr>
            <a:xfrm>
              <a:off x="11474080" y="8554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5" name="Hexagon 2094">
              <a:extLst>
                <a:ext uri="{FF2B5EF4-FFF2-40B4-BE49-F238E27FC236}">
                  <a16:creationId xmlns:a16="http://schemas.microsoft.com/office/drawing/2014/main" id="{AB75AFFD-816D-4F3D-ACF2-2C37CD2CD8B2}"/>
                </a:ext>
              </a:extLst>
            </p:cNvPr>
            <p:cNvSpPr/>
            <p:nvPr/>
          </p:nvSpPr>
          <p:spPr>
            <a:xfrm>
              <a:off x="11708954" y="84710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6" name="Hexagon 2095">
              <a:extLst>
                <a:ext uri="{FF2B5EF4-FFF2-40B4-BE49-F238E27FC236}">
                  <a16:creationId xmlns:a16="http://schemas.microsoft.com/office/drawing/2014/main" id="{06AF5745-B448-49F4-ADD4-AC4916C0B07D}"/>
                </a:ext>
              </a:extLst>
            </p:cNvPr>
            <p:cNvSpPr/>
            <p:nvPr/>
          </p:nvSpPr>
          <p:spPr>
            <a:xfrm>
              <a:off x="11705175" y="8657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7" name="Hexagon 2096">
              <a:extLst>
                <a:ext uri="{FF2B5EF4-FFF2-40B4-BE49-F238E27FC236}">
                  <a16:creationId xmlns:a16="http://schemas.microsoft.com/office/drawing/2014/main" id="{D83851C6-58BF-45F7-811E-7343A71BEDAA}"/>
                </a:ext>
              </a:extLst>
            </p:cNvPr>
            <p:cNvSpPr/>
            <p:nvPr/>
          </p:nvSpPr>
          <p:spPr>
            <a:xfrm>
              <a:off x="11942252" y="85599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8" name="Hexagon 2097">
              <a:extLst>
                <a:ext uri="{FF2B5EF4-FFF2-40B4-BE49-F238E27FC236}">
                  <a16:creationId xmlns:a16="http://schemas.microsoft.com/office/drawing/2014/main" id="{33E103A8-7FBD-4600-8B0D-82160FC4EB6E}"/>
                </a:ext>
              </a:extLst>
            </p:cNvPr>
            <p:cNvSpPr/>
            <p:nvPr/>
          </p:nvSpPr>
          <p:spPr>
            <a:xfrm>
              <a:off x="11938473" y="8746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99" name="Hexagon 2098">
              <a:extLst>
                <a:ext uri="{FF2B5EF4-FFF2-40B4-BE49-F238E27FC236}">
                  <a16:creationId xmlns:a16="http://schemas.microsoft.com/office/drawing/2014/main" id="{214684DB-5A67-41B4-AF59-CA39782C8EFF}"/>
                </a:ext>
              </a:extLst>
            </p:cNvPr>
            <p:cNvSpPr/>
            <p:nvPr/>
          </p:nvSpPr>
          <p:spPr>
            <a:xfrm>
              <a:off x="11708619" y="81072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0" name="Hexagon 2099">
              <a:extLst>
                <a:ext uri="{FF2B5EF4-FFF2-40B4-BE49-F238E27FC236}">
                  <a16:creationId xmlns:a16="http://schemas.microsoft.com/office/drawing/2014/main" id="{817062DF-EC8D-4AF9-8764-C9AD7D72B727}"/>
                </a:ext>
              </a:extLst>
            </p:cNvPr>
            <p:cNvSpPr/>
            <p:nvPr/>
          </p:nvSpPr>
          <p:spPr>
            <a:xfrm>
              <a:off x="11707221" y="82886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1" name="Hexagon 2100">
              <a:extLst>
                <a:ext uri="{FF2B5EF4-FFF2-40B4-BE49-F238E27FC236}">
                  <a16:creationId xmlns:a16="http://schemas.microsoft.com/office/drawing/2014/main" id="{64E360A1-E729-485C-9CB7-5C1E5914FE54}"/>
                </a:ext>
              </a:extLst>
            </p:cNvPr>
            <p:cNvSpPr/>
            <p:nvPr/>
          </p:nvSpPr>
          <p:spPr>
            <a:xfrm>
              <a:off x="11945622" y="8197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2" name="Hexagon 2101">
              <a:extLst>
                <a:ext uri="{FF2B5EF4-FFF2-40B4-BE49-F238E27FC236}">
                  <a16:creationId xmlns:a16="http://schemas.microsoft.com/office/drawing/2014/main" id="{47160DE0-0B61-4C65-BD06-9724B9818C92}"/>
                </a:ext>
              </a:extLst>
            </p:cNvPr>
            <p:cNvSpPr/>
            <p:nvPr/>
          </p:nvSpPr>
          <p:spPr>
            <a:xfrm>
              <a:off x="11941843" y="83840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3" name="Hexagon 2102">
              <a:extLst>
                <a:ext uri="{FF2B5EF4-FFF2-40B4-BE49-F238E27FC236}">
                  <a16:creationId xmlns:a16="http://schemas.microsoft.com/office/drawing/2014/main" id="{F6C64673-8B8E-486A-BF12-749D907849E5}"/>
                </a:ext>
              </a:extLst>
            </p:cNvPr>
            <p:cNvSpPr/>
            <p:nvPr/>
          </p:nvSpPr>
          <p:spPr>
            <a:xfrm>
              <a:off x="11947040" y="7824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4" name="Hexagon 2103">
              <a:extLst>
                <a:ext uri="{FF2B5EF4-FFF2-40B4-BE49-F238E27FC236}">
                  <a16:creationId xmlns:a16="http://schemas.microsoft.com/office/drawing/2014/main" id="{52805185-6315-4EE7-A7E4-797A57F4BCC9}"/>
                </a:ext>
              </a:extLst>
            </p:cNvPr>
            <p:cNvSpPr/>
            <p:nvPr/>
          </p:nvSpPr>
          <p:spPr>
            <a:xfrm>
              <a:off x="11943261" y="80102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5" name="Hexagon 2104">
              <a:extLst>
                <a:ext uri="{FF2B5EF4-FFF2-40B4-BE49-F238E27FC236}">
                  <a16:creationId xmlns:a16="http://schemas.microsoft.com/office/drawing/2014/main" id="{D8FCB046-74F9-4F85-93F6-DDC1AEB970E4}"/>
                </a:ext>
              </a:extLst>
            </p:cNvPr>
            <p:cNvSpPr/>
            <p:nvPr/>
          </p:nvSpPr>
          <p:spPr>
            <a:xfrm>
              <a:off x="11475442" y="78231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6" name="Hexagon 2105">
              <a:extLst>
                <a:ext uri="{FF2B5EF4-FFF2-40B4-BE49-F238E27FC236}">
                  <a16:creationId xmlns:a16="http://schemas.microsoft.com/office/drawing/2014/main" id="{A427942B-8337-495F-9DBB-2AA620126D72}"/>
                </a:ext>
              </a:extLst>
            </p:cNvPr>
            <p:cNvSpPr/>
            <p:nvPr/>
          </p:nvSpPr>
          <p:spPr>
            <a:xfrm>
              <a:off x="11713250" y="79227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7" name="Hexagon 2106">
              <a:extLst>
                <a:ext uri="{FF2B5EF4-FFF2-40B4-BE49-F238E27FC236}">
                  <a16:creationId xmlns:a16="http://schemas.microsoft.com/office/drawing/2014/main" id="{0DFB0EB0-5587-45F3-82BC-F379A6DC766B}"/>
                </a:ext>
              </a:extLst>
            </p:cNvPr>
            <p:cNvSpPr/>
            <p:nvPr/>
          </p:nvSpPr>
          <p:spPr>
            <a:xfrm>
              <a:off x="11712796" y="7733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8" name="Hexagon 2107">
              <a:extLst>
                <a:ext uri="{FF2B5EF4-FFF2-40B4-BE49-F238E27FC236}">
                  <a16:creationId xmlns:a16="http://schemas.microsoft.com/office/drawing/2014/main" id="{EF1E0312-7F65-4E5E-A94E-7D9DD79BD8EE}"/>
                </a:ext>
              </a:extLst>
            </p:cNvPr>
            <p:cNvSpPr/>
            <p:nvPr/>
          </p:nvSpPr>
          <p:spPr>
            <a:xfrm>
              <a:off x="11947039" y="7639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09" name="Hexagon 2108">
              <a:extLst>
                <a:ext uri="{FF2B5EF4-FFF2-40B4-BE49-F238E27FC236}">
                  <a16:creationId xmlns:a16="http://schemas.microsoft.com/office/drawing/2014/main" id="{A1A1039E-CFEB-49D8-8E70-86A3AEE459A0}"/>
                </a:ext>
              </a:extLst>
            </p:cNvPr>
            <p:cNvSpPr/>
            <p:nvPr/>
          </p:nvSpPr>
          <p:spPr>
            <a:xfrm>
              <a:off x="12177250" y="75499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0" name="Hexagon 2109">
              <a:extLst>
                <a:ext uri="{FF2B5EF4-FFF2-40B4-BE49-F238E27FC236}">
                  <a16:creationId xmlns:a16="http://schemas.microsoft.com/office/drawing/2014/main" id="{5BE6452B-1ADD-43EB-B197-B98CA36801AF}"/>
                </a:ext>
              </a:extLst>
            </p:cNvPr>
            <p:cNvSpPr/>
            <p:nvPr/>
          </p:nvSpPr>
          <p:spPr>
            <a:xfrm>
              <a:off x="6516820" y="8099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1" name="Hexagon 2110">
              <a:extLst>
                <a:ext uri="{FF2B5EF4-FFF2-40B4-BE49-F238E27FC236}">
                  <a16:creationId xmlns:a16="http://schemas.microsoft.com/office/drawing/2014/main" id="{3F7D8A76-2091-43A6-936C-420626B56C2A}"/>
                </a:ext>
              </a:extLst>
            </p:cNvPr>
            <p:cNvSpPr/>
            <p:nvPr/>
          </p:nvSpPr>
          <p:spPr>
            <a:xfrm>
              <a:off x="6284048" y="80131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2" name="Hexagon 2111">
              <a:extLst>
                <a:ext uri="{FF2B5EF4-FFF2-40B4-BE49-F238E27FC236}">
                  <a16:creationId xmlns:a16="http://schemas.microsoft.com/office/drawing/2014/main" id="{9F4A9653-892A-44D0-B566-1088A746A629}"/>
                </a:ext>
              </a:extLst>
            </p:cNvPr>
            <p:cNvSpPr/>
            <p:nvPr/>
          </p:nvSpPr>
          <p:spPr>
            <a:xfrm>
              <a:off x="6521566" y="7915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3" name="Hexagon 2112">
              <a:extLst>
                <a:ext uri="{FF2B5EF4-FFF2-40B4-BE49-F238E27FC236}">
                  <a16:creationId xmlns:a16="http://schemas.microsoft.com/office/drawing/2014/main" id="{AADD422D-85B9-44BC-B37B-461B1F344663}"/>
                </a:ext>
              </a:extLst>
            </p:cNvPr>
            <p:cNvSpPr/>
            <p:nvPr/>
          </p:nvSpPr>
          <p:spPr>
            <a:xfrm>
              <a:off x="6286413" y="7826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4" name="Hexagon 2113">
              <a:extLst>
                <a:ext uri="{FF2B5EF4-FFF2-40B4-BE49-F238E27FC236}">
                  <a16:creationId xmlns:a16="http://schemas.microsoft.com/office/drawing/2014/main" id="{09DA016F-867E-443A-9361-8B6B2CF6B9D0}"/>
                </a:ext>
              </a:extLst>
            </p:cNvPr>
            <p:cNvSpPr/>
            <p:nvPr/>
          </p:nvSpPr>
          <p:spPr>
            <a:xfrm>
              <a:off x="6755480" y="78207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5" name="Hexagon 2114">
              <a:extLst>
                <a:ext uri="{FF2B5EF4-FFF2-40B4-BE49-F238E27FC236}">
                  <a16:creationId xmlns:a16="http://schemas.microsoft.com/office/drawing/2014/main" id="{A99BBB58-1921-457E-8396-DC20E775F14D}"/>
                </a:ext>
              </a:extLst>
            </p:cNvPr>
            <p:cNvSpPr/>
            <p:nvPr/>
          </p:nvSpPr>
          <p:spPr>
            <a:xfrm>
              <a:off x="6757845" y="7639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6" name="Hexagon 2115">
              <a:extLst>
                <a:ext uri="{FF2B5EF4-FFF2-40B4-BE49-F238E27FC236}">
                  <a16:creationId xmlns:a16="http://schemas.microsoft.com/office/drawing/2014/main" id="{2FAC0021-CE7E-4B3F-A41D-2D2B11C97F64}"/>
                </a:ext>
              </a:extLst>
            </p:cNvPr>
            <p:cNvSpPr/>
            <p:nvPr/>
          </p:nvSpPr>
          <p:spPr>
            <a:xfrm>
              <a:off x="6988611" y="75476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7" name="Hexagon 2116">
              <a:extLst>
                <a:ext uri="{FF2B5EF4-FFF2-40B4-BE49-F238E27FC236}">
                  <a16:creationId xmlns:a16="http://schemas.microsoft.com/office/drawing/2014/main" id="{01A346FF-56FF-4802-A5ED-06C35C5226C1}"/>
                </a:ext>
              </a:extLst>
            </p:cNvPr>
            <p:cNvSpPr/>
            <p:nvPr/>
          </p:nvSpPr>
          <p:spPr>
            <a:xfrm>
              <a:off x="7222036" y="74555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8" name="Hexagon 2117">
              <a:extLst>
                <a:ext uri="{FF2B5EF4-FFF2-40B4-BE49-F238E27FC236}">
                  <a16:creationId xmlns:a16="http://schemas.microsoft.com/office/drawing/2014/main" id="{32D6B649-550D-4796-8CEA-44809D7EBE74}"/>
                </a:ext>
              </a:extLst>
            </p:cNvPr>
            <p:cNvSpPr/>
            <p:nvPr/>
          </p:nvSpPr>
          <p:spPr>
            <a:xfrm>
              <a:off x="7224896" y="7270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19" name="Hexagon 2118">
              <a:extLst>
                <a:ext uri="{FF2B5EF4-FFF2-40B4-BE49-F238E27FC236}">
                  <a16:creationId xmlns:a16="http://schemas.microsoft.com/office/drawing/2014/main" id="{FF1820AA-6588-4BD3-8070-8EDDBCA354EA}"/>
                </a:ext>
              </a:extLst>
            </p:cNvPr>
            <p:cNvSpPr/>
            <p:nvPr/>
          </p:nvSpPr>
          <p:spPr>
            <a:xfrm>
              <a:off x="6282693" y="76437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0" name="Hexagon 2119">
              <a:extLst>
                <a:ext uri="{FF2B5EF4-FFF2-40B4-BE49-F238E27FC236}">
                  <a16:creationId xmlns:a16="http://schemas.microsoft.com/office/drawing/2014/main" id="{AEAC5C60-DC6C-4EB9-BC64-4EE15C5541F2}"/>
                </a:ext>
              </a:extLst>
            </p:cNvPr>
            <p:cNvSpPr/>
            <p:nvPr/>
          </p:nvSpPr>
          <p:spPr>
            <a:xfrm>
              <a:off x="6285058" y="7457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1" name="Hexagon 2120">
              <a:extLst>
                <a:ext uri="{FF2B5EF4-FFF2-40B4-BE49-F238E27FC236}">
                  <a16:creationId xmlns:a16="http://schemas.microsoft.com/office/drawing/2014/main" id="{75239C88-DF89-420C-814B-979A63937028}"/>
                </a:ext>
              </a:extLst>
            </p:cNvPr>
            <p:cNvSpPr/>
            <p:nvPr/>
          </p:nvSpPr>
          <p:spPr>
            <a:xfrm>
              <a:off x="6513080" y="75484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2" name="Hexagon 2121">
              <a:extLst>
                <a:ext uri="{FF2B5EF4-FFF2-40B4-BE49-F238E27FC236}">
                  <a16:creationId xmlns:a16="http://schemas.microsoft.com/office/drawing/2014/main" id="{894BE100-2A5D-4815-B0EF-50FC8EB7AF98}"/>
                </a:ext>
              </a:extLst>
            </p:cNvPr>
            <p:cNvSpPr/>
            <p:nvPr/>
          </p:nvSpPr>
          <p:spPr>
            <a:xfrm>
              <a:off x="6752410" y="74567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3" name="Hexagon 2122">
              <a:extLst>
                <a:ext uri="{FF2B5EF4-FFF2-40B4-BE49-F238E27FC236}">
                  <a16:creationId xmlns:a16="http://schemas.microsoft.com/office/drawing/2014/main" id="{437D8041-9156-45E4-8E3E-C634F739F03A}"/>
                </a:ext>
              </a:extLst>
            </p:cNvPr>
            <p:cNvSpPr/>
            <p:nvPr/>
          </p:nvSpPr>
          <p:spPr>
            <a:xfrm>
              <a:off x="6988611" y="7176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4" name="Hexagon 2123">
              <a:extLst>
                <a:ext uri="{FF2B5EF4-FFF2-40B4-BE49-F238E27FC236}">
                  <a16:creationId xmlns:a16="http://schemas.microsoft.com/office/drawing/2014/main" id="{51AF6D5D-82A2-462F-9825-D2D1AE875335}"/>
                </a:ext>
              </a:extLst>
            </p:cNvPr>
            <p:cNvSpPr/>
            <p:nvPr/>
          </p:nvSpPr>
          <p:spPr>
            <a:xfrm>
              <a:off x="7458121" y="7178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5" name="Hexagon 2124">
              <a:extLst>
                <a:ext uri="{FF2B5EF4-FFF2-40B4-BE49-F238E27FC236}">
                  <a16:creationId xmlns:a16="http://schemas.microsoft.com/office/drawing/2014/main" id="{241C06CD-6B61-4E96-B954-5ED75CD59155}"/>
                </a:ext>
              </a:extLst>
            </p:cNvPr>
            <p:cNvSpPr/>
            <p:nvPr/>
          </p:nvSpPr>
          <p:spPr>
            <a:xfrm>
              <a:off x="7457807" y="69940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6" name="Hexagon 2125">
              <a:extLst>
                <a:ext uri="{FF2B5EF4-FFF2-40B4-BE49-F238E27FC236}">
                  <a16:creationId xmlns:a16="http://schemas.microsoft.com/office/drawing/2014/main" id="{9854B625-752B-40BE-8237-E2A269A05290}"/>
                </a:ext>
              </a:extLst>
            </p:cNvPr>
            <p:cNvSpPr/>
            <p:nvPr/>
          </p:nvSpPr>
          <p:spPr>
            <a:xfrm>
              <a:off x="7693726" y="68994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7" name="Hexagon 2126">
              <a:extLst>
                <a:ext uri="{FF2B5EF4-FFF2-40B4-BE49-F238E27FC236}">
                  <a16:creationId xmlns:a16="http://schemas.microsoft.com/office/drawing/2014/main" id="{0DD15658-87B4-445B-A00F-14A90C39EF9C}"/>
                </a:ext>
              </a:extLst>
            </p:cNvPr>
            <p:cNvSpPr/>
            <p:nvPr/>
          </p:nvSpPr>
          <p:spPr>
            <a:xfrm>
              <a:off x="7462484" y="6808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8" name="Hexagon 2127">
              <a:extLst>
                <a:ext uri="{FF2B5EF4-FFF2-40B4-BE49-F238E27FC236}">
                  <a16:creationId xmlns:a16="http://schemas.microsoft.com/office/drawing/2014/main" id="{58FE0C76-192D-457D-9E8D-68A095C47585}"/>
                </a:ext>
              </a:extLst>
            </p:cNvPr>
            <p:cNvSpPr/>
            <p:nvPr/>
          </p:nvSpPr>
          <p:spPr>
            <a:xfrm>
              <a:off x="7698403" y="67142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29" name="Hexagon 2128">
              <a:extLst>
                <a:ext uri="{FF2B5EF4-FFF2-40B4-BE49-F238E27FC236}">
                  <a16:creationId xmlns:a16="http://schemas.microsoft.com/office/drawing/2014/main" id="{F51AE15B-1310-469A-AFDC-3C67EDF5B7CE}"/>
                </a:ext>
              </a:extLst>
            </p:cNvPr>
            <p:cNvSpPr/>
            <p:nvPr/>
          </p:nvSpPr>
          <p:spPr>
            <a:xfrm>
              <a:off x="7459803" y="66247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30" name="Hexagon 2129">
              <a:extLst>
                <a:ext uri="{FF2B5EF4-FFF2-40B4-BE49-F238E27FC236}">
                  <a16:creationId xmlns:a16="http://schemas.microsoft.com/office/drawing/2014/main" id="{AC0A8FC6-DA54-45BA-A7EA-93F534EB26E6}"/>
                </a:ext>
              </a:extLst>
            </p:cNvPr>
            <p:cNvSpPr/>
            <p:nvPr/>
          </p:nvSpPr>
          <p:spPr>
            <a:xfrm>
              <a:off x="7695722" y="6530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34" name="Hexagon 2133">
              <a:extLst>
                <a:ext uri="{FF2B5EF4-FFF2-40B4-BE49-F238E27FC236}">
                  <a16:creationId xmlns:a16="http://schemas.microsoft.com/office/drawing/2014/main" id="{807B13EF-0047-4D69-9387-85618F2CAB31}"/>
                </a:ext>
              </a:extLst>
            </p:cNvPr>
            <p:cNvSpPr/>
            <p:nvPr/>
          </p:nvSpPr>
          <p:spPr>
            <a:xfrm>
              <a:off x="7934511" y="66258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36" name="Hexagon 2135">
              <a:extLst>
                <a:ext uri="{FF2B5EF4-FFF2-40B4-BE49-F238E27FC236}">
                  <a16:creationId xmlns:a16="http://schemas.microsoft.com/office/drawing/2014/main" id="{E3ECC266-FC1D-4BD3-9D81-982DF1EC1A87}"/>
                </a:ext>
              </a:extLst>
            </p:cNvPr>
            <p:cNvSpPr/>
            <p:nvPr/>
          </p:nvSpPr>
          <p:spPr>
            <a:xfrm>
              <a:off x="7939188" y="6440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37" name="Hexagon 2136">
              <a:extLst>
                <a:ext uri="{FF2B5EF4-FFF2-40B4-BE49-F238E27FC236}">
                  <a16:creationId xmlns:a16="http://schemas.microsoft.com/office/drawing/2014/main" id="{E6E649FC-61B8-40C6-AAA2-82DAC1042FD0}"/>
                </a:ext>
              </a:extLst>
            </p:cNvPr>
            <p:cNvSpPr/>
            <p:nvPr/>
          </p:nvSpPr>
          <p:spPr>
            <a:xfrm>
              <a:off x="5811688" y="7642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38" name="Hexagon 2137">
              <a:extLst>
                <a:ext uri="{FF2B5EF4-FFF2-40B4-BE49-F238E27FC236}">
                  <a16:creationId xmlns:a16="http://schemas.microsoft.com/office/drawing/2014/main" id="{64CF52BB-6DD7-4D08-8150-81C7827B5617}"/>
                </a:ext>
              </a:extLst>
            </p:cNvPr>
            <p:cNvSpPr/>
            <p:nvPr/>
          </p:nvSpPr>
          <p:spPr>
            <a:xfrm>
              <a:off x="6042075" y="7547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39" name="Hexagon 2138">
              <a:extLst>
                <a:ext uri="{FF2B5EF4-FFF2-40B4-BE49-F238E27FC236}">
                  <a16:creationId xmlns:a16="http://schemas.microsoft.com/office/drawing/2014/main" id="{2EEF51FD-C4B2-4AC4-B31E-2B46D69245F0}"/>
                </a:ext>
              </a:extLst>
            </p:cNvPr>
            <p:cNvSpPr/>
            <p:nvPr/>
          </p:nvSpPr>
          <p:spPr>
            <a:xfrm>
              <a:off x="5812481" y="7455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0" name="Hexagon 2139">
              <a:extLst>
                <a:ext uri="{FF2B5EF4-FFF2-40B4-BE49-F238E27FC236}">
                  <a16:creationId xmlns:a16="http://schemas.microsoft.com/office/drawing/2014/main" id="{EFE5B79F-19B4-46D0-B1F5-7A9B331E1443}"/>
                </a:ext>
              </a:extLst>
            </p:cNvPr>
            <p:cNvSpPr/>
            <p:nvPr/>
          </p:nvSpPr>
          <p:spPr>
            <a:xfrm>
              <a:off x="5812465" y="72667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1" name="Hexagon 2140">
              <a:extLst>
                <a:ext uri="{FF2B5EF4-FFF2-40B4-BE49-F238E27FC236}">
                  <a16:creationId xmlns:a16="http://schemas.microsoft.com/office/drawing/2014/main" id="{B8F365B2-1331-4282-8A3F-DF886A8BF1F7}"/>
                </a:ext>
              </a:extLst>
            </p:cNvPr>
            <p:cNvSpPr/>
            <p:nvPr/>
          </p:nvSpPr>
          <p:spPr>
            <a:xfrm>
              <a:off x="5576895" y="73596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2" name="Hexagon 2141">
              <a:extLst>
                <a:ext uri="{FF2B5EF4-FFF2-40B4-BE49-F238E27FC236}">
                  <a16:creationId xmlns:a16="http://schemas.microsoft.com/office/drawing/2014/main" id="{110C17CB-A2D7-4AF9-8867-C6B062C260AF}"/>
                </a:ext>
              </a:extLst>
            </p:cNvPr>
            <p:cNvSpPr/>
            <p:nvPr/>
          </p:nvSpPr>
          <p:spPr>
            <a:xfrm>
              <a:off x="5338469" y="72738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3" name="Hexagon 2142">
              <a:extLst>
                <a:ext uri="{FF2B5EF4-FFF2-40B4-BE49-F238E27FC236}">
                  <a16:creationId xmlns:a16="http://schemas.microsoft.com/office/drawing/2014/main" id="{2AD124AE-B8AB-4627-9A23-8F08D4A9E7C2}"/>
                </a:ext>
              </a:extLst>
            </p:cNvPr>
            <p:cNvSpPr/>
            <p:nvPr/>
          </p:nvSpPr>
          <p:spPr>
            <a:xfrm>
              <a:off x="5100167" y="73608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4" name="Hexagon 2143">
              <a:extLst>
                <a:ext uri="{FF2B5EF4-FFF2-40B4-BE49-F238E27FC236}">
                  <a16:creationId xmlns:a16="http://schemas.microsoft.com/office/drawing/2014/main" id="{084B7035-FB8D-4026-AC76-0AC8E7923536}"/>
                </a:ext>
              </a:extLst>
            </p:cNvPr>
            <p:cNvSpPr/>
            <p:nvPr/>
          </p:nvSpPr>
          <p:spPr>
            <a:xfrm>
              <a:off x="5106517" y="7176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5" name="Hexagon 2144">
              <a:extLst>
                <a:ext uri="{FF2B5EF4-FFF2-40B4-BE49-F238E27FC236}">
                  <a16:creationId xmlns:a16="http://schemas.microsoft.com/office/drawing/2014/main" id="{03551FA8-33E7-4523-8CE5-4CD28D014B35}"/>
                </a:ext>
              </a:extLst>
            </p:cNvPr>
            <p:cNvSpPr/>
            <p:nvPr/>
          </p:nvSpPr>
          <p:spPr>
            <a:xfrm>
              <a:off x="5340596" y="7089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6" name="Hexagon 2145">
              <a:extLst>
                <a:ext uri="{FF2B5EF4-FFF2-40B4-BE49-F238E27FC236}">
                  <a16:creationId xmlns:a16="http://schemas.microsoft.com/office/drawing/2014/main" id="{DF885521-4A69-4320-A663-04FA01C50DFB}"/>
                </a:ext>
              </a:extLst>
            </p:cNvPr>
            <p:cNvSpPr/>
            <p:nvPr/>
          </p:nvSpPr>
          <p:spPr>
            <a:xfrm>
              <a:off x="4869861" y="70814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7" name="Hexagon 2146">
              <a:extLst>
                <a:ext uri="{FF2B5EF4-FFF2-40B4-BE49-F238E27FC236}">
                  <a16:creationId xmlns:a16="http://schemas.microsoft.com/office/drawing/2014/main" id="{E1F86B1D-6B9D-48F6-9117-3A56E87CB00E}"/>
                </a:ext>
              </a:extLst>
            </p:cNvPr>
            <p:cNvSpPr/>
            <p:nvPr/>
          </p:nvSpPr>
          <p:spPr>
            <a:xfrm>
              <a:off x="5338835" y="69051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8" name="Hexagon 2147">
              <a:extLst>
                <a:ext uri="{FF2B5EF4-FFF2-40B4-BE49-F238E27FC236}">
                  <a16:creationId xmlns:a16="http://schemas.microsoft.com/office/drawing/2014/main" id="{8A157912-295A-4B39-AFC4-B8957F82AE77}"/>
                </a:ext>
              </a:extLst>
            </p:cNvPr>
            <p:cNvSpPr/>
            <p:nvPr/>
          </p:nvSpPr>
          <p:spPr>
            <a:xfrm>
              <a:off x="4863652" y="68973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49" name="Hexagon 2148">
              <a:extLst>
                <a:ext uri="{FF2B5EF4-FFF2-40B4-BE49-F238E27FC236}">
                  <a16:creationId xmlns:a16="http://schemas.microsoft.com/office/drawing/2014/main" id="{ED6A468D-A4BA-45CB-80D5-433CE483C8E8}"/>
                </a:ext>
              </a:extLst>
            </p:cNvPr>
            <p:cNvSpPr/>
            <p:nvPr/>
          </p:nvSpPr>
          <p:spPr>
            <a:xfrm>
              <a:off x="5100112" y="6810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0" name="Hexagon 2149">
              <a:extLst>
                <a:ext uri="{FF2B5EF4-FFF2-40B4-BE49-F238E27FC236}">
                  <a16:creationId xmlns:a16="http://schemas.microsoft.com/office/drawing/2014/main" id="{A872E54D-4A31-41A7-B60D-9873BC5D44C5}"/>
                </a:ext>
              </a:extLst>
            </p:cNvPr>
            <p:cNvSpPr/>
            <p:nvPr/>
          </p:nvSpPr>
          <p:spPr>
            <a:xfrm>
              <a:off x="4866883" y="6720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1" name="Hexagon 2150">
              <a:extLst>
                <a:ext uri="{FF2B5EF4-FFF2-40B4-BE49-F238E27FC236}">
                  <a16:creationId xmlns:a16="http://schemas.microsoft.com/office/drawing/2014/main" id="{7C37E2F6-67A1-4E12-8AB8-A9F11B311D03}"/>
                </a:ext>
              </a:extLst>
            </p:cNvPr>
            <p:cNvSpPr/>
            <p:nvPr/>
          </p:nvSpPr>
          <p:spPr>
            <a:xfrm>
              <a:off x="5105724" y="66289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2" name="Hexagon 2151">
              <a:extLst>
                <a:ext uri="{FF2B5EF4-FFF2-40B4-BE49-F238E27FC236}">
                  <a16:creationId xmlns:a16="http://schemas.microsoft.com/office/drawing/2014/main" id="{6B4F5A95-D6B1-4872-BA9F-169D3CCDC269}"/>
                </a:ext>
              </a:extLst>
            </p:cNvPr>
            <p:cNvSpPr/>
            <p:nvPr/>
          </p:nvSpPr>
          <p:spPr>
            <a:xfrm>
              <a:off x="4627154" y="6812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3" name="Hexagon 2152">
              <a:extLst>
                <a:ext uri="{FF2B5EF4-FFF2-40B4-BE49-F238E27FC236}">
                  <a16:creationId xmlns:a16="http://schemas.microsoft.com/office/drawing/2014/main" id="{5DAC712A-24FF-42CA-871C-7D0A1B5B5088}"/>
                </a:ext>
              </a:extLst>
            </p:cNvPr>
            <p:cNvSpPr/>
            <p:nvPr/>
          </p:nvSpPr>
          <p:spPr>
            <a:xfrm>
              <a:off x="4632766" y="66307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4" name="Hexagon 2153">
              <a:extLst>
                <a:ext uri="{FF2B5EF4-FFF2-40B4-BE49-F238E27FC236}">
                  <a16:creationId xmlns:a16="http://schemas.microsoft.com/office/drawing/2014/main" id="{36167104-E153-4E72-88FD-DC1AB2EC7AD1}"/>
                </a:ext>
              </a:extLst>
            </p:cNvPr>
            <p:cNvSpPr/>
            <p:nvPr/>
          </p:nvSpPr>
          <p:spPr>
            <a:xfrm>
              <a:off x="4628635" y="64456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5" name="Hexagon 2154">
              <a:extLst>
                <a:ext uri="{FF2B5EF4-FFF2-40B4-BE49-F238E27FC236}">
                  <a16:creationId xmlns:a16="http://schemas.microsoft.com/office/drawing/2014/main" id="{3056ABCB-2D85-4BEC-8A0F-9C0EAD9D1175}"/>
                </a:ext>
              </a:extLst>
            </p:cNvPr>
            <p:cNvSpPr/>
            <p:nvPr/>
          </p:nvSpPr>
          <p:spPr>
            <a:xfrm>
              <a:off x="4629485" y="6261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7" name="Hexagon 2156">
              <a:extLst>
                <a:ext uri="{FF2B5EF4-FFF2-40B4-BE49-F238E27FC236}">
                  <a16:creationId xmlns:a16="http://schemas.microsoft.com/office/drawing/2014/main" id="{F764DD8B-75BA-4361-A063-C37D7FC31571}"/>
                </a:ext>
              </a:extLst>
            </p:cNvPr>
            <p:cNvSpPr/>
            <p:nvPr/>
          </p:nvSpPr>
          <p:spPr>
            <a:xfrm>
              <a:off x="4866085" y="6538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8" name="Hexagon 2157">
              <a:extLst>
                <a:ext uri="{FF2B5EF4-FFF2-40B4-BE49-F238E27FC236}">
                  <a16:creationId xmlns:a16="http://schemas.microsoft.com/office/drawing/2014/main" id="{1351C503-4235-4F41-8D74-CAC1E644C32D}"/>
                </a:ext>
              </a:extLst>
            </p:cNvPr>
            <p:cNvSpPr/>
            <p:nvPr/>
          </p:nvSpPr>
          <p:spPr>
            <a:xfrm>
              <a:off x="4392597" y="61673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59" name="Hexagon 2158">
              <a:extLst>
                <a:ext uri="{FF2B5EF4-FFF2-40B4-BE49-F238E27FC236}">
                  <a16:creationId xmlns:a16="http://schemas.microsoft.com/office/drawing/2014/main" id="{6F728F7A-58D5-415F-B21E-8607C6FD513D}"/>
                </a:ext>
              </a:extLst>
            </p:cNvPr>
            <p:cNvSpPr/>
            <p:nvPr/>
          </p:nvSpPr>
          <p:spPr>
            <a:xfrm>
              <a:off x="4398209" y="5985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0" name="Hexagon 2159">
              <a:extLst>
                <a:ext uri="{FF2B5EF4-FFF2-40B4-BE49-F238E27FC236}">
                  <a16:creationId xmlns:a16="http://schemas.microsoft.com/office/drawing/2014/main" id="{BB3A678F-E6B9-4303-84A1-481F82910B79}"/>
                </a:ext>
              </a:extLst>
            </p:cNvPr>
            <p:cNvSpPr/>
            <p:nvPr/>
          </p:nvSpPr>
          <p:spPr>
            <a:xfrm>
              <a:off x="4159576" y="58916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1" name="Hexagon 2160">
              <a:extLst>
                <a:ext uri="{FF2B5EF4-FFF2-40B4-BE49-F238E27FC236}">
                  <a16:creationId xmlns:a16="http://schemas.microsoft.com/office/drawing/2014/main" id="{9FA58520-417D-467D-B0DD-A3E7C03623E6}"/>
                </a:ext>
              </a:extLst>
            </p:cNvPr>
            <p:cNvSpPr/>
            <p:nvPr/>
          </p:nvSpPr>
          <p:spPr>
            <a:xfrm>
              <a:off x="2753316" y="8097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2" name="Hexagon 2161">
              <a:extLst>
                <a:ext uri="{FF2B5EF4-FFF2-40B4-BE49-F238E27FC236}">
                  <a16:creationId xmlns:a16="http://schemas.microsoft.com/office/drawing/2014/main" id="{DA62F8CD-87B2-4E12-83E1-2AA967D38A69}"/>
                </a:ext>
              </a:extLst>
            </p:cNvPr>
            <p:cNvSpPr/>
            <p:nvPr/>
          </p:nvSpPr>
          <p:spPr>
            <a:xfrm>
              <a:off x="2758288" y="82809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3" name="Hexagon 2162">
              <a:extLst>
                <a:ext uri="{FF2B5EF4-FFF2-40B4-BE49-F238E27FC236}">
                  <a16:creationId xmlns:a16="http://schemas.microsoft.com/office/drawing/2014/main" id="{7CF86552-5BD1-496E-BA3C-2D92BA1A6207}"/>
                </a:ext>
              </a:extLst>
            </p:cNvPr>
            <p:cNvSpPr/>
            <p:nvPr/>
          </p:nvSpPr>
          <p:spPr>
            <a:xfrm>
              <a:off x="2520278" y="80053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4" name="Hexagon 2163">
              <a:extLst>
                <a:ext uri="{FF2B5EF4-FFF2-40B4-BE49-F238E27FC236}">
                  <a16:creationId xmlns:a16="http://schemas.microsoft.com/office/drawing/2014/main" id="{BF2277FE-71D9-44EF-B348-B1491B22E32C}"/>
                </a:ext>
              </a:extLst>
            </p:cNvPr>
            <p:cNvSpPr/>
            <p:nvPr/>
          </p:nvSpPr>
          <p:spPr>
            <a:xfrm>
              <a:off x="2287814" y="80992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5" name="Hexagon 2164">
              <a:extLst>
                <a:ext uri="{FF2B5EF4-FFF2-40B4-BE49-F238E27FC236}">
                  <a16:creationId xmlns:a16="http://schemas.microsoft.com/office/drawing/2014/main" id="{9BF53CFF-A4EE-4519-A57A-5230D4399543}"/>
                </a:ext>
              </a:extLst>
            </p:cNvPr>
            <p:cNvSpPr/>
            <p:nvPr/>
          </p:nvSpPr>
          <p:spPr>
            <a:xfrm>
              <a:off x="2522491" y="81946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6" name="Hexagon 2165">
              <a:extLst>
                <a:ext uri="{FF2B5EF4-FFF2-40B4-BE49-F238E27FC236}">
                  <a16:creationId xmlns:a16="http://schemas.microsoft.com/office/drawing/2014/main" id="{3675FE62-1E1C-43CC-B5E7-2BC6152CC057}"/>
                </a:ext>
              </a:extLst>
            </p:cNvPr>
            <p:cNvSpPr/>
            <p:nvPr/>
          </p:nvSpPr>
          <p:spPr>
            <a:xfrm>
              <a:off x="2522298" y="83775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7" name="Hexagon 2166">
              <a:extLst>
                <a:ext uri="{FF2B5EF4-FFF2-40B4-BE49-F238E27FC236}">
                  <a16:creationId xmlns:a16="http://schemas.microsoft.com/office/drawing/2014/main" id="{34C0C557-DE84-41F9-AC70-964605100B39}"/>
                </a:ext>
              </a:extLst>
            </p:cNvPr>
            <p:cNvSpPr/>
            <p:nvPr/>
          </p:nvSpPr>
          <p:spPr>
            <a:xfrm>
              <a:off x="2281814" y="82829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8" name="Hexagon 2167">
              <a:extLst>
                <a:ext uri="{FF2B5EF4-FFF2-40B4-BE49-F238E27FC236}">
                  <a16:creationId xmlns:a16="http://schemas.microsoft.com/office/drawing/2014/main" id="{AF5F8C12-F047-49A5-BB1E-84A0BB73A4D6}"/>
                </a:ext>
              </a:extLst>
            </p:cNvPr>
            <p:cNvSpPr/>
            <p:nvPr/>
          </p:nvSpPr>
          <p:spPr>
            <a:xfrm>
              <a:off x="2282846" y="84626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69" name="Hexagon 2168">
              <a:extLst>
                <a:ext uri="{FF2B5EF4-FFF2-40B4-BE49-F238E27FC236}">
                  <a16:creationId xmlns:a16="http://schemas.microsoft.com/office/drawing/2014/main" id="{E54C1FE6-057E-4E28-B631-B2C5A8D6978F}"/>
                </a:ext>
              </a:extLst>
            </p:cNvPr>
            <p:cNvSpPr/>
            <p:nvPr/>
          </p:nvSpPr>
          <p:spPr>
            <a:xfrm>
              <a:off x="2048382" y="81894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0" name="Hexagon 2169">
              <a:extLst>
                <a:ext uri="{FF2B5EF4-FFF2-40B4-BE49-F238E27FC236}">
                  <a16:creationId xmlns:a16="http://schemas.microsoft.com/office/drawing/2014/main" id="{7D8A591E-EE20-4EBC-A95B-E31BF469AD77}"/>
                </a:ext>
              </a:extLst>
            </p:cNvPr>
            <p:cNvSpPr/>
            <p:nvPr/>
          </p:nvSpPr>
          <p:spPr>
            <a:xfrm>
              <a:off x="2042382" y="83731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1" name="Hexagon 2170">
              <a:extLst>
                <a:ext uri="{FF2B5EF4-FFF2-40B4-BE49-F238E27FC236}">
                  <a16:creationId xmlns:a16="http://schemas.microsoft.com/office/drawing/2014/main" id="{0728BA7A-5AEF-4B2B-9ABA-DCBB3C7BBEBE}"/>
                </a:ext>
              </a:extLst>
            </p:cNvPr>
            <p:cNvSpPr/>
            <p:nvPr/>
          </p:nvSpPr>
          <p:spPr>
            <a:xfrm>
              <a:off x="2045795" y="8552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2" name="Hexagon 2171">
              <a:extLst>
                <a:ext uri="{FF2B5EF4-FFF2-40B4-BE49-F238E27FC236}">
                  <a16:creationId xmlns:a16="http://schemas.microsoft.com/office/drawing/2014/main" id="{BDB54625-4364-4C2B-927C-C4A84CA02907}"/>
                </a:ext>
              </a:extLst>
            </p:cNvPr>
            <p:cNvSpPr/>
            <p:nvPr/>
          </p:nvSpPr>
          <p:spPr>
            <a:xfrm>
              <a:off x="2047441" y="87373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3" name="Hexagon 2172">
              <a:extLst>
                <a:ext uri="{FF2B5EF4-FFF2-40B4-BE49-F238E27FC236}">
                  <a16:creationId xmlns:a16="http://schemas.microsoft.com/office/drawing/2014/main" id="{1A2C9BE1-9DC1-48AF-B740-F36E9F1FC578}"/>
                </a:ext>
              </a:extLst>
            </p:cNvPr>
            <p:cNvSpPr/>
            <p:nvPr/>
          </p:nvSpPr>
          <p:spPr>
            <a:xfrm>
              <a:off x="2041441" y="89234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4" name="Hexagon 2173">
              <a:extLst>
                <a:ext uri="{FF2B5EF4-FFF2-40B4-BE49-F238E27FC236}">
                  <a16:creationId xmlns:a16="http://schemas.microsoft.com/office/drawing/2014/main" id="{F5F8CBA3-1123-4C46-AF69-E016D3A88232}"/>
                </a:ext>
              </a:extLst>
            </p:cNvPr>
            <p:cNvSpPr/>
            <p:nvPr/>
          </p:nvSpPr>
          <p:spPr>
            <a:xfrm>
              <a:off x="2044854" y="9107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5" name="Hexagon 2174">
              <a:extLst>
                <a:ext uri="{FF2B5EF4-FFF2-40B4-BE49-F238E27FC236}">
                  <a16:creationId xmlns:a16="http://schemas.microsoft.com/office/drawing/2014/main" id="{BA556269-9CDD-42CC-B895-0BD02248CD3C}"/>
                </a:ext>
              </a:extLst>
            </p:cNvPr>
            <p:cNvSpPr/>
            <p:nvPr/>
          </p:nvSpPr>
          <p:spPr>
            <a:xfrm>
              <a:off x="1812843" y="8646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6" name="Hexagon 2175">
              <a:extLst>
                <a:ext uri="{FF2B5EF4-FFF2-40B4-BE49-F238E27FC236}">
                  <a16:creationId xmlns:a16="http://schemas.microsoft.com/office/drawing/2014/main" id="{74C8DAD2-E62C-48C0-92B2-1BD6B1183591}"/>
                </a:ext>
              </a:extLst>
            </p:cNvPr>
            <p:cNvSpPr/>
            <p:nvPr/>
          </p:nvSpPr>
          <p:spPr>
            <a:xfrm>
              <a:off x="1806843" y="88305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7" name="Hexagon 2176">
              <a:extLst>
                <a:ext uri="{FF2B5EF4-FFF2-40B4-BE49-F238E27FC236}">
                  <a16:creationId xmlns:a16="http://schemas.microsoft.com/office/drawing/2014/main" id="{B3EEB505-6A81-4820-B268-FAC3664B1C81}"/>
                </a:ext>
              </a:extLst>
            </p:cNvPr>
            <p:cNvSpPr/>
            <p:nvPr/>
          </p:nvSpPr>
          <p:spPr>
            <a:xfrm>
              <a:off x="1810256" y="90103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8" name="Hexagon 2177">
              <a:extLst>
                <a:ext uri="{FF2B5EF4-FFF2-40B4-BE49-F238E27FC236}">
                  <a16:creationId xmlns:a16="http://schemas.microsoft.com/office/drawing/2014/main" id="{4BBAAD98-3EFA-420E-B320-07226936E295}"/>
                </a:ext>
              </a:extLst>
            </p:cNvPr>
            <p:cNvSpPr/>
            <p:nvPr/>
          </p:nvSpPr>
          <p:spPr>
            <a:xfrm>
              <a:off x="1574204" y="87356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79" name="Hexagon 2178">
              <a:extLst>
                <a:ext uri="{FF2B5EF4-FFF2-40B4-BE49-F238E27FC236}">
                  <a16:creationId xmlns:a16="http://schemas.microsoft.com/office/drawing/2014/main" id="{1C72E366-B0A7-4FF4-B7D2-CE6EA702162C}"/>
                </a:ext>
              </a:extLst>
            </p:cNvPr>
            <p:cNvSpPr/>
            <p:nvPr/>
          </p:nvSpPr>
          <p:spPr>
            <a:xfrm>
              <a:off x="1568204" y="8919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0" name="Hexagon 2179">
              <a:extLst>
                <a:ext uri="{FF2B5EF4-FFF2-40B4-BE49-F238E27FC236}">
                  <a16:creationId xmlns:a16="http://schemas.microsoft.com/office/drawing/2014/main" id="{68CEF717-BD06-4316-9F27-0A581644D60C}"/>
                </a:ext>
              </a:extLst>
            </p:cNvPr>
            <p:cNvSpPr/>
            <p:nvPr/>
          </p:nvSpPr>
          <p:spPr>
            <a:xfrm>
              <a:off x="1571617" y="90991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1" name="Hexagon 2180">
              <a:extLst>
                <a:ext uri="{FF2B5EF4-FFF2-40B4-BE49-F238E27FC236}">
                  <a16:creationId xmlns:a16="http://schemas.microsoft.com/office/drawing/2014/main" id="{FF5EE301-88F7-4F0F-84E9-4FDDD222304E}"/>
                </a:ext>
              </a:extLst>
            </p:cNvPr>
            <p:cNvSpPr/>
            <p:nvPr/>
          </p:nvSpPr>
          <p:spPr>
            <a:xfrm>
              <a:off x="1337590" y="84624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2" name="Hexagon 2181">
              <a:extLst>
                <a:ext uri="{FF2B5EF4-FFF2-40B4-BE49-F238E27FC236}">
                  <a16:creationId xmlns:a16="http://schemas.microsoft.com/office/drawing/2014/main" id="{F778D0B9-4C82-4BBC-91A5-7C5F8165EE41}"/>
                </a:ext>
              </a:extLst>
            </p:cNvPr>
            <p:cNvSpPr/>
            <p:nvPr/>
          </p:nvSpPr>
          <p:spPr>
            <a:xfrm>
              <a:off x="1331590" y="86485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3" name="Hexagon 2182">
              <a:extLst>
                <a:ext uri="{FF2B5EF4-FFF2-40B4-BE49-F238E27FC236}">
                  <a16:creationId xmlns:a16="http://schemas.microsoft.com/office/drawing/2014/main" id="{908AD2D1-21D7-4023-AAF1-1C2D433433B3}"/>
                </a:ext>
              </a:extLst>
            </p:cNvPr>
            <p:cNvSpPr/>
            <p:nvPr/>
          </p:nvSpPr>
          <p:spPr>
            <a:xfrm>
              <a:off x="1335003" y="8830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4" name="Hexagon 2183">
              <a:extLst>
                <a:ext uri="{FF2B5EF4-FFF2-40B4-BE49-F238E27FC236}">
                  <a16:creationId xmlns:a16="http://schemas.microsoft.com/office/drawing/2014/main" id="{6891293F-127E-4D1A-B8BA-0BB6323990BB}"/>
                </a:ext>
              </a:extLst>
            </p:cNvPr>
            <p:cNvSpPr/>
            <p:nvPr/>
          </p:nvSpPr>
          <p:spPr>
            <a:xfrm>
              <a:off x="2045500" y="9292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5" name="Hexagon 2184">
              <a:extLst>
                <a:ext uri="{FF2B5EF4-FFF2-40B4-BE49-F238E27FC236}">
                  <a16:creationId xmlns:a16="http://schemas.microsoft.com/office/drawing/2014/main" id="{F76C4ADB-466E-4C8A-9EFB-7B27DF631E1A}"/>
                </a:ext>
              </a:extLst>
            </p:cNvPr>
            <p:cNvSpPr/>
            <p:nvPr/>
          </p:nvSpPr>
          <p:spPr>
            <a:xfrm>
              <a:off x="2046532" y="94702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6" name="Hexagon 2185">
              <a:extLst>
                <a:ext uri="{FF2B5EF4-FFF2-40B4-BE49-F238E27FC236}">
                  <a16:creationId xmlns:a16="http://schemas.microsoft.com/office/drawing/2014/main" id="{B5DBE15F-1E63-462F-AEFA-83DCE6B8E025}"/>
                </a:ext>
              </a:extLst>
            </p:cNvPr>
            <p:cNvSpPr/>
            <p:nvPr/>
          </p:nvSpPr>
          <p:spPr>
            <a:xfrm>
              <a:off x="2276666" y="8837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7" name="Hexagon 2186">
              <a:extLst>
                <a:ext uri="{FF2B5EF4-FFF2-40B4-BE49-F238E27FC236}">
                  <a16:creationId xmlns:a16="http://schemas.microsoft.com/office/drawing/2014/main" id="{6EA7893C-C112-4769-9E19-0D89687F1F26}"/>
                </a:ext>
              </a:extLst>
            </p:cNvPr>
            <p:cNvSpPr/>
            <p:nvPr/>
          </p:nvSpPr>
          <p:spPr>
            <a:xfrm>
              <a:off x="2280079" y="90174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8" name="Hexagon 2187">
              <a:extLst>
                <a:ext uri="{FF2B5EF4-FFF2-40B4-BE49-F238E27FC236}">
                  <a16:creationId xmlns:a16="http://schemas.microsoft.com/office/drawing/2014/main" id="{2F2D2D56-E2A9-4CFE-BDE6-C30D56FADEF4}"/>
                </a:ext>
              </a:extLst>
            </p:cNvPr>
            <p:cNvSpPr/>
            <p:nvPr/>
          </p:nvSpPr>
          <p:spPr>
            <a:xfrm>
              <a:off x="2515454" y="89310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89" name="Hexagon 2188">
              <a:extLst>
                <a:ext uri="{FF2B5EF4-FFF2-40B4-BE49-F238E27FC236}">
                  <a16:creationId xmlns:a16="http://schemas.microsoft.com/office/drawing/2014/main" id="{7D8B556B-2083-46C4-AA0B-1274DD66A8CD}"/>
                </a:ext>
              </a:extLst>
            </p:cNvPr>
            <p:cNvSpPr/>
            <p:nvPr/>
          </p:nvSpPr>
          <p:spPr>
            <a:xfrm>
              <a:off x="2518867" y="91155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0" name="Hexagon 2189">
              <a:extLst>
                <a:ext uri="{FF2B5EF4-FFF2-40B4-BE49-F238E27FC236}">
                  <a16:creationId xmlns:a16="http://schemas.microsoft.com/office/drawing/2014/main" id="{5232583A-7FDC-45AE-969C-95335C163F25}"/>
                </a:ext>
              </a:extLst>
            </p:cNvPr>
            <p:cNvSpPr/>
            <p:nvPr/>
          </p:nvSpPr>
          <p:spPr>
            <a:xfrm>
              <a:off x="2750881" y="88381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1" name="Hexagon 2190">
              <a:extLst>
                <a:ext uri="{FF2B5EF4-FFF2-40B4-BE49-F238E27FC236}">
                  <a16:creationId xmlns:a16="http://schemas.microsoft.com/office/drawing/2014/main" id="{A0813D78-CC65-49A1-B26F-5EBFF5D7780E}"/>
                </a:ext>
              </a:extLst>
            </p:cNvPr>
            <p:cNvSpPr/>
            <p:nvPr/>
          </p:nvSpPr>
          <p:spPr>
            <a:xfrm>
              <a:off x="2754294" y="90179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2" name="Hexagon 2191">
              <a:extLst>
                <a:ext uri="{FF2B5EF4-FFF2-40B4-BE49-F238E27FC236}">
                  <a16:creationId xmlns:a16="http://schemas.microsoft.com/office/drawing/2014/main" id="{4E6433CF-91AF-4021-A1DF-00ACC8D92F5D}"/>
                </a:ext>
              </a:extLst>
            </p:cNvPr>
            <p:cNvSpPr/>
            <p:nvPr/>
          </p:nvSpPr>
          <p:spPr>
            <a:xfrm>
              <a:off x="1805282" y="93834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3" name="Hexagon 2192">
              <a:extLst>
                <a:ext uri="{FF2B5EF4-FFF2-40B4-BE49-F238E27FC236}">
                  <a16:creationId xmlns:a16="http://schemas.microsoft.com/office/drawing/2014/main" id="{3A66FB63-A7C5-4C09-B95B-C2D68D4B64AC}"/>
                </a:ext>
              </a:extLst>
            </p:cNvPr>
            <p:cNvSpPr/>
            <p:nvPr/>
          </p:nvSpPr>
          <p:spPr>
            <a:xfrm>
              <a:off x="1806314" y="95656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4" name="Hexagon 2193">
              <a:extLst>
                <a:ext uri="{FF2B5EF4-FFF2-40B4-BE49-F238E27FC236}">
                  <a16:creationId xmlns:a16="http://schemas.microsoft.com/office/drawing/2014/main" id="{C900F935-4110-4487-A89D-FDB5D080E939}"/>
                </a:ext>
              </a:extLst>
            </p:cNvPr>
            <p:cNvSpPr/>
            <p:nvPr/>
          </p:nvSpPr>
          <p:spPr>
            <a:xfrm>
              <a:off x="1573088" y="92867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5" name="Hexagon 2194">
              <a:extLst>
                <a:ext uri="{FF2B5EF4-FFF2-40B4-BE49-F238E27FC236}">
                  <a16:creationId xmlns:a16="http://schemas.microsoft.com/office/drawing/2014/main" id="{7D2895BD-32D1-4890-A773-CC4F155EB8C1}"/>
                </a:ext>
              </a:extLst>
            </p:cNvPr>
            <p:cNvSpPr/>
            <p:nvPr/>
          </p:nvSpPr>
          <p:spPr>
            <a:xfrm>
              <a:off x="1567088" y="94704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6" name="Hexagon 2195">
              <a:extLst>
                <a:ext uri="{FF2B5EF4-FFF2-40B4-BE49-F238E27FC236}">
                  <a16:creationId xmlns:a16="http://schemas.microsoft.com/office/drawing/2014/main" id="{55E448EA-E9BC-44D8-B126-8199BEEB7000}"/>
                </a:ext>
              </a:extLst>
            </p:cNvPr>
            <p:cNvSpPr/>
            <p:nvPr/>
          </p:nvSpPr>
          <p:spPr>
            <a:xfrm>
              <a:off x="1570501" y="96502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7" name="Hexagon 2196">
              <a:extLst>
                <a:ext uri="{FF2B5EF4-FFF2-40B4-BE49-F238E27FC236}">
                  <a16:creationId xmlns:a16="http://schemas.microsoft.com/office/drawing/2014/main" id="{EC3D0486-D00B-420E-B513-5B08968C5724}"/>
                </a:ext>
              </a:extLst>
            </p:cNvPr>
            <p:cNvSpPr/>
            <p:nvPr/>
          </p:nvSpPr>
          <p:spPr>
            <a:xfrm>
              <a:off x="2278548" y="9929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8" name="Hexagon 2197">
              <a:extLst>
                <a:ext uri="{FF2B5EF4-FFF2-40B4-BE49-F238E27FC236}">
                  <a16:creationId xmlns:a16="http://schemas.microsoft.com/office/drawing/2014/main" id="{EE7D7FAE-58AF-4EA8-B2CB-A4A2B8B6924C}"/>
                </a:ext>
              </a:extLst>
            </p:cNvPr>
            <p:cNvSpPr/>
            <p:nvPr/>
          </p:nvSpPr>
          <p:spPr>
            <a:xfrm>
              <a:off x="2037298" y="98428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199" name="Hexagon 2198">
              <a:extLst>
                <a:ext uri="{FF2B5EF4-FFF2-40B4-BE49-F238E27FC236}">
                  <a16:creationId xmlns:a16="http://schemas.microsoft.com/office/drawing/2014/main" id="{0EDD30AC-06A3-4251-AC1F-8A9685FE18C2}"/>
                </a:ext>
              </a:extLst>
            </p:cNvPr>
            <p:cNvSpPr/>
            <p:nvPr/>
          </p:nvSpPr>
          <p:spPr>
            <a:xfrm>
              <a:off x="2038330" y="10025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0" name="Hexagon 2199">
              <a:extLst>
                <a:ext uri="{FF2B5EF4-FFF2-40B4-BE49-F238E27FC236}">
                  <a16:creationId xmlns:a16="http://schemas.microsoft.com/office/drawing/2014/main" id="{D3E10B19-12F2-49C6-9359-A0E940E2CE58}"/>
                </a:ext>
              </a:extLst>
            </p:cNvPr>
            <p:cNvSpPr/>
            <p:nvPr/>
          </p:nvSpPr>
          <p:spPr>
            <a:xfrm>
              <a:off x="1805104" y="9746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1" name="Hexagon 2200">
              <a:extLst>
                <a:ext uri="{FF2B5EF4-FFF2-40B4-BE49-F238E27FC236}">
                  <a16:creationId xmlns:a16="http://schemas.microsoft.com/office/drawing/2014/main" id="{322BAC4E-C349-467B-B76B-3053A9BF26D1}"/>
                </a:ext>
              </a:extLst>
            </p:cNvPr>
            <p:cNvSpPr/>
            <p:nvPr/>
          </p:nvSpPr>
          <p:spPr>
            <a:xfrm>
              <a:off x="1799104" y="9929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2" name="Hexagon 2201">
              <a:extLst>
                <a:ext uri="{FF2B5EF4-FFF2-40B4-BE49-F238E27FC236}">
                  <a16:creationId xmlns:a16="http://schemas.microsoft.com/office/drawing/2014/main" id="{C131A762-6734-4864-9678-464B7CF7E5A4}"/>
                </a:ext>
              </a:extLst>
            </p:cNvPr>
            <p:cNvSpPr/>
            <p:nvPr/>
          </p:nvSpPr>
          <p:spPr>
            <a:xfrm>
              <a:off x="1802517" y="101096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3" name="Hexagon 2202">
              <a:extLst>
                <a:ext uri="{FF2B5EF4-FFF2-40B4-BE49-F238E27FC236}">
                  <a16:creationId xmlns:a16="http://schemas.microsoft.com/office/drawing/2014/main" id="{120A7712-ED1B-41E4-8B3F-EE7771181418}"/>
                </a:ext>
              </a:extLst>
            </p:cNvPr>
            <p:cNvSpPr/>
            <p:nvPr/>
          </p:nvSpPr>
          <p:spPr>
            <a:xfrm>
              <a:off x="1338055" y="90153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4" name="Hexagon 2203">
              <a:extLst>
                <a:ext uri="{FF2B5EF4-FFF2-40B4-BE49-F238E27FC236}">
                  <a16:creationId xmlns:a16="http://schemas.microsoft.com/office/drawing/2014/main" id="{132B9C76-466A-4510-8171-48F7BACD01E4}"/>
                </a:ext>
              </a:extLst>
            </p:cNvPr>
            <p:cNvSpPr/>
            <p:nvPr/>
          </p:nvSpPr>
          <p:spPr>
            <a:xfrm>
              <a:off x="1332055" y="91990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5" name="Hexagon 2204">
              <a:extLst>
                <a:ext uri="{FF2B5EF4-FFF2-40B4-BE49-F238E27FC236}">
                  <a16:creationId xmlns:a16="http://schemas.microsoft.com/office/drawing/2014/main" id="{A9B8D153-E0A7-4B04-AE68-9695D7B41216}"/>
                </a:ext>
              </a:extLst>
            </p:cNvPr>
            <p:cNvSpPr/>
            <p:nvPr/>
          </p:nvSpPr>
          <p:spPr>
            <a:xfrm>
              <a:off x="1335468" y="93764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6" name="Hexagon 2205">
              <a:extLst>
                <a:ext uri="{FF2B5EF4-FFF2-40B4-BE49-F238E27FC236}">
                  <a16:creationId xmlns:a16="http://schemas.microsoft.com/office/drawing/2014/main" id="{58700062-B77A-4EA7-8B14-DEA1775EE32F}"/>
                </a:ext>
              </a:extLst>
            </p:cNvPr>
            <p:cNvSpPr/>
            <p:nvPr/>
          </p:nvSpPr>
          <p:spPr>
            <a:xfrm>
              <a:off x="1100166" y="91092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7" name="Hexagon 2206">
              <a:extLst>
                <a:ext uri="{FF2B5EF4-FFF2-40B4-BE49-F238E27FC236}">
                  <a16:creationId xmlns:a16="http://schemas.microsoft.com/office/drawing/2014/main" id="{B34A5845-E7CC-47A0-8C58-14085CB1E8C5}"/>
                </a:ext>
              </a:extLst>
            </p:cNvPr>
            <p:cNvSpPr/>
            <p:nvPr/>
          </p:nvSpPr>
          <p:spPr>
            <a:xfrm>
              <a:off x="860368" y="9012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8" name="Hexagon 2207">
              <a:extLst>
                <a:ext uri="{FF2B5EF4-FFF2-40B4-BE49-F238E27FC236}">
                  <a16:creationId xmlns:a16="http://schemas.microsoft.com/office/drawing/2014/main" id="{377CE10F-D8CF-4622-8EA0-BE906BBD40B5}"/>
                </a:ext>
              </a:extLst>
            </p:cNvPr>
            <p:cNvSpPr/>
            <p:nvPr/>
          </p:nvSpPr>
          <p:spPr>
            <a:xfrm>
              <a:off x="860749" y="88297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09" name="Hexagon 2208">
              <a:extLst>
                <a:ext uri="{FF2B5EF4-FFF2-40B4-BE49-F238E27FC236}">
                  <a16:creationId xmlns:a16="http://schemas.microsoft.com/office/drawing/2014/main" id="{B5AD193D-32C2-4BC6-B309-3B7BEBE8CF5B}"/>
                </a:ext>
              </a:extLst>
            </p:cNvPr>
            <p:cNvSpPr/>
            <p:nvPr/>
          </p:nvSpPr>
          <p:spPr>
            <a:xfrm>
              <a:off x="1097920" y="83677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0" name="Hexagon 2209">
              <a:extLst>
                <a:ext uri="{FF2B5EF4-FFF2-40B4-BE49-F238E27FC236}">
                  <a16:creationId xmlns:a16="http://schemas.microsoft.com/office/drawing/2014/main" id="{13988C19-6D49-4CC4-ACCD-F8CCB5BB44AB}"/>
                </a:ext>
              </a:extLst>
            </p:cNvPr>
            <p:cNvSpPr/>
            <p:nvPr/>
          </p:nvSpPr>
          <p:spPr>
            <a:xfrm>
              <a:off x="1096682" y="85538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1" name="Hexagon 2210">
              <a:extLst>
                <a:ext uri="{FF2B5EF4-FFF2-40B4-BE49-F238E27FC236}">
                  <a16:creationId xmlns:a16="http://schemas.microsoft.com/office/drawing/2014/main" id="{91523F6C-24B3-4045-9264-9D23088FA58A}"/>
                </a:ext>
              </a:extLst>
            </p:cNvPr>
            <p:cNvSpPr/>
            <p:nvPr/>
          </p:nvSpPr>
          <p:spPr>
            <a:xfrm>
              <a:off x="1100095" y="87383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2" name="Hexagon 2211">
              <a:extLst>
                <a:ext uri="{FF2B5EF4-FFF2-40B4-BE49-F238E27FC236}">
                  <a16:creationId xmlns:a16="http://schemas.microsoft.com/office/drawing/2014/main" id="{FB8D3D7C-EA7E-46CF-A4C5-C1989FEB3768}"/>
                </a:ext>
              </a:extLst>
            </p:cNvPr>
            <p:cNvSpPr/>
            <p:nvPr/>
          </p:nvSpPr>
          <p:spPr>
            <a:xfrm>
              <a:off x="861786" y="82761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3" name="Hexagon 2212">
              <a:extLst>
                <a:ext uri="{FF2B5EF4-FFF2-40B4-BE49-F238E27FC236}">
                  <a16:creationId xmlns:a16="http://schemas.microsoft.com/office/drawing/2014/main" id="{F65E1F17-70DE-4A6C-8DF6-B76A600C4092}"/>
                </a:ext>
              </a:extLst>
            </p:cNvPr>
            <p:cNvSpPr/>
            <p:nvPr/>
          </p:nvSpPr>
          <p:spPr>
            <a:xfrm>
              <a:off x="855786" y="84622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4" name="Hexagon 2213">
              <a:extLst>
                <a:ext uri="{FF2B5EF4-FFF2-40B4-BE49-F238E27FC236}">
                  <a16:creationId xmlns:a16="http://schemas.microsoft.com/office/drawing/2014/main" id="{92870797-D896-452F-877D-540CD233DA0B}"/>
                </a:ext>
              </a:extLst>
            </p:cNvPr>
            <p:cNvSpPr/>
            <p:nvPr/>
          </p:nvSpPr>
          <p:spPr>
            <a:xfrm>
              <a:off x="859199" y="86443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5" name="Hexagon 2214">
              <a:extLst>
                <a:ext uri="{FF2B5EF4-FFF2-40B4-BE49-F238E27FC236}">
                  <a16:creationId xmlns:a16="http://schemas.microsoft.com/office/drawing/2014/main" id="{6A4E5C1B-DF98-4649-9D68-47CB864356F7}"/>
                </a:ext>
              </a:extLst>
            </p:cNvPr>
            <p:cNvSpPr/>
            <p:nvPr/>
          </p:nvSpPr>
          <p:spPr>
            <a:xfrm>
              <a:off x="627175" y="83652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7" name="Hexagon 2216">
              <a:extLst>
                <a:ext uri="{FF2B5EF4-FFF2-40B4-BE49-F238E27FC236}">
                  <a16:creationId xmlns:a16="http://schemas.microsoft.com/office/drawing/2014/main" id="{0D200533-8ECD-4FCA-8742-71B416EADA41}"/>
                </a:ext>
              </a:extLst>
            </p:cNvPr>
            <p:cNvSpPr/>
            <p:nvPr/>
          </p:nvSpPr>
          <p:spPr>
            <a:xfrm>
              <a:off x="1808666" y="77292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8" name="Hexagon 2217">
              <a:extLst>
                <a:ext uri="{FF2B5EF4-FFF2-40B4-BE49-F238E27FC236}">
                  <a16:creationId xmlns:a16="http://schemas.microsoft.com/office/drawing/2014/main" id="{17BD9B59-945B-48FA-9FB3-BEFD4D4EB127}"/>
                </a:ext>
              </a:extLst>
            </p:cNvPr>
            <p:cNvSpPr/>
            <p:nvPr/>
          </p:nvSpPr>
          <p:spPr>
            <a:xfrm>
              <a:off x="1574055" y="78159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19" name="Hexagon 2218">
              <a:extLst>
                <a:ext uri="{FF2B5EF4-FFF2-40B4-BE49-F238E27FC236}">
                  <a16:creationId xmlns:a16="http://schemas.microsoft.com/office/drawing/2014/main" id="{77A1C6EB-A34F-46BC-AB0E-3DD7C5D2ED4A}"/>
                </a:ext>
              </a:extLst>
            </p:cNvPr>
            <p:cNvSpPr/>
            <p:nvPr/>
          </p:nvSpPr>
          <p:spPr>
            <a:xfrm>
              <a:off x="2047044" y="74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0" name="Hexagon 2219">
              <a:extLst>
                <a:ext uri="{FF2B5EF4-FFF2-40B4-BE49-F238E27FC236}">
                  <a16:creationId xmlns:a16="http://schemas.microsoft.com/office/drawing/2014/main" id="{58B311F9-20B5-464C-8B99-DB8CF001E575}"/>
                </a:ext>
              </a:extLst>
            </p:cNvPr>
            <p:cNvSpPr/>
            <p:nvPr/>
          </p:nvSpPr>
          <p:spPr>
            <a:xfrm>
              <a:off x="1812433" y="75415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1" name="Hexagon 2220">
              <a:extLst>
                <a:ext uri="{FF2B5EF4-FFF2-40B4-BE49-F238E27FC236}">
                  <a16:creationId xmlns:a16="http://schemas.microsoft.com/office/drawing/2014/main" id="{5F5F6C3C-E8E6-4C3F-80D5-370B7028B408}"/>
                </a:ext>
              </a:extLst>
            </p:cNvPr>
            <p:cNvSpPr/>
            <p:nvPr/>
          </p:nvSpPr>
          <p:spPr>
            <a:xfrm>
              <a:off x="2043095" y="72694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2" name="Hexagon 2221">
              <a:extLst>
                <a:ext uri="{FF2B5EF4-FFF2-40B4-BE49-F238E27FC236}">
                  <a16:creationId xmlns:a16="http://schemas.microsoft.com/office/drawing/2014/main" id="{1C43D714-5D67-4647-A632-0FC5F0016B46}"/>
                </a:ext>
              </a:extLst>
            </p:cNvPr>
            <p:cNvSpPr/>
            <p:nvPr/>
          </p:nvSpPr>
          <p:spPr>
            <a:xfrm>
              <a:off x="1808484" y="73561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3" name="Hexagon 2222">
              <a:extLst>
                <a:ext uri="{FF2B5EF4-FFF2-40B4-BE49-F238E27FC236}">
                  <a16:creationId xmlns:a16="http://schemas.microsoft.com/office/drawing/2014/main" id="{225416D6-77B1-4AED-9E67-4EA79A538C1C}"/>
                </a:ext>
              </a:extLst>
            </p:cNvPr>
            <p:cNvSpPr/>
            <p:nvPr/>
          </p:nvSpPr>
          <p:spPr>
            <a:xfrm>
              <a:off x="1575239" y="7633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4" name="Hexagon 2223">
              <a:extLst>
                <a:ext uri="{FF2B5EF4-FFF2-40B4-BE49-F238E27FC236}">
                  <a16:creationId xmlns:a16="http://schemas.microsoft.com/office/drawing/2014/main" id="{62D4060C-70E5-47F7-803E-A1AA3926437F}"/>
                </a:ext>
              </a:extLst>
            </p:cNvPr>
            <p:cNvSpPr/>
            <p:nvPr/>
          </p:nvSpPr>
          <p:spPr>
            <a:xfrm>
              <a:off x="1579006" y="74462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5" name="Hexagon 2224">
              <a:extLst>
                <a:ext uri="{FF2B5EF4-FFF2-40B4-BE49-F238E27FC236}">
                  <a16:creationId xmlns:a16="http://schemas.microsoft.com/office/drawing/2014/main" id="{11EC0293-7059-47B2-9A84-3304CAC0E860}"/>
                </a:ext>
              </a:extLst>
            </p:cNvPr>
            <p:cNvSpPr/>
            <p:nvPr/>
          </p:nvSpPr>
          <p:spPr>
            <a:xfrm>
              <a:off x="1575057" y="7260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6" name="Hexagon 2225">
              <a:extLst>
                <a:ext uri="{FF2B5EF4-FFF2-40B4-BE49-F238E27FC236}">
                  <a16:creationId xmlns:a16="http://schemas.microsoft.com/office/drawing/2014/main" id="{8EC5638D-80B3-4094-B6DF-0FB9D6E88573}"/>
                </a:ext>
              </a:extLst>
            </p:cNvPr>
            <p:cNvSpPr/>
            <p:nvPr/>
          </p:nvSpPr>
          <p:spPr>
            <a:xfrm>
              <a:off x="625725" y="80075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7" name="Hexagon 2226">
              <a:extLst>
                <a:ext uri="{FF2B5EF4-FFF2-40B4-BE49-F238E27FC236}">
                  <a16:creationId xmlns:a16="http://schemas.microsoft.com/office/drawing/2014/main" id="{E056B094-49D5-482B-B0AA-6C3C39E59114}"/>
                </a:ext>
              </a:extLst>
            </p:cNvPr>
            <p:cNvSpPr/>
            <p:nvPr/>
          </p:nvSpPr>
          <p:spPr>
            <a:xfrm>
              <a:off x="629492" y="78198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8" name="Hexagon 2227">
              <a:extLst>
                <a:ext uri="{FF2B5EF4-FFF2-40B4-BE49-F238E27FC236}">
                  <a16:creationId xmlns:a16="http://schemas.microsoft.com/office/drawing/2014/main" id="{ACCC5D91-AFBD-4F53-8003-734C0E16DC17}"/>
                </a:ext>
              </a:extLst>
            </p:cNvPr>
            <p:cNvSpPr/>
            <p:nvPr/>
          </p:nvSpPr>
          <p:spPr>
            <a:xfrm>
              <a:off x="625543" y="7634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29" name="Hexagon 2228">
              <a:extLst>
                <a:ext uri="{FF2B5EF4-FFF2-40B4-BE49-F238E27FC236}">
                  <a16:creationId xmlns:a16="http://schemas.microsoft.com/office/drawing/2014/main" id="{5DD268E9-3F82-4BA3-B163-234BB23A1B4C}"/>
                </a:ext>
              </a:extLst>
            </p:cNvPr>
            <p:cNvSpPr/>
            <p:nvPr/>
          </p:nvSpPr>
          <p:spPr>
            <a:xfrm>
              <a:off x="862871" y="79100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0" name="Hexagon 2229">
              <a:extLst>
                <a:ext uri="{FF2B5EF4-FFF2-40B4-BE49-F238E27FC236}">
                  <a16:creationId xmlns:a16="http://schemas.microsoft.com/office/drawing/2014/main" id="{195DADD6-A678-411A-928C-B37A41E5D901}"/>
                </a:ext>
              </a:extLst>
            </p:cNvPr>
            <p:cNvSpPr/>
            <p:nvPr/>
          </p:nvSpPr>
          <p:spPr>
            <a:xfrm>
              <a:off x="866638" y="77247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1" name="Hexagon 2230">
              <a:extLst>
                <a:ext uri="{FF2B5EF4-FFF2-40B4-BE49-F238E27FC236}">
                  <a16:creationId xmlns:a16="http://schemas.microsoft.com/office/drawing/2014/main" id="{AAB708A1-5805-455E-AA88-4093AC84D8F9}"/>
                </a:ext>
              </a:extLst>
            </p:cNvPr>
            <p:cNvSpPr/>
            <p:nvPr/>
          </p:nvSpPr>
          <p:spPr>
            <a:xfrm>
              <a:off x="860308" y="75394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2" name="Hexagon 2231">
              <a:extLst>
                <a:ext uri="{FF2B5EF4-FFF2-40B4-BE49-F238E27FC236}">
                  <a16:creationId xmlns:a16="http://schemas.microsoft.com/office/drawing/2014/main" id="{C2435410-5CBE-4716-9FD2-93B410351C91}"/>
                </a:ext>
              </a:extLst>
            </p:cNvPr>
            <p:cNvSpPr/>
            <p:nvPr/>
          </p:nvSpPr>
          <p:spPr>
            <a:xfrm>
              <a:off x="1101500" y="78173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3" name="Hexagon 2232">
              <a:extLst>
                <a:ext uri="{FF2B5EF4-FFF2-40B4-BE49-F238E27FC236}">
                  <a16:creationId xmlns:a16="http://schemas.microsoft.com/office/drawing/2014/main" id="{E01358EE-DA05-4597-94A7-1C00F3CF9C92}"/>
                </a:ext>
              </a:extLst>
            </p:cNvPr>
            <p:cNvSpPr/>
            <p:nvPr/>
          </p:nvSpPr>
          <p:spPr>
            <a:xfrm>
              <a:off x="1105267" y="76320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4" name="Hexagon 2233">
              <a:extLst>
                <a:ext uri="{FF2B5EF4-FFF2-40B4-BE49-F238E27FC236}">
                  <a16:creationId xmlns:a16="http://schemas.microsoft.com/office/drawing/2014/main" id="{8AFB49E0-61D6-4953-8614-12F812AE09F2}"/>
                </a:ext>
              </a:extLst>
            </p:cNvPr>
            <p:cNvSpPr/>
            <p:nvPr/>
          </p:nvSpPr>
          <p:spPr>
            <a:xfrm>
              <a:off x="1101318" y="74490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5" name="Hexagon 2234">
              <a:extLst>
                <a:ext uri="{FF2B5EF4-FFF2-40B4-BE49-F238E27FC236}">
                  <a16:creationId xmlns:a16="http://schemas.microsoft.com/office/drawing/2014/main" id="{E47A45D3-3FD8-493E-8D7A-9DA354854A83}"/>
                </a:ext>
              </a:extLst>
            </p:cNvPr>
            <p:cNvSpPr/>
            <p:nvPr/>
          </p:nvSpPr>
          <p:spPr>
            <a:xfrm>
              <a:off x="1340953" y="7723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6" name="Hexagon 2235">
              <a:extLst>
                <a:ext uri="{FF2B5EF4-FFF2-40B4-BE49-F238E27FC236}">
                  <a16:creationId xmlns:a16="http://schemas.microsoft.com/office/drawing/2014/main" id="{93EE5065-4AA4-41F8-9D5E-24941C49BFB1}"/>
                </a:ext>
              </a:extLst>
            </p:cNvPr>
            <p:cNvSpPr/>
            <p:nvPr/>
          </p:nvSpPr>
          <p:spPr>
            <a:xfrm>
              <a:off x="1342137" y="75414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7" name="Hexagon 2236">
              <a:extLst>
                <a:ext uri="{FF2B5EF4-FFF2-40B4-BE49-F238E27FC236}">
                  <a16:creationId xmlns:a16="http://schemas.microsoft.com/office/drawing/2014/main" id="{0B5766E0-511E-40F9-B652-125BC8AADE84}"/>
                </a:ext>
              </a:extLst>
            </p:cNvPr>
            <p:cNvSpPr/>
            <p:nvPr/>
          </p:nvSpPr>
          <p:spPr>
            <a:xfrm>
              <a:off x="393001" y="7727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8" name="Hexagon 2237">
              <a:extLst>
                <a:ext uri="{FF2B5EF4-FFF2-40B4-BE49-F238E27FC236}">
                  <a16:creationId xmlns:a16="http://schemas.microsoft.com/office/drawing/2014/main" id="{87337C9C-1614-4FF6-8330-CED37FCEF441}"/>
                </a:ext>
              </a:extLst>
            </p:cNvPr>
            <p:cNvSpPr/>
            <p:nvPr/>
          </p:nvSpPr>
          <p:spPr>
            <a:xfrm>
              <a:off x="621623" y="74519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44ED4A75-34CD-4355-85B7-7999B4721271}"/>
                </a:ext>
              </a:extLst>
            </p:cNvPr>
            <p:cNvSpPr/>
            <p:nvPr/>
          </p:nvSpPr>
          <p:spPr>
            <a:xfrm>
              <a:off x="858721" y="73507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B1FE131F-3A2D-48DE-B45B-A052528BAB59}"/>
                </a:ext>
              </a:extLst>
            </p:cNvPr>
            <p:cNvSpPr/>
            <p:nvPr/>
          </p:nvSpPr>
          <p:spPr>
            <a:xfrm>
              <a:off x="1099966" y="726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13347C83-BF94-4521-A36B-5D1EEA462F36}"/>
                </a:ext>
              </a:extLst>
            </p:cNvPr>
            <p:cNvSpPr/>
            <p:nvPr/>
          </p:nvSpPr>
          <p:spPr>
            <a:xfrm>
              <a:off x="1331590" y="7171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97001604-51FC-4751-988B-BE2192B41DF0}"/>
                </a:ext>
              </a:extLst>
            </p:cNvPr>
            <p:cNvSpPr/>
            <p:nvPr/>
          </p:nvSpPr>
          <p:spPr>
            <a:xfrm>
              <a:off x="1338525" y="6988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30BFF7BF-EDF1-451C-AB40-60A341ECC160}"/>
                </a:ext>
              </a:extLst>
            </p:cNvPr>
            <p:cNvSpPr/>
            <p:nvPr/>
          </p:nvSpPr>
          <p:spPr>
            <a:xfrm>
              <a:off x="1095686" y="7077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2EA9AF84-9E12-47C9-94C3-3CE4FA3964EC}"/>
                </a:ext>
              </a:extLst>
            </p:cNvPr>
            <p:cNvSpPr/>
            <p:nvPr/>
          </p:nvSpPr>
          <p:spPr>
            <a:xfrm>
              <a:off x="861571" y="71704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B2E6B5C8-C610-42E1-8692-DF62DAACEDC7}"/>
                </a:ext>
              </a:extLst>
            </p:cNvPr>
            <p:cNvSpPr/>
            <p:nvPr/>
          </p:nvSpPr>
          <p:spPr>
            <a:xfrm>
              <a:off x="863519" y="69850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E0E9A98C-826D-47AD-848E-5FC026F7FDCA}"/>
                </a:ext>
              </a:extLst>
            </p:cNvPr>
            <p:cNvSpPr/>
            <p:nvPr/>
          </p:nvSpPr>
          <p:spPr>
            <a:xfrm>
              <a:off x="866369" y="68048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ABB9ACC3-968C-4DB0-B63E-C0E414A92CB8}"/>
                </a:ext>
              </a:extLst>
            </p:cNvPr>
            <p:cNvSpPr/>
            <p:nvPr/>
          </p:nvSpPr>
          <p:spPr>
            <a:xfrm>
              <a:off x="2982073" y="6899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35FAC912-BFCA-47DE-AA46-6DFE32BB0FFE}"/>
                </a:ext>
              </a:extLst>
            </p:cNvPr>
            <p:cNvSpPr/>
            <p:nvPr/>
          </p:nvSpPr>
          <p:spPr>
            <a:xfrm>
              <a:off x="2743513" y="6800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8F782A20-1004-40ED-8368-0F1E46806D2A}"/>
                </a:ext>
              </a:extLst>
            </p:cNvPr>
            <p:cNvSpPr/>
            <p:nvPr/>
          </p:nvSpPr>
          <p:spPr>
            <a:xfrm>
              <a:off x="2514035" y="68908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0" name="Hexagon 2249">
              <a:extLst>
                <a:ext uri="{FF2B5EF4-FFF2-40B4-BE49-F238E27FC236}">
                  <a16:creationId xmlns:a16="http://schemas.microsoft.com/office/drawing/2014/main" id="{4D2D1E58-FDD7-45B4-AF42-DE36B805C1AE}"/>
                </a:ext>
              </a:extLst>
            </p:cNvPr>
            <p:cNvSpPr/>
            <p:nvPr/>
          </p:nvSpPr>
          <p:spPr>
            <a:xfrm>
              <a:off x="2984485" y="6715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1" name="Hexagon 2250">
              <a:extLst>
                <a:ext uri="{FF2B5EF4-FFF2-40B4-BE49-F238E27FC236}">
                  <a16:creationId xmlns:a16="http://schemas.microsoft.com/office/drawing/2014/main" id="{186D42C1-7E92-459E-BE50-3C4DBBF13FC6}"/>
                </a:ext>
              </a:extLst>
            </p:cNvPr>
            <p:cNvSpPr/>
            <p:nvPr/>
          </p:nvSpPr>
          <p:spPr>
            <a:xfrm>
              <a:off x="2745925" y="66187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E4333FF7-FA6D-4946-A92B-5ED6D28EDEE1}"/>
                </a:ext>
              </a:extLst>
            </p:cNvPr>
            <p:cNvSpPr/>
            <p:nvPr/>
          </p:nvSpPr>
          <p:spPr>
            <a:xfrm>
              <a:off x="2516447" y="67088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D69CCA2E-F3E6-46BC-AEF5-54B23BD6E3B4}"/>
                </a:ext>
              </a:extLst>
            </p:cNvPr>
            <p:cNvSpPr/>
            <p:nvPr/>
          </p:nvSpPr>
          <p:spPr>
            <a:xfrm>
              <a:off x="2981090" y="65283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4" name="Hexagon 2253">
              <a:extLst>
                <a:ext uri="{FF2B5EF4-FFF2-40B4-BE49-F238E27FC236}">
                  <a16:creationId xmlns:a16="http://schemas.microsoft.com/office/drawing/2014/main" id="{0A7EEACB-2B15-476F-8819-C89735E427A2}"/>
                </a:ext>
              </a:extLst>
            </p:cNvPr>
            <p:cNvSpPr/>
            <p:nvPr/>
          </p:nvSpPr>
          <p:spPr>
            <a:xfrm>
              <a:off x="2742530" y="64344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5" name="Hexagon 2254">
              <a:extLst>
                <a:ext uri="{FF2B5EF4-FFF2-40B4-BE49-F238E27FC236}">
                  <a16:creationId xmlns:a16="http://schemas.microsoft.com/office/drawing/2014/main" id="{736BB91E-827C-452C-8518-5AE834A96C90}"/>
                </a:ext>
              </a:extLst>
            </p:cNvPr>
            <p:cNvSpPr/>
            <p:nvPr/>
          </p:nvSpPr>
          <p:spPr>
            <a:xfrm>
              <a:off x="2981121" y="63486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6" name="Hexagon 2255">
              <a:extLst>
                <a:ext uri="{FF2B5EF4-FFF2-40B4-BE49-F238E27FC236}">
                  <a16:creationId xmlns:a16="http://schemas.microsoft.com/office/drawing/2014/main" id="{A0AA43B9-37D8-4175-9480-8230A70C0CBE}"/>
                </a:ext>
              </a:extLst>
            </p:cNvPr>
            <p:cNvSpPr/>
            <p:nvPr/>
          </p:nvSpPr>
          <p:spPr>
            <a:xfrm>
              <a:off x="2744942" y="62523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7" name="Hexagon 2256">
              <a:extLst>
                <a:ext uri="{FF2B5EF4-FFF2-40B4-BE49-F238E27FC236}">
                  <a16:creationId xmlns:a16="http://schemas.microsoft.com/office/drawing/2014/main" id="{F36FE583-CF67-4EFB-82C5-DADEF8F6E024}"/>
                </a:ext>
              </a:extLst>
            </p:cNvPr>
            <p:cNvSpPr/>
            <p:nvPr/>
          </p:nvSpPr>
          <p:spPr>
            <a:xfrm>
              <a:off x="2044823" y="65291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8" name="Hexagon 2257">
              <a:extLst>
                <a:ext uri="{FF2B5EF4-FFF2-40B4-BE49-F238E27FC236}">
                  <a16:creationId xmlns:a16="http://schemas.microsoft.com/office/drawing/2014/main" id="{FE00FE54-7829-4FEA-ACAE-1257D8B1AF47}"/>
                </a:ext>
              </a:extLst>
            </p:cNvPr>
            <p:cNvSpPr/>
            <p:nvPr/>
          </p:nvSpPr>
          <p:spPr>
            <a:xfrm>
              <a:off x="1808202" y="66215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59" name="Hexagon 2258">
              <a:extLst>
                <a:ext uri="{FF2B5EF4-FFF2-40B4-BE49-F238E27FC236}">
                  <a16:creationId xmlns:a16="http://schemas.microsoft.com/office/drawing/2014/main" id="{1F31F097-C809-46D1-A426-07BFF98C058F}"/>
                </a:ext>
              </a:extLst>
            </p:cNvPr>
            <p:cNvSpPr/>
            <p:nvPr/>
          </p:nvSpPr>
          <p:spPr>
            <a:xfrm>
              <a:off x="2987030" y="61677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0" name="Hexagon 2259">
              <a:extLst>
                <a:ext uri="{FF2B5EF4-FFF2-40B4-BE49-F238E27FC236}">
                  <a16:creationId xmlns:a16="http://schemas.microsoft.com/office/drawing/2014/main" id="{DB8C490E-B264-4CBF-AA68-5D0C61BAC0A8}"/>
                </a:ext>
              </a:extLst>
            </p:cNvPr>
            <p:cNvSpPr/>
            <p:nvPr/>
          </p:nvSpPr>
          <p:spPr>
            <a:xfrm>
              <a:off x="2750851" y="60714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9BD4056-D545-4DD4-A3BE-FB9383ED619B}"/>
                </a:ext>
              </a:extLst>
            </p:cNvPr>
            <p:cNvSpPr/>
            <p:nvPr/>
          </p:nvSpPr>
          <p:spPr>
            <a:xfrm>
              <a:off x="2520158" y="6164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83E93F98-7B23-44F2-8510-02DAEF62E87E}"/>
                </a:ext>
              </a:extLst>
            </p:cNvPr>
            <p:cNvSpPr/>
            <p:nvPr/>
          </p:nvSpPr>
          <p:spPr>
            <a:xfrm>
              <a:off x="2282846" y="62566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AB4A66CA-63D3-405A-9D39-C195097C869E}"/>
                </a:ext>
              </a:extLst>
            </p:cNvPr>
            <p:cNvSpPr/>
            <p:nvPr/>
          </p:nvSpPr>
          <p:spPr>
            <a:xfrm>
              <a:off x="2042664" y="6345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D4AF2D6-D77B-475A-97D5-63867B5516E2}"/>
                </a:ext>
              </a:extLst>
            </p:cNvPr>
            <p:cNvSpPr/>
            <p:nvPr/>
          </p:nvSpPr>
          <p:spPr>
            <a:xfrm>
              <a:off x="1805290" y="64373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03AE868B-D30E-4FE9-BA4F-6F180F71C26E}"/>
                </a:ext>
              </a:extLst>
            </p:cNvPr>
            <p:cNvSpPr/>
            <p:nvPr/>
          </p:nvSpPr>
          <p:spPr>
            <a:xfrm>
              <a:off x="1574597" y="65301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F2FB6C85-0B1B-4CAC-990A-4CAE2D22151F}"/>
                </a:ext>
              </a:extLst>
            </p:cNvPr>
            <p:cNvSpPr/>
            <p:nvPr/>
          </p:nvSpPr>
          <p:spPr>
            <a:xfrm>
              <a:off x="1337285" y="66201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3C9928AA-5876-4D71-BC24-E0B0AB4B98EA}"/>
                </a:ext>
              </a:extLst>
            </p:cNvPr>
            <p:cNvSpPr/>
            <p:nvPr/>
          </p:nvSpPr>
          <p:spPr>
            <a:xfrm>
              <a:off x="1101865" y="67110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86592A97-89C6-4259-A34A-A45DE38D105D}"/>
                </a:ext>
              </a:extLst>
            </p:cNvPr>
            <p:cNvSpPr/>
            <p:nvPr/>
          </p:nvSpPr>
          <p:spPr>
            <a:xfrm>
              <a:off x="1798437" y="6256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93C0C0DB-7DB1-4211-8878-2620AF0C3D01}"/>
                </a:ext>
              </a:extLst>
            </p:cNvPr>
            <p:cNvSpPr/>
            <p:nvPr/>
          </p:nvSpPr>
          <p:spPr>
            <a:xfrm>
              <a:off x="1567744" y="63488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CF8CA07E-8DB8-4DD9-B644-38768322D452}"/>
                </a:ext>
              </a:extLst>
            </p:cNvPr>
            <p:cNvSpPr/>
            <p:nvPr/>
          </p:nvSpPr>
          <p:spPr>
            <a:xfrm>
              <a:off x="1330432" y="64389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E0BFDB7A-0477-4537-BB9C-179BBF2B9E78}"/>
                </a:ext>
              </a:extLst>
            </p:cNvPr>
            <p:cNvSpPr/>
            <p:nvPr/>
          </p:nvSpPr>
          <p:spPr>
            <a:xfrm>
              <a:off x="1095012" y="65298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42A974F8-2E2C-41C4-BC1A-D04E44ED81E0}"/>
                </a:ext>
              </a:extLst>
            </p:cNvPr>
            <p:cNvSpPr/>
            <p:nvPr/>
          </p:nvSpPr>
          <p:spPr>
            <a:xfrm>
              <a:off x="1804743" y="60759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F851A2FA-B73C-4124-8165-727B3024EF28}"/>
                </a:ext>
              </a:extLst>
            </p:cNvPr>
            <p:cNvSpPr/>
            <p:nvPr/>
          </p:nvSpPr>
          <p:spPr>
            <a:xfrm>
              <a:off x="1574050" y="6168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01B0BA2E-228F-4137-9B1C-E35C33B9ED1F}"/>
                </a:ext>
              </a:extLst>
            </p:cNvPr>
            <p:cNvSpPr/>
            <p:nvPr/>
          </p:nvSpPr>
          <p:spPr>
            <a:xfrm>
              <a:off x="1336738" y="6258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C18001B4-75B3-4929-BB1E-74D41540936C}"/>
                </a:ext>
              </a:extLst>
            </p:cNvPr>
            <p:cNvSpPr/>
            <p:nvPr/>
          </p:nvSpPr>
          <p:spPr>
            <a:xfrm>
              <a:off x="1101318" y="6349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19DE6409-75AA-40B8-96E4-161673A3F014}"/>
                </a:ext>
              </a:extLst>
            </p:cNvPr>
            <p:cNvSpPr/>
            <p:nvPr/>
          </p:nvSpPr>
          <p:spPr>
            <a:xfrm>
              <a:off x="2041452" y="61652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B05F9F5B-ED22-4674-BA72-D382804D8212}"/>
                </a:ext>
              </a:extLst>
            </p:cNvPr>
            <p:cNvSpPr/>
            <p:nvPr/>
          </p:nvSpPr>
          <p:spPr>
            <a:xfrm>
              <a:off x="2044055" y="59836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69607D91-A85B-404B-8D8E-8C99A809180F}"/>
                </a:ext>
              </a:extLst>
            </p:cNvPr>
            <p:cNvSpPr/>
            <p:nvPr/>
          </p:nvSpPr>
          <p:spPr>
            <a:xfrm>
              <a:off x="2751986" y="57057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0DD446CE-24D0-4F34-92F9-3F9A96850D12}"/>
                </a:ext>
              </a:extLst>
            </p:cNvPr>
            <p:cNvSpPr/>
            <p:nvPr/>
          </p:nvSpPr>
          <p:spPr>
            <a:xfrm>
              <a:off x="2518912" y="57961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869A310E-1B9D-4A24-A977-6FE5657B1C02}"/>
                </a:ext>
              </a:extLst>
            </p:cNvPr>
            <p:cNvSpPr/>
            <p:nvPr/>
          </p:nvSpPr>
          <p:spPr>
            <a:xfrm>
              <a:off x="2281600" y="58862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5F2602E2-B407-42C6-89DA-9261E7D7C919}"/>
                </a:ext>
              </a:extLst>
            </p:cNvPr>
            <p:cNvSpPr/>
            <p:nvPr/>
          </p:nvSpPr>
          <p:spPr>
            <a:xfrm>
              <a:off x="2991298" y="56230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E1BE919D-AFCE-47FA-A5BE-57B493934BAD}"/>
                </a:ext>
              </a:extLst>
            </p:cNvPr>
            <p:cNvSpPr/>
            <p:nvPr/>
          </p:nvSpPr>
          <p:spPr>
            <a:xfrm>
              <a:off x="3224365" y="60791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C0115C2B-5D35-4048-8DDE-107F64823E03}"/>
                </a:ext>
              </a:extLst>
            </p:cNvPr>
            <p:cNvSpPr/>
            <p:nvPr/>
          </p:nvSpPr>
          <p:spPr>
            <a:xfrm>
              <a:off x="3224396" y="58971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4C252BA5-7F6A-49DF-8268-EB33CA420FF7}"/>
                </a:ext>
              </a:extLst>
            </p:cNvPr>
            <p:cNvSpPr/>
            <p:nvPr/>
          </p:nvSpPr>
          <p:spPr>
            <a:xfrm>
              <a:off x="2988217" y="58032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BFB2F643-9A82-4A53-9248-E59C1E50E16A}"/>
                </a:ext>
              </a:extLst>
            </p:cNvPr>
            <p:cNvSpPr/>
            <p:nvPr/>
          </p:nvSpPr>
          <p:spPr>
            <a:xfrm>
              <a:off x="3227924" y="57138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6" name="Hexagon 2285">
              <a:extLst>
                <a:ext uri="{FF2B5EF4-FFF2-40B4-BE49-F238E27FC236}">
                  <a16:creationId xmlns:a16="http://schemas.microsoft.com/office/drawing/2014/main" id="{F2FC88D7-3EBA-4A6E-8F20-F0C0E9BD76E5}"/>
                </a:ext>
              </a:extLst>
            </p:cNvPr>
            <p:cNvSpPr/>
            <p:nvPr/>
          </p:nvSpPr>
          <p:spPr>
            <a:xfrm>
              <a:off x="1334306" y="607766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4E54E6CD-2201-4D1A-B53E-653F636AD5BA}"/>
                </a:ext>
              </a:extLst>
            </p:cNvPr>
            <p:cNvSpPr/>
            <p:nvPr/>
          </p:nvSpPr>
          <p:spPr>
            <a:xfrm>
              <a:off x="1340612" y="5897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2C4A718B-A5D2-42F6-BBFF-9801B2EF9F4F}"/>
                </a:ext>
              </a:extLst>
            </p:cNvPr>
            <p:cNvSpPr/>
            <p:nvPr/>
          </p:nvSpPr>
          <p:spPr>
            <a:xfrm>
              <a:off x="1103300" y="5985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442D50FA-3693-4732-B27C-0FB6F5222334}"/>
                </a:ext>
              </a:extLst>
            </p:cNvPr>
            <p:cNvSpPr/>
            <p:nvPr/>
          </p:nvSpPr>
          <p:spPr>
            <a:xfrm>
              <a:off x="1802517" y="5894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E6ABD114-D77C-48B6-878B-50F81EC2779C}"/>
                </a:ext>
              </a:extLst>
            </p:cNvPr>
            <p:cNvSpPr/>
            <p:nvPr/>
          </p:nvSpPr>
          <p:spPr>
            <a:xfrm>
              <a:off x="1808823" y="57096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36ECCCB9-7049-49FB-92FB-8D71E43922D5}"/>
                </a:ext>
              </a:extLst>
            </p:cNvPr>
            <p:cNvSpPr/>
            <p:nvPr/>
          </p:nvSpPr>
          <p:spPr>
            <a:xfrm>
              <a:off x="1571511" y="5804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432DBFD-AB0B-453D-9A3A-5294A6BF9633}"/>
                </a:ext>
              </a:extLst>
            </p:cNvPr>
            <p:cNvSpPr/>
            <p:nvPr/>
          </p:nvSpPr>
          <p:spPr>
            <a:xfrm>
              <a:off x="2039722" y="58006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A59D81ED-6912-4991-9B47-719FC94353C0}"/>
                </a:ext>
              </a:extLst>
            </p:cNvPr>
            <p:cNvSpPr/>
            <p:nvPr/>
          </p:nvSpPr>
          <p:spPr>
            <a:xfrm>
              <a:off x="2520158" y="56129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73FC06D0-2E37-482A-91FC-DA39C5B4425B}"/>
                </a:ext>
              </a:extLst>
            </p:cNvPr>
            <p:cNvSpPr/>
            <p:nvPr/>
          </p:nvSpPr>
          <p:spPr>
            <a:xfrm>
              <a:off x="2758288" y="5521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68915C89-9D4F-40A9-825A-6FD14AA5A68B}"/>
                </a:ext>
              </a:extLst>
            </p:cNvPr>
            <p:cNvSpPr/>
            <p:nvPr/>
          </p:nvSpPr>
          <p:spPr>
            <a:xfrm>
              <a:off x="2993796" y="54365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33BAE635-6576-4DA2-A2BE-ACDBF6F1ED71}"/>
                </a:ext>
              </a:extLst>
            </p:cNvPr>
            <p:cNvSpPr/>
            <p:nvPr/>
          </p:nvSpPr>
          <p:spPr>
            <a:xfrm>
              <a:off x="2753526" y="53368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42908939-56E7-4FED-95F9-1B3E8D3B3878}"/>
                </a:ext>
              </a:extLst>
            </p:cNvPr>
            <p:cNvSpPr/>
            <p:nvPr/>
          </p:nvSpPr>
          <p:spPr>
            <a:xfrm>
              <a:off x="2992838" y="52493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BE94E1BB-E5B4-4481-94F3-C58FF38B51C5}"/>
                </a:ext>
              </a:extLst>
            </p:cNvPr>
            <p:cNvSpPr/>
            <p:nvPr/>
          </p:nvSpPr>
          <p:spPr>
            <a:xfrm>
              <a:off x="2759828" y="51523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FD8B67BB-CCBD-4E75-B21B-09AF1698A8B2}"/>
                </a:ext>
              </a:extLst>
            </p:cNvPr>
            <p:cNvSpPr/>
            <p:nvPr/>
          </p:nvSpPr>
          <p:spPr>
            <a:xfrm>
              <a:off x="2995336" y="50652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FEAB4871-8FC6-4717-81FB-D6A9ED3557EB}"/>
                </a:ext>
              </a:extLst>
            </p:cNvPr>
            <p:cNvSpPr/>
            <p:nvPr/>
          </p:nvSpPr>
          <p:spPr>
            <a:xfrm>
              <a:off x="2277057" y="55174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60A3D486-B24D-4C17-BD73-DE5A436686D6}"/>
                </a:ext>
              </a:extLst>
            </p:cNvPr>
            <p:cNvSpPr/>
            <p:nvPr/>
          </p:nvSpPr>
          <p:spPr>
            <a:xfrm>
              <a:off x="2516369" y="54299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59129EA-DFCA-4D0D-8A9D-7066F8E46E26}"/>
                </a:ext>
              </a:extLst>
            </p:cNvPr>
            <p:cNvSpPr/>
            <p:nvPr/>
          </p:nvSpPr>
          <p:spPr>
            <a:xfrm>
              <a:off x="2280978" y="53353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DE653ADE-711A-4963-AEB3-0BDF617435A2}"/>
                </a:ext>
              </a:extLst>
            </p:cNvPr>
            <p:cNvSpPr/>
            <p:nvPr/>
          </p:nvSpPr>
          <p:spPr>
            <a:xfrm>
              <a:off x="2518867" y="5245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C94E63D5-A6BB-4F77-A70F-D927C79A15C5}"/>
                </a:ext>
              </a:extLst>
            </p:cNvPr>
            <p:cNvSpPr/>
            <p:nvPr/>
          </p:nvSpPr>
          <p:spPr>
            <a:xfrm>
              <a:off x="2048382" y="5614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FC486EC5-33A5-417F-948B-8ECDFACE71A7}"/>
                </a:ext>
              </a:extLst>
            </p:cNvPr>
            <p:cNvSpPr/>
            <p:nvPr/>
          </p:nvSpPr>
          <p:spPr>
            <a:xfrm>
              <a:off x="1810043" y="5526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8BD83FDE-BB5B-4C02-AC17-7025A8E15292}"/>
                </a:ext>
              </a:extLst>
            </p:cNvPr>
            <p:cNvSpPr/>
            <p:nvPr/>
          </p:nvSpPr>
          <p:spPr>
            <a:xfrm>
              <a:off x="2044593" y="54315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834D8575-2C2F-4D74-BE90-D186429B7C29}"/>
                </a:ext>
              </a:extLst>
            </p:cNvPr>
            <p:cNvSpPr/>
            <p:nvPr/>
          </p:nvSpPr>
          <p:spPr>
            <a:xfrm>
              <a:off x="2282147" y="51558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6EEF1A35-B2DA-4B4D-994E-B2528DB537D4}"/>
                </a:ext>
              </a:extLst>
            </p:cNvPr>
            <p:cNvSpPr/>
            <p:nvPr/>
          </p:nvSpPr>
          <p:spPr>
            <a:xfrm>
              <a:off x="867315" y="5899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6AFB4182-5513-444B-8956-06B558773232}"/>
                </a:ext>
              </a:extLst>
            </p:cNvPr>
            <p:cNvSpPr/>
            <p:nvPr/>
          </p:nvSpPr>
          <p:spPr>
            <a:xfrm>
              <a:off x="10522335" y="6168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7A72F6C4-7AED-4F07-9D8E-F23058204BBD}"/>
                </a:ext>
              </a:extLst>
            </p:cNvPr>
            <p:cNvSpPr/>
            <p:nvPr/>
          </p:nvSpPr>
          <p:spPr>
            <a:xfrm>
              <a:off x="10762903" y="60757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5304207E-D255-405C-AD24-AD0EF8B48F35}"/>
                </a:ext>
              </a:extLst>
            </p:cNvPr>
            <p:cNvSpPr/>
            <p:nvPr/>
          </p:nvSpPr>
          <p:spPr>
            <a:xfrm>
              <a:off x="10989344" y="59780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95B4410-63CB-4916-9DDC-2D3255D06EC6}"/>
                </a:ext>
              </a:extLst>
            </p:cNvPr>
            <p:cNvSpPr/>
            <p:nvPr/>
          </p:nvSpPr>
          <p:spPr>
            <a:xfrm>
              <a:off x="11229694" y="58921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8EB1D92D-655A-48A3-9316-88DF15476CF4}"/>
                </a:ext>
              </a:extLst>
            </p:cNvPr>
            <p:cNvSpPr/>
            <p:nvPr/>
          </p:nvSpPr>
          <p:spPr>
            <a:xfrm>
              <a:off x="11471699" y="58020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7F1BC149-E94F-4A8C-BDA5-6093EC7353C6}"/>
                </a:ext>
              </a:extLst>
            </p:cNvPr>
            <p:cNvSpPr/>
            <p:nvPr/>
          </p:nvSpPr>
          <p:spPr>
            <a:xfrm>
              <a:off x="11707906" y="58925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FF1B1B12-65F8-4D58-B228-5BD5F79DDC61}"/>
                </a:ext>
              </a:extLst>
            </p:cNvPr>
            <p:cNvSpPr/>
            <p:nvPr/>
          </p:nvSpPr>
          <p:spPr>
            <a:xfrm>
              <a:off x="10526662" y="59833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4C1A99EC-B21E-4E43-8D8F-C1BEAE6FB134}"/>
                </a:ext>
              </a:extLst>
            </p:cNvPr>
            <p:cNvSpPr/>
            <p:nvPr/>
          </p:nvSpPr>
          <p:spPr>
            <a:xfrm>
              <a:off x="10767230" y="58904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08CF0DB9-9555-4815-9BEB-58FBB112832E}"/>
                </a:ext>
              </a:extLst>
            </p:cNvPr>
            <p:cNvSpPr/>
            <p:nvPr/>
          </p:nvSpPr>
          <p:spPr>
            <a:xfrm>
              <a:off x="10993671" y="5792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8045BF01-F110-45BF-A088-6507D7FE41A3}"/>
                </a:ext>
              </a:extLst>
            </p:cNvPr>
            <p:cNvSpPr/>
            <p:nvPr/>
          </p:nvSpPr>
          <p:spPr>
            <a:xfrm>
              <a:off x="11234021" y="57068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09220D8E-F0EC-48A2-B80B-F85A949C4186}"/>
                </a:ext>
              </a:extLst>
            </p:cNvPr>
            <p:cNvSpPr/>
            <p:nvPr/>
          </p:nvSpPr>
          <p:spPr>
            <a:xfrm>
              <a:off x="10288763" y="58950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501D48F3-7AA8-4BB8-8F59-31FC60C06AB2}"/>
                </a:ext>
              </a:extLst>
            </p:cNvPr>
            <p:cNvSpPr/>
            <p:nvPr/>
          </p:nvSpPr>
          <p:spPr>
            <a:xfrm>
              <a:off x="10529331" y="5802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91B67E9A-8094-4FE3-BDE0-14ADFF50DACE}"/>
                </a:ext>
              </a:extLst>
            </p:cNvPr>
            <p:cNvSpPr/>
            <p:nvPr/>
          </p:nvSpPr>
          <p:spPr>
            <a:xfrm>
              <a:off x="10755772" y="57044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EA77D401-994F-4FC8-A5EC-B4E3F2881EB0}"/>
                </a:ext>
              </a:extLst>
            </p:cNvPr>
            <p:cNvSpPr/>
            <p:nvPr/>
          </p:nvSpPr>
          <p:spPr>
            <a:xfrm>
              <a:off x="10996122" y="56185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A6E470C5-656E-4D8B-9497-45C948AAEBCE}"/>
                </a:ext>
              </a:extLst>
            </p:cNvPr>
            <p:cNvSpPr/>
            <p:nvPr/>
          </p:nvSpPr>
          <p:spPr>
            <a:xfrm>
              <a:off x="10055449" y="57974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F30A9F6B-B5B3-464C-AD93-8A650A128852}"/>
                </a:ext>
              </a:extLst>
            </p:cNvPr>
            <p:cNvSpPr/>
            <p:nvPr/>
          </p:nvSpPr>
          <p:spPr>
            <a:xfrm>
              <a:off x="10296017" y="57068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257FB99F-138F-4B5B-8CE9-16A723970441}"/>
                </a:ext>
              </a:extLst>
            </p:cNvPr>
            <p:cNvSpPr/>
            <p:nvPr/>
          </p:nvSpPr>
          <p:spPr>
            <a:xfrm>
              <a:off x="10527220" y="5613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806C8871-8FD4-4AB9-8034-92A37BF2D64B}"/>
                </a:ext>
              </a:extLst>
            </p:cNvPr>
            <p:cNvSpPr/>
            <p:nvPr/>
          </p:nvSpPr>
          <p:spPr>
            <a:xfrm>
              <a:off x="10762808" y="55232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9D5B690C-7FCA-46FB-AAA1-321869B8B083}"/>
                </a:ext>
              </a:extLst>
            </p:cNvPr>
            <p:cNvSpPr/>
            <p:nvPr/>
          </p:nvSpPr>
          <p:spPr>
            <a:xfrm>
              <a:off x="10993741" y="5432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30D8173E-FD79-411D-AEC0-9DFBA6C437BE}"/>
                </a:ext>
              </a:extLst>
            </p:cNvPr>
            <p:cNvSpPr/>
            <p:nvPr/>
          </p:nvSpPr>
          <p:spPr>
            <a:xfrm>
              <a:off x="10998068" y="52467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C5DB4584-958E-4D9F-86A1-574BFDC2D7FD}"/>
                </a:ext>
              </a:extLst>
            </p:cNvPr>
            <p:cNvSpPr/>
            <p:nvPr/>
          </p:nvSpPr>
          <p:spPr>
            <a:xfrm>
              <a:off x="11000519" y="50724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C24BEC59-D88E-45C4-9AE4-C8F0A483DA5D}"/>
                </a:ext>
              </a:extLst>
            </p:cNvPr>
            <p:cNvSpPr/>
            <p:nvPr/>
          </p:nvSpPr>
          <p:spPr>
            <a:xfrm>
              <a:off x="10760648" y="53380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C8429E88-C8EF-4B1C-BDC9-8220421B5C5C}"/>
                </a:ext>
              </a:extLst>
            </p:cNvPr>
            <p:cNvSpPr/>
            <p:nvPr/>
          </p:nvSpPr>
          <p:spPr>
            <a:xfrm>
              <a:off x="10764975" y="51527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176B9729-1361-40B3-9B64-F9A427C6C6D7}"/>
                </a:ext>
              </a:extLst>
            </p:cNvPr>
            <p:cNvSpPr/>
            <p:nvPr/>
          </p:nvSpPr>
          <p:spPr>
            <a:xfrm>
              <a:off x="10767426" y="49785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46D8104B-0A4E-4464-ACE7-99209E1D1A39}"/>
                </a:ext>
              </a:extLst>
            </p:cNvPr>
            <p:cNvSpPr/>
            <p:nvPr/>
          </p:nvSpPr>
          <p:spPr>
            <a:xfrm>
              <a:off x="10287330" y="55216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8E7E914C-B2EB-4C02-8F28-2BA7A49972E3}"/>
                </a:ext>
              </a:extLst>
            </p:cNvPr>
            <p:cNvSpPr/>
            <p:nvPr/>
          </p:nvSpPr>
          <p:spPr>
            <a:xfrm>
              <a:off x="10291657" y="53363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A0D785C9-D172-4E29-8588-EE4F2C3809A6}"/>
                </a:ext>
              </a:extLst>
            </p:cNvPr>
            <p:cNvSpPr/>
            <p:nvPr/>
          </p:nvSpPr>
          <p:spPr>
            <a:xfrm>
              <a:off x="10294108" y="5162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3FB729DE-6EFF-469A-9629-03FE401A8678}"/>
                </a:ext>
              </a:extLst>
            </p:cNvPr>
            <p:cNvSpPr/>
            <p:nvPr/>
          </p:nvSpPr>
          <p:spPr>
            <a:xfrm>
              <a:off x="10048066" y="54263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BC1B8492-AA16-4BCF-854E-341345E3DAE6}"/>
                </a:ext>
              </a:extLst>
            </p:cNvPr>
            <p:cNvSpPr/>
            <p:nvPr/>
          </p:nvSpPr>
          <p:spPr>
            <a:xfrm>
              <a:off x="10052393" y="52410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AD840AC7-324E-4A7C-8414-A6ED188368E8}"/>
                </a:ext>
              </a:extLst>
            </p:cNvPr>
            <p:cNvSpPr/>
            <p:nvPr/>
          </p:nvSpPr>
          <p:spPr>
            <a:xfrm>
              <a:off x="10054844" y="5066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C907699D-34F4-4390-AD2B-320B653D0096}"/>
                </a:ext>
              </a:extLst>
            </p:cNvPr>
            <p:cNvSpPr/>
            <p:nvPr/>
          </p:nvSpPr>
          <p:spPr>
            <a:xfrm>
              <a:off x="9806325" y="5511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3855CB9B-6C4F-4501-8EA6-ACECF4BCB0F5}"/>
                </a:ext>
              </a:extLst>
            </p:cNvPr>
            <p:cNvSpPr/>
            <p:nvPr/>
          </p:nvSpPr>
          <p:spPr>
            <a:xfrm>
              <a:off x="9810652" y="53266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18B0EB8E-25A7-49B9-996C-4B9E8360A23A}"/>
                </a:ext>
              </a:extLst>
            </p:cNvPr>
            <p:cNvSpPr/>
            <p:nvPr/>
          </p:nvSpPr>
          <p:spPr>
            <a:xfrm>
              <a:off x="9813103" y="5152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05F8256-65D7-4FC6-AF82-2A3CDF9BC41A}"/>
                </a:ext>
              </a:extLst>
            </p:cNvPr>
            <p:cNvSpPr/>
            <p:nvPr/>
          </p:nvSpPr>
          <p:spPr>
            <a:xfrm>
              <a:off x="10529331" y="54339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FCC5D39B-9A39-49CD-8154-1D478E4F9C83}"/>
                </a:ext>
              </a:extLst>
            </p:cNvPr>
            <p:cNvSpPr/>
            <p:nvPr/>
          </p:nvSpPr>
          <p:spPr>
            <a:xfrm>
              <a:off x="10529501" y="50648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F8831419-C399-4E66-8595-B48CFD0D51AB}"/>
                </a:ext>
              </a:extLst>
            </p:cNvPr>
            <p:cNvSpPr/>
            <p:nvPr/>
          </p:nvSpPr>
          <p:spPr>
            <a:xfrm>
              <a:off x="11711758" y="57122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9AD9F4B4-E332-49F2-A57A-91EA3D657FC0}"/>
                </a:ext>
              </a:extLst>
            </p:cNvPr>
            <p:cNvSpPr/>
            <p:nvPr/>
          </p:nvSpPr>
          <p:spPr>
            <a:xfrm>
              <a:off x="11947965" y="5802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26678727-50D3-49AD-A01D-7A943CF44586}"/>
                </a:ext>
              </a:extLst>
            </p:cNvPr>
            <p:cNvSpPr/>
            <p:nvPr/>
          </p:nvSpPr>
          <p:spPr>
            <a:xfrm>
              <a:off x="11474080" y="56170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93AD575D-6FAD-419F-8AED-C7A1D28F973F}"/>
                </a:ext>
              </a:extLst>
            </p:cNvPr>
            <p:cNvSpPr/>
            <p:nvPr/>
          </p:nvSpPr>
          <p:spPr>
            <a:xfrm>
              <a:off x="11706126" y="5527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B406A01A-9B4D-4B32-B15D-244FBD845437}"/>
                </a:ext>
              </a:extLst>
            </p:cNvPr>
            <p:cNvSpPr/>
            <p:nvPr/>
          </p:nvSpPr>
          <p:spPr>
            <a:xfrm>
              <a:off x="11944714" y="56199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6C1DF2EB-CF37-4473-BE3C-9C030FF9DB21}"/>
                </a:ext>
              </a:extLst>
            </p:cNvPr>
            <p:cNvSpPr/>
            <p:nvPr/>
          </p:nvSpPr>
          <p:spPr>
            <a:xfrm>
              <a:off x="11948566" y="54395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49BD9E37-C5C1-4141-8F17-09AEED846DD4}"/>
                </a:ext>
              </a:extLst>
            </p:cNvPr>
            <p:cNvSpPr/>
            <p:nvPr/>
          </p:nvSpPr>
          <p:spPr>
            <a:xfrm>
              <a:off x="11706126" y="5341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818D105F-2AE2-4F73-85A7-0AC2F88A87F3}"/>
                </a:ext>
              </a:extLst>
            </p:cNvPr>
            <p:cNvSpPr/>
            <p:nvPr/>
          </p:nvSpPr>
          <p:spPr>
            <a:xfrm>
              <a:off x="11236063" y="51633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1E7507A-782F-46C6-A6EE-8D2C6C9679A3}"/>
                </a:ext>
              </a:extLst>
            </p:cNvPr>
            <p:cNvSpPr/>
            <p:nvPr/>
          </p:nvSpPr>
          <p:spPr>
            <a:xfrm>
              <a:off x="11697785" y="51561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43B7CE73-DFFB-4094-9AFF-6C14A452ABD8}"/>
                </a:ext>
              </a:extLst>
            </p:cNvPr>
            <p:cNvSpPr/>
            <p:nvPr/>
          </p:nvSpPr>
          <p:spPr>
            <a:xfrm>
              <a:off x="11463164" y="50709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F059CA38-B415-47B7-9D42-3DFC8A1836C3}"/>
                </a:ext>
              </a:extLst>
            </p:cNvPr>
            <p:cNvSpPr/>
            <p:nvPr/>
          </p:nvSpPr>
          <p:spPr>
            <a:xfrm>
              <a:off x="11236063" y="4978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99B14D0E-C66E-4CF3-B6D2-AAB95499A161}"/>
                </a:ext>
              </a:extLst>
            </p:cNvPr>
            <p:cNvSpPr/>
            <p:nvPr/>
          </p:nvSpPr>
          <p:spPr>
            <a:xfrm>
              <a:off x="11702247" y="49778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EAFBF85-4962-4704-BD76-902DE305037C}"/>
                </a:ext>
              </a:extLst>
            </p:cNvPr>
            <p:cNvSpPr/>
            <p:nvPr/>
          </p:nvSpPr>
          <p:spPr>
            <a:xfrm>
              <a:off x="11000356" y="47044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2ED5487-DED1-40F7-865B-99FEA5FA7173}"/>
                </a:ext>
              </a:extLst>
            </p:cNvPr>
            <p:cNvSpPr/>
            <p:nvPr/>
          </p:nvSpPr>
          <p:spPr>
            <a:xfrm>
              <a:off x="10534181" y="48904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57F9E983-43D6-4581-B208-471AF82BBFC0}"/>
                </a:ext>
              </a:extLst>
            </p:cNvPr>
            <p:cNvSpPr/>
            <p:nvPr/>
          </p:nvSpPr>
          <p:spPr>
            <a:xfrm>
              <a:off x="10294847" y="49788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D5C9D19B-A898-46F6-80C3-4D01EF9E2E10}"/>
                </a:ext>
              </a:extLst>
            </p:cNvPr>
            <p:cNvSpPr/>
            <p:nvPr/>
          </p:nvSpPr>
          <p:spPr>
            <a:xfrm>
              <a:off x="10769574" y="47980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BE6C3434-E0DA-444F-99B9-7C8F6C5517B2}"/>
                </a:ext>
              </a:extLst>
            </p:cNvPr>
            <p:cNvSpPr/>
            <p:nvPr/>
          </p:nvSpPr>
          <p:spPr>
            <a:xfrm>
              <a:off x="10057048" y="48848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B15CC33-1C3D-4BF6-90BF-8B48117CD8A1}"/>
                </a:ext>
              </a:extLst>
            </p:cNvPr>
            <p:cNvSpPr/>
            <p:nvPr/>
          </p:nvSpPr>
          <p:spPr>
            <a:xfrm>
              <a:off x="9815307" y="4970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1AD6E19E-1D90-4A4C-A9AE-D5DED699EC82}"/>
                </a:ext>
              </a:extLst>
            </p:cNvPr>
            <p:cNvSpPr/>
            <p:nvPr/>
          </p:nvSpPr>
          <p:spPr>
            <a:xfrm>
              <a:off x="7698897" y="63522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582FB05D-FA15-478D-8B78-9972B5199A5B}"/>
                </a:ext>
              </a:extLst>
            </p:cNvPr>
            <p:cNvSpPr/>
            <p:nvPr/>
          </p:nvSpPr>
          <p:spPr>
            <a:xfrm>
              <a:off x="7937022" y="62602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A1DE30B1-A946-49DB-B9E4-68BEE6ECAD1D}"/>
                </a:ext>
              </a:extLst>
            </p:cNvPr>
            <p:cNvSpPr/>
            <p:nvPr/>
          </p:nvSpPr>
          <p:spPr>
            <a:xfrm>
              <a:off x="8171972" y="6349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74ACA986-3D71-433F-8022-AC6AD1227C2B}"/>
                </a:ext>
              </a:extLst>
            </p:cNvPr>
            <p:cNvSpPr/>
            <p:nvPr/>
          </p:nvSpPr>
          <p:spPr>
            <a:xfrm>
              <a:off x="10533830" y="47037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CFF36466-FDCE-45B6-AE30-D440C33B8C02}"/>
                </a:ext>
              </a:extLst>
            </p:cNvPr>
            <p:cNvSpPr/>
            <p:nvPr/>
          </p:nvSpPr>
          <p:spPr>
            <a:xfrm>
              <a:off x="10763859" y="46194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912BF60D-2A3B-4646-915E-ABFB80F51A7F}"/>
                </a:ext>
              </a:extLst>
            </p:cNvPr>
            <p:cNvSpPr/>
            <p:nvPr/>
          </p:nvSpPr>
          <p:spPr>
            <a:xfrm>
              <a:off x="9572527" y="54155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4FAEDD6A-1264-4F4F-AFF0-B2F381CEB8BF}"/>
                </a:ext>
              </a:extLst>
            </p:cNvPr>
            <p:cNvSpPr/>
            <p:nvPr/>
          </p:nvSpPr>
          <p:spPr>
            <a:xfrm>
              <a:off x="10053238" y="4703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5CA66ADE-8DE0-45B8-9AF2-98414CEFF5ED}"/>
                </a:ext>
              </a:extLst>
            </p:cNvPr>
            <p:cNvSpPr/>
            <p:nvPr/>
          </p:nvSpPr>
          <p:spPr>
            <a:xfrm>
              <a:off x="10291363" y="4616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C45F7915-0FD3-4A49-BB51-68C915AF30A2}"/>
                </a:ext>
              </a:extLst>
            </p:cNvPr>
            <p:cNvSpPr/>
            <p:nvPr/>
          </p:nvSpPr>
          <p:spPr>
            <a:xfrm>
              <a:off x="10527583" y="4521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16D08AD3-82F8-4AFD-B48A-6B71EB2C7B1B}"/>
                </a:ext>
              </a:extLst>
            </p:cNvPr>
            <p:cNvSpPr/>
            <p:nvPr/>
          </p:nvSpPr>
          <p:spPr>
            <a:xfrm>
              <a:off x="10525678" y="43343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4308B17D-597A-4502-9442-595F4662727E}"/>
                </a:ext>
              </a:extLst>
            </p:cNvPr>
            <p:cNvSpPr/>
            <p:nvPr/>
          </p:nvSpPr>
          <p:spPr>
            <a:xfrm>
              <a:off x="2277067" y="49805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3" name="八卦">
            <a:extLst>
              <a:ext uri="{FF2B5EF4-FFF2-40B4-BE49-F238E27FC236}">
                <a16:creationId xmlns:a16="http://schemas.microsoft.com/office/drawing/2014/main" id="{4DF328E5-B174-45C0-AD04-69826E65C3F6}"/>
              </a:ext>
            </a:extLst>
          </p:cNvPr>
          <p:cNvGrpSpPr/>
          <p:nvPr/>
        </p:nvGrpSpPr>
        <p:grpSpPr>
          <a:xfrm>
            <a:off x="1334209" y="5244885"/>
            <a:ext cx="10203892" cy="4129255"/>
            <a:chOff x="1334209" y="5244885"/>
            <a:chExt cx="10203892" cy="4129255"/>
          </a:xfrm>
        </p:grpSpPr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444A1655-DE51-4B0D-8D1B-AED466A55B53}"/>
                </a:ext>
              </a:extLst>
            </p:cNvPr>
            <p:cNvSpPr/>
            <p:nvPr/>
          </p:nvSpPr>
          <p:spPr>
            <a:xfrm>
              <a:off x="11236349" y="79077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B8B80C55-E940-4D1C-9C42-CE1B818DA8CE}"/>
                </a:ext>
              </a:extLst>
            </p:cNvPr>
            <p:cNvSpPr/>
            <p:nvPr/>
          </p:nvSpPr>
          <p:spPr>
            <a:xfrm>
              <a:off x="10056218" y="8918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6D50865E-3C8C-44DF-B446-5C95E2D9BA01}"/>
                </a:ext>
              </a:extLst>
            </p:cNvPr>
            <p:cNvSpPr/>
            <p:nvPr/>
          </p:nvSpPr>
          <p:spPr>
            <a:xfrm>
              <a:off x="10535336" y="52448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1D1FFEA4-34A9-44D2-955D-AB9730309522}"/>
                </a:ext>
              </a:extLst>
            </p:cNvPr>
            <p:cNvSpPr/>
            <p:nvPr/>
          </p:nvSpPr>
          <p:spPr>
            <a:xfrm>
              <a:off x="6522053" y="7731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3611BA61-7CB1-4D25-8272-BDDF420B2897}"/>
                </a:ext>
              </a:extLst>
            </p:cNvPr>
            <p:cNvSpPr/>
            <p:nvPr/>
          </p:nvSpPr>
          <p:spPr>
            <a:xfrm>
              <a:off x="5104757" y="69932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D4D82B00-CC07-4967-8E91-15BE80728D6A}"/>
                </a:ext>
              </a:extLst>
            </p:cNvPr>
            <p:cNvSpPr/>
            <p:nvPr/>
          </p:nvSpPr>
          <p:spPr>
            <a:xfrm>
              <a:off x="2276790" y="56980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46E71DFD-3016-453F-87B5-CC85AB61BD99}"/>
                </a:ext>
              </a:extLst>
            </p:cNvPr>
            <p:cNvSpPr/>
            <p:nvPr/>
          </p:nvSpPr>
          <p:spPr>
            <a:xfrm>
              <a:off x="1334209" y="7355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382B204B-8CE8-4986-9F68-6BA73089BE47}"/>
                </a:ext>
              </a:extLst>
            </p:cNvPr>
            <p:cNvSpPr/>
            <p:nvPr/>
          </p:nvSpPr>
          <p:spPr>
            <a:xfrm>
              <a:off x="1811301" y="91912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7" name="4">
            <a:extLst>
              <a:ext uri="{FF2B5EF4-FFF2-40B4-BE49-F238E27FC236}">
                <a16:creationId xmlns:a16="http://schemas.microsoft.com/office/drawing/2014/main" id="{8F3B89E3-80ED-4DE9-8872-8929BB460BCE}"/>
              </a:ext>
            </a:extLst>
          </p:cNvPr>
          <p:cNvGrpSpPr/>
          <p:nvPr/>
        </p:nvGrpSpPr>
        <p:grpSpPr>
          <a:xfrm>
            <a:off x="388671" y="1675174"/>
            <a:ext cx="12090535" cy="5869957"/>
            <a:chOff x="388670" y="1675174"/>
            <a:chExt cx="12090535" cy="5869957"/>
          </a:xfrm>
        </p:grpSpPr>
        <p:sp>
          <p:nvSpPr>
            <p:cNvPr id="1695" name="Hexagon 1694">
              <a:extLst>
                <a:ext uri="{FF2B5EF4-FFF2-40B4-BE49-F238E27FC236}">
                  <a16:creationId xmlns:a16="http://schemas.microsoft.com/office/drawing/2014/main" id="{2B6368E9-FE34-4DC1-8C63-85FA63392992}"/>
                </a:ext>
              </a:extLst>
            </p:cNvPr>
            <p:cNvSpPr/>
            <p:nvPr/>
          </p:nvSpPr>
          <p:spPr>
            <a:xfrm>
              <a:off x="6515577" y="73686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FB0C4E66-AE58-46D5-B059-69AFF15D9282}"/>
                </a:ext>
              </a:extLst>
            </p:cNvPr>
            <p:cNvSpPr/>
            <p:nvPr/>
          </p:nvSpPr>
          <p:spPr>
            <a:xfrm>
              <a:off x="6750949" y="72706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6A1A422A-3CF6-420A-8B8A-D7D07583E860}"/>
                </a:ext>
              </a:extLst>
            </p:cNvPr>
            <p:cNvSpPr/>
            <p:nvPr/>
          </p:nvSpPr>
          <p:spPr>
            <a:xfrm>
              <a:off x="6286086" y="72693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8615BCC6-5BF2-4049-B564-277E98F680A3}"/>
                </a:ext>
              </a:extLst>
            </p:cNvPr>
            <p:cNvSpPr/>
            <p:nvPr/>
          </p:nvSpPr>
          <p:spPr>
            <a:xfrm>
              <a:off x="6051555" y="7176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1B41EF59-6A95-4EBB-95EB-B14709FD42A2}"/>
                </a:ext>
              </a:extLst>
            </p:cNvPr>
            <p:cNvSpPr/>
            <p:nvPr/>
          </p:nvSpPr>
          <p:spPr>
            <a:xfrm>
              <a:off x="6522766" y="71824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BF276FF4-EF77-4E1B-AB46-908729537047}"/>
                </a:ext>
              </a:extLst>
            </p:cNvPr>
            <p:cNvSpPr/>
            <p:nvPr/>
          </p:nvSpPr>
          <p:spPr>
            <a:xfrm>
              <a:off x="6755722" y="70872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4217C625-9EEE-4720-BE8D-F4631493D257}"/>
                </a:ext>
              </a:extLst>
            </p:cNvPr>
            <p:cNvSpPr/>
            <p:nvPr/>
          </p:nvSpPr>
          <p:spPr>
            <a:xfrm>
              <a:off x="6522777" y="70014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50166203-B8C7-4233-BC92-F4CE2C92F9E3}"/>
                </a:ext>
              </a:extLst>
            </p:cNvPr>
            <p:cNvSpPr/>
            <p:nvPr/>
          </p:nvSpPr>
          <p:spPr>
            <a:xfrm>
              <a:off x="6753126" y="69020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69927F2F-1E9D-4C7E-A1DC-554A246B4A09}"/>
                </a:ext>
              </a:extLst>
            </p:cNvPr>
            <p:cNvSpPr/>
            <p:nvPr/>
          </p:nvSpPr>
          <p:spPr>
            <a:xfrm>
              <a:off x="6522562" y="68138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99C4AFD9-5C60-43FD-9EF3-D704E79AFC65}"/>
                </a:ext>
              </a:extLst>
            </p:cNvPr>
            <p:cNvSpPr/>
            <p:nvPr/>
          </p:nvSpPr>
          <p:spPr>
            <a:xfrm>
              <a:off x="6758307" y="6716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C2386110-ADE6-47C6-AFCE-67C3BCC0C1AB}"/>
                </a:ext>
              </a:extLst>
            </p:cNvPr>
            <p:cNvSpPr/>
            <p:nvPr/>
          </p:nvSpPr>
          <p:spPr>
            <a:xfrm>
              <a:off x="6522041" y="66265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BF659756-FB4E-4B03-B966-6F09F32AD5F8}"/>
                </a:ext>
              </a:extLst>
            </p:cNvPr>
            <p:cNvSpPr/>
            <p:nvPr/>
          </p:nvSpPr>
          <p:spPr>
            <a:xfrm>
              <a:off x="6757152" y="65343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1C54D281-7D02-4752-89C7-BCA9FF7C068D}"/>
                </a:ext>
              </a:extLst>
            </p:cNvPr>
            <p:cNvSpPr/>
            <p:nvPr/>
          </p:nvSpPr>
          <p:spPr>
            <a:xfrm>
              <a:off x="6286337" y="67189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A62D9551-1947-47DB-8AE0-FB10AD7CA117}"/>
                </a:ext>
              </a:extLst>
            </p:cNvPr>
            <p:cNvSpPr/>
            <p:nvPr/>
          </p:nvSpPr>
          <p:spPr>
            <a:xfrm>
              <a:off x="6049927" y="68096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87CD6868-592C-4042-82A9-C1CD5CDF8194}"/>
                </a:ext>
              </a:extLst>
            </p:cNvPr>
            <p:cNvSpPr/>
            <p:nvPr/>
          </p:nvSpPr>
          <p:spPr>
            <a:xfrm>
              <a:off x="5813166" y="67182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04C2C781-F78E-4B7F-BAF0-55B89753A63D}"/>
                </a:ext>
              </a:extLst>
            </p:cNvPr>
            <p:cNvSpPr/>
            <p:nvPr/>
          </p:nvSpPr>
          <p:spPr>
            <a:xfrm>
              <a:off x="6289533" y="65365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DFDE341A-8A0D-4427-9807-DDFF142591C7}"/>
                </a:ext>
              </a:extLst>
            </p:cNvPr>
            <p:cNvSpPr/>
            <p:nvPr/>
          </p:nvSpPr>
          <p:spPr>
            <a:xfrm>
              <a:off x="6522263" y="6441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9998415A-253A-46CB-AA1C-E04786D69756}"/>
                </a:ext>
              </a:extLst>
            </p:cNvPr>
            <p:cNvSpPr/>
            <p:nvPr/>
          </p:nvSpPr>
          <p:spPr>
            <a:xfrm>
              <a:off x="6053829" y="6628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8816BED6-3113-40F9-94B8-536924F708AE}"/>
                </a:ext>
              </a:extLst>
            </p:cNvPr>
            <p:cNvSpPr/>
            <p:nvPr/>
          </p:nvSpPr>
          <p:spPr>
            <a:xfrm>
              <a:off x="5813374" y="65397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1AB97736-32C9-4115-9150-F1ACC4A5180F}"/>
                </a:ext>
              </a:extLst>
            </p:cNvPr>
            <p:cNvSpPr/>
            <p:nvPr/>
          </p:nvSpPr>
          <p:spPr>
            <a:xfrm>
              <a:off x="5810226" y="63536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8CAB3CBE-3B30-43AC-B497-52C672AED88D}"/>
                </a:ext>
              </a:extLst>
            </p:cNvPr>
            <p:cNvSpPr/>
            <p:nvPr/>
          </p:nvSpPr>
          <p:spPr>
            <a:xfrm>
              <a:off x="5339437" y="6720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C6662388-6476-4200-87E1-6E4831DB2E85}"/>
                </a:ext>
              </a:extLst>
            </p:cNvPr>
            <p:cNvSpPr/>
            <p:nvPr/>
          </p:nvSpPr>
          <p:spPr>
            <a:xfrm>
              <a:off x="5575338" y="66286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84BBC1D3-EB5B-4BFA-A00D-C7AADCAADEBD}"/>
                </a:ext>
              </a:extLst>
            </p:cNvPr>
            <p:cNvSpPr/>
            <p:nvPr/>
          </p:nvSpPr>
          <p:spPr>
            <a:xfrm>
              <a:off x="5340328" y="6537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6030B8DF-EF0D-402A-8AD8-0BF4E832E8B4}"/>
                </a:ext>
              </a:extLst>
            </p:cNvPr>
            <p:cNvSpPr/>
            <p:nvPr/>
          </p:nvSpPr>
          <p:spPr>
            <a:xfrm>
              <a:off x="5103567" y="64460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BB59B613-0F6E-42C4-B5A8-17D5366F7BD2}"/>
                </a:ext>
              </a:extLst>
            </p:cNvPr>
            <p:cNvSpPr/>
            <p:nvPr/>
          </p:nvSpPr>
          <p:spPr>
            <a:xfrm>
              <a:off x="4870501" y="6356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C096D011-74AA-4652-BB27-347063C5162C}"/>
                </a:ext>
              </a:extLst>
            </p:cNvPr>
            <p:cNvSpPr/>
            <p:nvPr/>
          </p:nvSpPr>
          <p:spPr>
            <a:xfrm>
              <a:off x="5342116" y="63502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AF87170B-32DA-4FC1-A087-C3D962A8BDF6}"/>
                </a:ext>
              </a:extLst>
            </p:cNvPr>
            <p:cNvSpPr/>
            <p:nvPr/>
          </p:nvSpPr>
          <p:spPr>
            <a:xfrm>
              <a:off x="5574473" y="62622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ED330209-1D6F-4A0E-BF7A-8C4AB5D70452}"/>
                </a:ext>
              </a:extLst>
            </p:cNvPr>
            <p:cNvSpPr/>
            <p:nvPr/>
          </p:nvSpPr>
          <p:spPr>
            <a:xfrm>
              <a:off x="6989760" y="68133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6177A550-C687-4478-B8EC-E306E0F4EEA4}"/>
                </a:ext>
              </a:extLst>
            </p:cNvPr>
            <p:cNvSpPr/>
            <p:nvPr/>
          </p:nvSpPr>
          <p:spPr>
            <a:xfrm>
              <a:off x="7222716" y="6718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D9F9D10C-710A-4D43-A126-75A411C385E8}"/>
                </a:ext>
              </a:extLst>
            </p:cNvPr>
            <p:cNvSpPr/>
            <p:nvPr/>
          </p:nvSpPr>
          <p:spPr>
            <a:xfrm>
              <a:off x="6989771" y="6629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EB4C7983-3C4F-4D80-B2C2-90CB8151E81A}"/>
                </a:ext>
              </a:extLst>
            </p:cNvPr>
            <p:cNvSpPr/>
            <p:nvPr/>
          </p:nvSpPr>
          <p:spPr>
            <a:xfrm>
              <a:off x="7220120" y="65329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7030E8E0-51D1-43D5-99B0-50BD427C642C}"/>
                </a:ext>
              </a:extLst>
            </p:cNvPr>
            <p:cNvSpPr/>
            <p:nvPr/>
          </p:nvSpPr>
          <p:spPr>
            <a:xfrm>
              <a:off x="6989556" y="64447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8D131456-5BED-4FC4-8D8A-5A512765F05F}"/>
                </a:ext>
              </a:extLst>
            </p:cNvPr>
            <p:cNvSpPr/>
            <p:nvPr/>
          </p:nvSpPr>
          <p:spPr>
            <a:xfrm>
              <a:off x="7213770" y="63551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16C1E052-7A6D-4F24-82FC-79785AEC7D0D}"/>
                </a:ext>
              </a:extLst>
            </p:cNvPr>
            <p:cNvSpPr/>
            <p:nvPr/>
          </p:nvSpPr>
          <p:spPr>
            <a:xfrm>
              <a:off x="7451895" y="62662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7AFF96E0-38D4-4DC4-AB0C-A5E08639C302}"/>
                </a:ext>
              </a:extLst>
            </p:cNvPr>
            <p:cNvSpPr/>
            <p:nvPr/>
          </p:nvSpPr>
          <p:spPr>
            <a:xfrm>
              <a:off x="2038401" y="52476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75C44839-786D-4BAA-A31A-CE06AF3EC7EC}"/>
                </a:ext>
              </a:extLst>
            </p:cNvPr>
            <p:cNvSpPr/>
            <p:nvPr/>
          </p:nvSpPr>
          <p:spPr>
            <a:xfrm>
              <a:off x="1802657" y="51595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81A6F332-BDD0-4E2E-9182-38D9F14A4144}"/>
                </a:ext>
              </a:extLst>
            </p:cNvPr>
            <p:cNvSpPr/>
            <p:nvPr/>
          </p:nvSpPr>
          <p:spPr>
            <a:xfrm>
              <a:off x="1100188" y="58000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E4F21FAF-85F9-4C58-93F3-D0576C484FE9}"/>
                </a:ext>
              </a:extLst>
            </p:cNvPr>
            <p:cNvSpPr/>
            <p:nvPr/>
          </p:nvSpPr>
          <p:spPr>
            <a:xfrm>
              <a:off x="1093044" y="56238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F4BF2D3C-0F1B-42D5-AFF7-3591EF81F489}"/>
                </a:ext>
              </a:extLst>
            </p:cNvPr>
            <p:cNvSpPr/>
            <p:nvPr/>
          </p:nvSpPr>
          <p:spPr>
            <a:xfrm>
              <a:off x="1095425" y="54405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01646480-3465-49DD-BC5B-44702936889D}"/>
                </a:ext>
              </a:extLst>
            </p:cNvPr>
            <p:cNvSpPr/>
            <p:nvPr/>
          </p:nvSpPr>
          <p:spPr>
            <a:xfrm>
              <a:off x="1333550" y="53500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842C870A-10E4-4F88-AA95-E58715025366}"/>
                </a:ext>
              </a:extLst>
            </p:cNvPr>
            <p:cNvSpPr/>
            <p:nvPr/>
          </p:nvSpPr>
          <p:spPr>
            <a:xfrm>
              <a:off x="1093044" y="52619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4FD90ACF-F533-4ECC-9215-E3B7B8FB786F}"/>
                </a:ext>
              </a:extLst>
            </p:cNvPr>
            <p:cNvSpPr/>
            <p:nvPr/>
          </p:nvSpPr>
          <p:spPr>
            <a:xfrm>
              <a:off x="854919" y="57143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1B927A6C-772C-4EA6-99EC-8F81AE300C23}"/>
                </a:ext>
              </a:extLst>
            </p:cNvPr>
            <p:cNvSpPr/>
            <p:nvPr/>
          </p:nvSpPr>
          <p:spPr>
            <a:xfrm>
              <a:off x="11233320" y="47960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EA5A159F-922A-41D7-BD04-E587289FA428}"/>
                </a:ext>
              </a:extLst>
            </p:cNvPr>
            <p:cNvSpPr/>
            <p:nvPr/>
          </p:nvSpPr>
          <p:spPr>
            <a:xfrm>
              <a:off x="11471445" y="48874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1DCD40B7-5B75-48DC-AE2C-37EB02C2D0C0}"/>
                </a:ext>
              </a:extLst>
            </p:cNvPr>
            <p:cNvSpPr/>
            <p:nvPr/>
          </p:nvSpPr>
          <p:spPr>
            <a:xfrm>
              <a:off x="11940551" y="50708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4189ED7C-C5E8-4558-805B-0A7A7CEED5CB}"/>
                </a:ext>
              </a:extLst>
            </p:cNvPr>
            <p:cNvSpPr/>
            <p:nvPr/>
          </p:nvSpPr>
          <p:spPr>
            <a:xfrm>
              <a:off x="11464301" y="47017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45110522-3C82-40AB-B553-A44FA4E41CD8}"/>
                </a:ext>
              </a:extLst>
            </p:cNvPr>
            <p:cNvSpPr/>
            <p:nvPr/>
          </p:nvSpPr>
          <p:spPr>
            <a:xfrm>
              <a:off x="11233320" y="46107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E07A6216-240D-4D4B-A1ED-0DBC3EBCC5CD}"/>
                </a:ext>
              </a:extLst>
            </p:cNvPr>
            <p:cNvSpPr/>
            <p:nvPr/>
          </p:nvSpPr>
          <p:spPr>
            <a:xfrm>
              <a:off x="10999005" y="45174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527228EC-C8B7-436A-AC40-BE4EF0452E2B}"/>
                </a:ext>
              </a:extLst>
            </p:cNvPr>
            <p:cNvSpPr/>
            <p:nvPr/>
          </p:nvSpPr>
          <p:spPr>
            <a:xfrm>
              <a:off x="10993290" y="4334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958FB0C8-0C8B-42D5-920A-121A0F761F65}"/>
                </a:ext>
              </a:extLst>
            </p:cNvPr>
            <p:cNvSpPr/>
            <p:nvPr/>
          </p:nvSpPr>
          <p:spPr>
            <a:xfrm>
              <a:off x="11229510" y="44245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5" name="Hexagon 854">
              <a:extLst>
                <a:ext uri="{FF2B5EF4-FFF2-40B4-BE49-F238E27FC236}">
                  <a16:creationId xmlns:a16="http://schemas.microsoft.com/office/drawing/2014/main" id="{837D8875-2312-420D-BB3D-F4301E04BAD5}"/>
                </a:ext>
              </a:extLst>
            </p:cNvPr>
            <p:cNvSpPr/>
            <p:nvPr/>
          </p:nvSpPr>
          <p:spPr>
            <a:xfrm>
              <a:off x="11227605" y="42412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93218BC7-B11F-440A-84E7-D78CF6D0C30D}"/>
                </a:ext>
              </a:extLst>
            </p:cNvPr>
            <p:cNvSpPr/>
            <p:nvPr/>
          </p:nvSpPr>
          <p:spPr>
            <a:xfrm>
              <a:off x="10288440" y="44278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01B5D634-92B2-4BE5-8068-042E52F98B4B}"/>
                </a:ext>
              </a:extLst>
            </p:cNvPr>
            <p:cNvSpPr/>
            <p:nvPr/>
          </p:nvSpPr>
          <p:spPr>
            <a:xfrm>
              <a:off x="10286535" y="42450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8" name="Hexagon 857">
              <a:extLst>
                <a:ext uri="{FF2B5EF4-FFF2-40B4-BE49-F238E27FC236}">
                  <a16:creationId xmlns:a16="http://schemas.microsoft.com/office/drawing/2014/main" id="{B0084854-5A46-4BA8-A044-F15F0B57B8B4}"/>
                </a:ext>
              </a:extLst>
            </p:cNvPr>
            <p:cNvSpPr/>
            <p:nvPr/>
          </p:nvSpPr>
          <p:spPr>
            <a:xfrm>
              <a:off x="10054125" y="4521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9" name="Hexagon 858">
              <a:extLst>
                <a:ext uri="{FF2B5EF4-FFF2-40B4-BE49-F238E27FC236}">
                  <a16:creationId xmlns:a16="http://schemas.microsoft.com/office/drawing/2014/main" id="{AACF974D-116B-4635-952C-AECBFC264C87}"/>
                </a:ext>
              </a:extLst>
            </p:cNvPr>
            <p:cNvSpPr/>
            <p:nvPr/>
          </p:nvSpPr>
          <p:spPr>
            <a:xfrm>
              <a:off x="10048410" y="4338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0" name="Hexagon 859">
              <a:extLst>
                <a:ext uri="{FF2B5EF4-FFF2-40B4-BE49-F238E27FC236}">
                  <a16:creationId xmlns:a16="http://schemas.microsoft.com/office/drawing/2014/main" id="{C1974B64-7BDA-4632-B2B9-029F1780B2B0}"/>
                </a:ext>
              </a:extLst>
            </p:cNvPr>
            <p:cNvSpPr/>
            <p:nvPr/>
          </p:nvSpPr>
          <p:spPr>
            <a:xfrm>
              <a:off x="10522755" y="4151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1" name="Hexagon 860">
              <a:extLst>
                <a:ext uri="{FF2B5EF4-FFF2-40B4-BE49-F238E27FC236}">
                  <a16:creationId xmlns:a16="http://schemas.microsoft.com/office/drawing/2014/main" id="{D6BD6A71-5B16-434E-91C4-2BC901D84D3A}"/>
                </a:ext>
              </a:extLst>
            </p:cNvPr>
            <p:cNvSpPr/>
            <p:nvPr/>
          </p:nvSpPr>
          <p:spPr>
            <a:xfrm>
              <a:off x="10518945" y="39687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2" name="Hexagon 861">
              <a:extLst>
                <a:ext uri="{FF2B5EF4-FFF2-40B4-BE49-F238E27FC236}">
                  <a16:creationId xmlns:a16="http://schemas.microsoft.com/office/drawing/2014/main" id="{E61EC394-9BC6-4AC4-ACC1-7D54F50F08A1}"/>
                </a:ext>
              </a:extLst>
            </p:cNvPr>
            <p:cNvSpPr/>
            <p:nvPr/>
          </p:nvSpPr>
          <p:spPr>
            <a:xfrm>
              <a:off x="10755165" y="42469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3" name="Hexagon 862">
              <a:extLst>
                <a:ext uri="{FF2B5EF4-FFF2-40B4-BE49-F238E27FC236}">
                  <a16:creationId xmlns:a16="http://schemas.microsoft.com/office/drawing/2014/main" id="{0EE4E686-39E6-4A84-8FA4-1AEDDB895CE1}"/>
                </a:ext>
              </a:extLst>
            </p:cNvPr>
            <p:cNvSpPr/>
            <p:nvPr/>
          </p:nvSpPr>
          <p:spPr>
            <a:xfrm>
              <a:off x="11705125" y="4790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4" name="Hexagon 863">
              <a:extLst>
                <a:ext uri="{FF2B5EF4-FFF2-40B4-BE49-F238E27FC236}">
                  <a16:creationId xmlns:a16="http://schemas.microsoft.com/office/drawing/2014/main" id="{D932855D-2BA5-4029-AF88-3B75FCF09279}"/>
                </a:ext>
              </a:extLst>
            </p:cNvPr>
            <p:cNvSpPr/>
            <p:nvPr/>
          </p:nvSpPr>
          <p:spPr>
            <a:xfrm>
              <a:off x="11697981" y="46052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5" name="Hexagon 864">
              <a:extLst>
                <a:ext uri="{FF2B5EF4-FFF2-40B4-BE49-F238E27FC236}">
                  <a16:creationId xmlns:a16="http://schemas.microsoft.com/office/drawing/2014/main" id="{F2D1DB8E-8355-4CE0-A786-B17F9FB2A3B7}"/>
                </a:ext>
              </a:extLst>
            </p:cNvPr>
            <p:cNvSpPr/>
            <p:nvPr/>
          </p:nvSpPr>
          <p:spPr>
            <a:xfrm>
              <a:off x="11941345" y="48849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6" name="Hexagon 865">
              <a:extLst>
                <a:ext uri="{FF2B5EF4-FFF2-40B4-BE49-F238E27FC236}">
                  <a16:creationId xmlns:a16="http://schemas.microsoft.com/office/drawing/2014/main" id="{29E12BF3-AA7D-499E-A2EA-64070EE0C0EF}"/>
                </a:ext>
              </a:extLst>
            </p:cNvPr>
            <p:cNvSpPr/>
            <p:nvPr/>
          </p:nvSpPr>
          <p:spPr>
            <a:xfrm>
              <a:off x="11934201" y="4699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7" name="Hexagon 866">
              <a:extLst>
                <a:ext uri="{FF2B5EF4-FFF2-40B4-BE49-F238E27FC236}">
                  <a16:creationId xmlns:a16="http://schemas.microsoft.com/office/drawing/2014/main" id="{6A273939-04C8-4A4D-A261-317E266CCE42}"/>
                </a:ext>
              </a:extLst>
            </p:cNvPr>
            <p:cNvSpPr/>
            <p:nvPr/>
          </p:nvSpPr>
          <p:spPr>
            <a:xfrm>
              <a:off x="12175025" y="4790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8" name="Hexagon 867">
              <a:extLst>
                <a:ext uri="{FF2B5EF4-FFF2-40B4-BE49-F238E27FC236}">
                  <a16:creationId xmlns:a16="http://schemas.microsoft.com/office/drawing/2014/main" id="{A808B601-26E4-4AD0-8482-2B8CA3EB6F96}"/>
                </a:ext>
              </a:extLst>
            </p:cNvPr>
            <p:cNvSpPr/>
            <p:nvPr/>
          </p:nvSpPr>
          <p:spPr>
            <a:xfrm>
              <a:off x="12167881" y="46052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69" name="Hexagon 868">
              <a:extLst>
                <a:ext uri="{FF2B5EF4-FFF2-40B4-BE49-F238E27FC236}">
                  <a16:creationId xmlns:a16="http://schemas.microsoft.com/office/drawing/2014/main" id="{35B0D1EB-3768-44F1-9D2D-99A619B60342}"/>
                </a:ext>
              </a:extLst>
            </p:cNvPr>
            <p:cNvSpPr/>
            <p:nvPr/>
          </p:nvSpPr>
          <p:spPr>
            <a:xfrm>
              <a:off x="11933725" y="45141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6CC2A7F7-475A-4A9F-A407-0DF86CBF0CF2}"/>
                </a:ext>
              </a:extLst>
            </p:cNvPr>
            <p:cNvSpPr/>
            <p:nvPr/>
          </p:nvSpPr>
          <p:spPr>
            <a:xfrm>
              <a:off x="11929121" y="43283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1BC72ABB-A4BE-492A-AC97-B62DF8C4556B}"/>
                </a:ext>
              </a:extLst>
            </p:cNvPr>
            <p:cNvSpPr/>
            <p:nvPr/>
          </p:nvSpPr>
          <p:spPr>
            <a:xfrm>
              <a:off x="12172485" y="44175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02693E4E-B553-4F1D-AD8F-3BA84029917B}"/>
                </a:ext>
              </a:extLst>
            </p:cNvPr>
            <p:cNvSpPr/>
            <p:nvPr/>
          </p:nvSpPr>
          <p:spPr>
            <a:xfrm>
              <a:off x="12165341" y="42318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FD4877C3-5855-4C57-AEF3-3CD182513ED4}"/>
                </a:ext>
              </a:extLst>
            </p:cNvPr>
            <p:cNvSpPr/>
            <p:nvPr/>
          </p:nvSpPr>
          <p:spPr>
            <a:xfrm>
              <a:off x="11933725" y="41458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02EB4E82-9E7C-4549-9762-5B3C8A8298E6}"/>
                </a:ext>
              </a:extLst>
            </p:cNvPr>
            <p:cNvSpPr/>
            <p:nvPr/>
          </p:nvSpPr>
          <p:spPr>
            <a:xfrm>
              <a:off x="11926581" y="39600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653F3DD6-1C22-491E-B83C-8F7070B9A0CD}"/>
                </a:ext>
              </a:extLst>
            </p:cNvPr>
            <p:cNvSpPr/>
            <p:nvPr/>
          </p:nvSpPr>
          <p:spPr>
            <a:xfrm>
              <a:off x="11697981" y="40591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938F1F4B-A5FA-4BE1-BDC4-A560F9111199}"/>
                </a:ext>
              </a:extLst>
            </p:cNvPr>
            <p:cNvSpPr/>
            <p:nvPr/>
          </p:nvSpPr>
          <p:spPr>
            <a:xfrm>
              <a:off x="11702585" y="38765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6B656BC0-8331-46D0-8270-BFBEBA383830}"/>
                </a:ext>
              </a:extLst>
            </p:cNvPr>
            <p:cNvSpPr/>
            <p:nvPr/>
          </p:nvSpPr>
          <p:spPr>
            <a:xfrm>
              <a:off x="11695441" y="36908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DCEBCF22-A596-4075-BBEC-F0CB9C06979D}"/>
                </a:ext>
              </a:extLst>
            </p:cNvPr>
            <p:cNvSpPr/>
            <p:nvPr/>
          </p:nvSpPr>
          <p:spPr>
            <a:xfrm>
              <a:off x="11461761" y="39702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AE0F0F43-C227-4502-AC23-89559AAFDF63}"/>
                </a:ext>
              </a:extLst>
            </p:cNvPr>
            <p:cNvSpPr/>
            <p:nvPr/>
          </p:nvSpPr>
          <p:spPr>
            <a:xfrm>
              <a:off x="11466365" y="37876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967AB858-ED93-4626-B147-C912C89A9F74}"/>
                </a:ext>
              </a:extLst>
            </p:cNvPr>
            <p:cNvSpPr/>
            <p:nvPr/>
          </p:nvSpPr>
          <p:spPr>
            <a:xfrm>
              <a:off x="11459221" y="35993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73D7DA49-BB7F-491D-8FF6-19E920B4B3F0}"/>
                </a:ext>
              </a:extLst>
            </p:cNvPr>
            <p:cNvSpPr/>
            <p:nvPr/>
          </p:nvSpPr>
          <p:spPr>
            <a:xfrm>
              <a:off x="11225541" y="3695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393F69E7-0077-42F8-9E46-51101C437C98}"/>
                </a:ext>
              </a:extLst>
            </p:cNvPr>
            <p:cNvSpPr/>
            <p:nvPr/>
          </p:nvSpPr>
          <p:spPr>
            <a:xfrm>
              <a:off x="10996941" y="37949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D6D85086-1386-4FBD-B806-7AD891704E0F}"/>
                </a:ext>
              </a:extLst>
            </p:cNvPr>
            <p:cNvSpPr/>
            <p:nvPr/>
          </p:nvSpPr>
          <p:spPr>
            <a:xfrm>
              <a:off x="11461285" y="3411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3AB33F8E-B68B-42F3-90C1-B72C9B85CD37}"/>
                </a:ext>
              </a:extLst>
            </p:cNvPr>
            <p:cNvSpPr/>
            <p:nvPr/>
          </p:nvSpPr>
          <p:spPr>
            <a:xfrm>
              <a:off x="11225065" y="3322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F9CEA744-2E0C-43CA-A17C-5212143E1A12}"/>
                </a:ext>
              </a:extLst>
            </p:cNvPr>
            <p:cNvSpPr/>
            <p:nvPr/>
          </p:nvSpPr>
          <p:spPr>
            <a:xfrm>
              <a:off x="10984241" y="32310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48C9C6C5-A090-41F7-A81A-6B73BC395D25}"/>
                </a:ext>
              </a:extLst>
            </p:cNvPr>
            <p:cNvSpPr/>
            <p:nvPr/>
          </p:nvSpPr>
          <p:spPr>
            <a:xfrm>
              <a:off x="11227605" y="3139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7E3C5C74-3B78-4E1E-B307-814FA4BCF2F7}"/>
                </a:ext>
              </a:extLst>
            </p:cNvPr>
            <p:cNvSpPr/>
            <p:nvPr/>
          </p:nvSpPr>
          <p:spPr>
            <a:xfrm>
              <a:off x="10986781" y="3048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74DB4737-E269-44E3-94A6-12100F6EF9B3}"/>
                </a:ext>
              </a:extLst>
            </p:cNvPr>
            <p:cNvSpPr/>
            <p:nvPr/>
          </p:nvSpPr>
          <p:spPr>
            <a:xfrm>
              <a:off x="11225065" y="29596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8A7DEC48-DA3E-48DC-99BF-7E6524CA630B}"/>
                </a:ext>
              </a:extLst>
            </p:cNvPr>
            <p:cNvSpPr/>
            <p:nvPr/>
          </p:nvSpPr>
          <p:spPr>
            <a:xfrm>
              <a:off x="11227605" y="2776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F319046A-7269-4EA4-8640-287582A2CEAD}"/>
                </a:ext>
              </a:extLst>
            </p:cNvPr>
            <p:cNvSpPr/>
            <p:nvPr/>
          </p:nvSpPr>
          <p:spPr>
            <a:xfrm>
              <a:off x="10278915" y="4062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1B1B57E5-AE8A-464D-AA6E-E01FB6F412D9}"/>
                </a:ext>
              </a:extLst>
            </p:cNvPr>
            <p:cNvSpPr/>
            <p:nvPr/>
          </p:nvSpPr>
          <p:spPr>
            <a:xfrm>
              <a:off x="10280185" y="38798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41AFD52E-A2D1-4121-AC25-1414529C12C1}"/>
                </a:ext>
              </a:extLst>
            </p:cNvPr>
            <p:cNvSpPr/>
            <p:nvPr/>
          </p:nvSpPr>
          <p:spPr>
            <a:xfrm>
              <a:off x="10517675" y="37808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F0F92F8D-0152-4FD0-ADCA-ABC800215420}"/>
                </a:ext>
              </a:extLst>
            </p:cNvPr>
            <p:cNvSpPr/>
            <p:nvPr/>
          </p:nvSpPr>
          <p:spPr>
            <a:xfrm>
              <a:off x="10513865" y="35979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12F265D5-BE52-4A32-A7B2-8D6B4EEB18FD}"/>
                </a:ext>
              </a:extLst>
            </p:cNvPr>
            <p:cNvSpPr/>
            <p:nvPr/>
          </p:nvSpPr>
          <p:spPr>
            <a:xfrm>
              <a:off x="10276375" y="3691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3DA50650-54AC-4E11-A80E-D24F68C369A4}"/>
                </a:ext>
              </a:extLst>
            </p:cNvPr>
            <p:cNvSpPr/>
            <p:nvPr/>
          </p:nvSpPr>
          <p:spPr>
            <a:xfrm>
              <a:off x="10275105" y="3509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FD1F1D57-0616-44E7-B2D7-26AEB08277EC}"/>
                </a:ext>
              </a:extLst>
            </p:cNvPr>
            <p:cNvSpPr/>
            <p:nvPr/>
          </p:nvSpPr>
          <p:spPr>
            <a:xfrm>
              <a:off x="10762785" y="3509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8D35BD02-2095-48CF-A2D3-B3EABDE4C309}"/>
                </a:ext>
              </a:extLst>
            </p:cNvPr>
            <p:cNvSpPr/>
            <p:nvPr/>
          </p:nvSpPr>
          <p:spPr>
            <a:xfrm>
              <a:off x="10518945" y="3420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C8DC7E19-80FE-4866-AD9C-DAADD7847E77}"/>
                </a:ext>
              </a:extLst>
            </p:cNvPr>
            <p:cNvSpPr/>
            <p:nvPr/>
          </p:nvSpPr>
          <p:spPr>
            <a:xfrm>
              <a:off x="10281455" y="3328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A7B588B9-31DA-4780-9D7A-551B7CC2B544}"/>
                </a:ext>
              </a:extLst>
            </p:cNvPr>
            <p:cNvSpPr/>
            <p:nvPr/>
          </p:nvSpPr>
          <p:spPr>
            <a:xfrm>
              <a:off x="10280185" y="3140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8A05F7D1-1F6C-429A-A766-2EAE66162647}"/>
                </a:ext>
              </a:extLst>
            </p:cNvPr>
            <p:cNvSpPr/>
            <p:nvPr/>
          </p:nvSpPr>
          <p:spPr>
            <a:xfrm>
              <a:off x="10042695" y="3234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47069BF0-7C47-49A6-9915-8044EFF0406E}"/>
                </a:ext>
              </a:extLst>
            </p:cNvPr>
            <p:cNvSpPr/>
            <p:nvPr/>
          </p:nvSpPr>
          <p:spPr>
            <a:xfrm>
              <a:off x="10041425" y="30518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BBB2AA95-DFF3-45A1-AA5F-8CEAD3B396BB}"/>
                </a:ext>
              </a:extLst>
            </p:cNvPr>
            <p:cNvSpPr/>
            <p:nvPr/>
          </p:nvSpPr>
          <p:spPr>
            <a:xfrm>
              <a:off x="9803935" y="3143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5ECEA14F-5D23-4634-9BC0-9ECAE041A811}"/>
                </a:ext>
              </a:extLst>
            </p:cNvPr>
            <p:cNvSpPr/>
            <p:nvPr/>
          </p:nvSpPr>
          <p:spPr>
            <a:xfrm>
              <a:off x="9802665" y="29604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0666677D-DCB4-440B-8D10-92500BDB6AD2}"/>
                </a:ext>
              </a:extLst>
            </p:cNvPr>
            <p:cNvSpPr/>
            <p:nvPr/>
          </p:nvSpPr>
          <p:spPr>
            <a:xfrm>
              <a:off x="9577875" y="32296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3E201604-B97B-41DB-97D8-56A9FC41515F}"/>
                </a:ext>
              </a:extLst>
            </p:cNvPr>
            <p:cNvSpPr/>
            <p:nvPr/>
          </p:nvSpPr>
          <p:spPr>
            <a:xfrm>
              <a:off x="9576605" y="30467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C7F43956-4C4E-4DF3-8295-6E0FFD7B7BC1}"/>
                </a:ext>
              </a:extLst>
            </p:cNvPr>
            <p:cNvSpPr/>
            <p:nvPr/>
          </p:nvSpPr>
          <p:spPr>
            <a:xfrm>
              <a:off x="9336575" y="3138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8E193974-525B-4C89-82F8-753F3C6CA48C}"/>
                </a:ext>
              </a:extLst>
            </p:cNvPr>
            <p:cNvSpPr/>
            <p:nvPr/>
          </p:nvSpPr>
          <p:spPr>
            <a:xfrm>
              <a:off x="9335305" y="2955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3EEAE4CB-F2B7-40F0-A250-C164E075E82E}"/>
                </a:ext>
              </a:extLst>
            </p:cNvPr>
            <p:cNvSpPr/>
            <p:nvPr/>
          </p:nvSpPr>
          <p:spPr>
            <a:xfrm>
              <a:off x="10275105" y="29578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2EA12221-5166-4354-BE7E-E1C2D48F5D80}"/>
                </a:ext>
              </a:extLst>
            </p:cNvPr>
            <p:cNvSpPr/>
            <p:nvPr/>
          </p:nvSpPr>
          <p:spPr>
            <a:xfrm>
              <a:off x="10036345" y="28689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3E849E32-482E-4F18-BF39-C913E1849ABC}"/>
                </a:ext>
              </a:extLst>
            </p:cNvPr>
            <p:cNvSpPr/>
            <p:nvPr/>
          </p:nvSpPr>
          <p:spPr>
            <a:xfrm>
              <a:off x="10036345" y="268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4AB530D6-6DE8-4FF8-A3CB-E7A3A05FD3D2}"/>
                </a:ext>
              </a:extLst>
            </p:cNvPr>
            <p:cNvSpPr/>
            <p:nvPr/>
          </p:nvSpPr>
          <p:spPr>
            <a:xfrm>
              <a:off x="10277645" y="2592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994FAC49-E815-47F3-9307-ED81346F5FC8}"/>
                </a:ext>
              </a:extLst>
            </p:cNvPr>
            <p:cNvSpPr/>
            <p:nvPr/>
          </p:nvSpPr>
          <p:spPr>
            <a:xfrm>
              <a:off x="10518945" y="268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51C17D62-D460-4A16-A5F2-D3D4577A637F}"/>
                </a:ext>
              </a:extLst>
            </p:cNvPr>
            <p:cNvSpPr/>
            <p:nvPr/>
          </p:nvSpPr>
          <p:spPr>
            <a:xfrm>
              <a:off x="10757705" y="2592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FD2D692E-DEB9-456D-97EC-4F88B11688D7}"/>
                </a:ext>
              </a:extLst>
            </p:cNvPr>
            <p:cNvSpPr/>
            <p:nvPr/>
          </p:nvSpPr>
          <p:spPr>
            <a:xfrm>
              <a:off x="10999005" y="268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D3642350-CA5C-402D-A504-7EA13F2330BE}"/>
                </a:ext>
              </a:extLst>
            </p:cNvPr>
            <p:cNvSpPr/>
            <p:nvPr/>
          </p:nvSpPr>
          <p:spPr>
            <a:xfrm>
              <a:off x="11458745" y="2685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663837D1-6505-4F3B-80BD-C9032A708D5A}"/>
                </a:ext>
              </a:extLst>
            </p:cNvPr>
            <p:cNvSpPr/>
            <p:nvPr/>
          </p:nvSpPr>
          <p:spPr>
            <a:xfrm>
              <a:off x="10988845" y="2500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AB615142-FBC8-4453-8DDB-A13933433D80}"/>
                </a:ext>
              </a:extLst>
            </p:cNvPr>
            <p:cNvSpPr/>
            <p:nvPr/>
          </p:nvSpPr>
          <p:spPr>
            <a:xfrm>
              <a:off x="11230145" y="2592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30CF2890-C007-41E6-8DAD-5DA2AD3121A4}"/>
                </a:ext>
              </a:extLst>
            </p:cNvPr>
            <p:cNvSpPr/>
            <p:nvPr/>
          </p:nvSpPr>
          <p:spPr>
            <a:xfrm>
              <a:off x="11463825" y="2502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ADF194A1-56FB-4F60-B351-0CFCFCC5DFA4}"/>
                </a:ext>
              </a:extLst>
            </p:cNvPr>
            <p:cNvSpPr/>
            <p:nvPr/>
          </p:nvSpPr>
          <p:spPr>
            <a:xfrm>
              <a:off x="10993925" y="23177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651D04B9-C981-4807-B823-02EE482B4C61}"/>
                </a:ext>
              </a:extLst>
            </p:cNvPr>
            <p:cNvSpPr/>
            <p:nvPr/>
          </p:nvSpPr>
          <p:spPr>
            <a:xfrm>
              <a:off x="11235225" y="24092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6372A560-0C09-4FE9-AD17-2D8CE1800385}"/>
                </a:ext>
              </a:extLst>
            </p:cNvPr>
            <p:cNvSpPr/>
            <p:nvPr/>
          </p:nvSpPr>
          <p:spPr>
            <a:xfrm>
              <a:off x="11466365" y="23144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038A6951-B4D0-442E-8444-58B5D9B944E6}"/>
                </a:ext>
              </a:extLst>
            </p:cNvPr>
            <p:cNvSpPr/>
            <p:nvPr/>
          </p:nvSpPr>
          <p:spPr>
            <a:xfrm>
              <a:off x="10996465" y="21298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D507AC20-120F-4810-87C1-3263D754019C}"/>
                </a:ext>
              </a:extLst>
            </p:cNvPr>
            <p:cNvSpPr/>
            <p:nvPr/>
          </p:nvSpPr>
          <p:spPr>
            <a:xfrm>
              <a:off x="11237765" y="2221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C8A2A163-B713-48A8-89E1-4C80A598BF0C}"/>
                </a:ext>
              </a:extLst>
            </p:cNvPr>
            <p:cNvSpPr/>
            <p:nvPr/>
          </p:nvSpPr>
          <p:spPr>
            <a:xfrm>
              <a:off x="11705125" y="22230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36170F3C-10D2-4398-AEBA-097492EE2A85}"/>
                </a:ext>
              </a:extLst>
            </p:cNvPr>
            <p:cNvSpPr/>
            <p:nvPr/>
          </p:nvSpPr>
          <p:spPr>
            <a:xfrm>
              <a:off x="11237765" y="2040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C5FA2563-6828-480E-A89F-F8B39D4A13D9}"/>
                </a:ext>
              </a:extLst>
            </p:cNvPr>
            <p:cNvSpPr/>
            <p:nvPr/>
          </p:nvSpPr>
          <p:spPr>
            <a:xfrm>
              <a:off x="11476525" y="21298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E7B00F07-8E97-4F82-827B-54C962E084B8}"/>
                </a:ext>
              </a:extLst>
            </p:cNvPr>
            <p:cNvSpPr/>
            <p:nvPr/>
          </p:nvSpPr>
          <p:spPr>
            <a:xfrm>
              <a:off x="10765325" y="24066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F063BC4E-E68F-4604-A5C0-21A4312D079E}"/>
                </a:ext>
              </a:extLst>
            </p:cNvPr>
            <p:cNvSpPr/>
            <p:nvPr/>
          </p:nvSpPr>
          <p:spPr>
            <a:xfrm>
              <a:off x="10755165" y="22238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F74065D1-76B1-4632-A69B-ED9856687CB9}"/>
                </a:ext>
              </a:extLst>
            </p:cNvPr>
            <p:cNvSpPr/>
            <p:nvPr/>
          </p:nvSpPr>
          <p:spPr>
            <a:xfrm>
              <a:off x="10755165" y="2040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F6729A74-8BB5-477A-9530-2F304461BF26}"/>
                </a:ext>
              </a:extLst>
            </p:cNvPr>
            <p:cNvSpPr/>
            <p:nvPr/>
          </p:nvSpPr>
          <p:spPr>
            <a:xfrm>
              <a:off x="10760245" y="18529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E570AC1F-49B6-4917-A395-B3B538957965}"/>
                </a:ext>
              </a:extLst>
            </p:cNvPr>
            <p:cNvSpPr/>
            <p:nvPr/>
          </p:nvSpPr>
          <p:spPr>
            <a:xfrm>
              <a:off x="10518945" y="2312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A8AC608D-AD26-4FFE-AB5D-10762182D199}"/>
                </a:ext>
              </a:extLst>
            </p:cNvPr>
            <p:cNvSpPr/>
            <p:nvPr/>
          </p:nvSpPr>
          <p:spPr>
            <a:xfrm>
              <a:off x="10526565" y="2127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B496B365-897D-42B2-85FE-4126BC441726}"/>
                </a:ext>
              </a:extLst>
            </p:cNvPr>
            <p:cNvSpPr/>
            <p:nvPr/>
          </p:nvSpPr>
          <p:spPr>
            <a:xfrm>
              <a:off x="10516405" y="19444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E863494A-5AA5-4C2D-9F71-A9A0B416F3D5}"/>
                </a:ext>
              </a:extLst>
            </p:cNvPr>
            <p:cNvSpPr/>
            <p:nvPr/>
          </p:nvSpPr>
          <p:spPr>
            <a:xfrm>
              <a:off x="10280185" y="24066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1F0D54E7-2246-4F04-B000-8198D70AA7C0}"/>
                </a:ext>
              </a:extLst>
            </p:cNvPr>
            <p:cNvSpPr/>
            <p:nvPr/>
          </p:nvSpPr>
          <p:spPr>
            <a:xfrm>
              <a:off x="10988845" y="19520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8C40433A-084E-472B-B107-292CBCE8AE94}"/>
                </a:ext>
              </a:extLst>
            </p:cNvPr>
            <p:cNvSpPr/>
            <p:nvPr/>
          </p:nvSpPr>
          <p:spPr>
            <a:xfrm>
              <a:off x="10991385" y="17640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33CAB0E8-244D-44EE-A931-18C3A5FF574E}"/>
                </a:ext>
              </a:extLst>
            </p:cNvPr>
            <p:cNvSpPr/>
            <p:nvPr/>
          </p:nvSpPr>
          <p:spPr>
            <a:xfrm>
              <a:off x="10750085" y="1675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8" name="Hexagon 937">
              <a:extLst>
                <a:ext uri="{FF2B5EF4-FFF2-40B4-BE49-F238E27FC236}">
                  <a16:creationId xmlns:a16="http://schemas.microsoft.com/office/drawing/2014/main" id="{B3CBC1C7-6EC3-4E4E-B00C-99F87DCD0072}"/>
                </a:ext>
              </a:extLst>
            </p:cNvPr>
            <p:cNvSpPr/>
            <p:nvPr/>
          </p:nvSpPr>
          <p:spPr>
            <a:xfrm>
              <a:off x="11702585" y="20401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722947D8-8964-474E-87BD-C4AEEFCC9B3A}"/>
                </a:ext>
              </a:extLst>
            </p:cNvPr>
            <p:cNvSpPr/>
            <p:nvPr/>
          </p:nvSpPr>
          <p:spPr>
            <a:xfrm>
              <a:off x="11473985" y="19469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1" name="Hexagon 940">
              <a:extLst>
                <a:ext uri="{FF2B5EF4-FFF2-40B4-BE49-F238E27FC236}">
                  <a16:creationId xmlns:a16="http://schemas.microsoft.com/office/drawing/2014/main" id="{16EB3F2B-840E-4B10-A7EE-FF743AEF6C12}"/>
                </a:ext>
              </a:extLst>
            </p:cNvPr>
            <p:cNvSpPr/>
            <p:nvPr/>
          </p:nvSpPr>
          <p:spPr>
            <a:xfrm>
              <a:off x="7459456" y="60789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956FF2AD-8B02-4F89-9009-A445D503E442}"/>
                </a:ext>
              </a:extLst>
            </p:cNvPr>
            <p:cNvSpPr/>
            <p:nvPr/>
          </p:nvSpPr>
          <p:spPr>
            <a:xfrm>
              <a:off x="7683670" y="59893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2276B968-11AB-410A-BDE6-4F3A4F370E87}"/>
                </a:ext>
              </a:extLst>
            </p:cNvPr>
            <p:cNvSpPr/>
            <p:nvPr/>
          </p:nvSpPr>
          <p:spPr>
            <a:xfrm>
              <a:off x="7921795" y="5900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21DF91B4-53DF-4798-B54F-4976467B1FBE}"/>
                </a:ext>
              </a:extLst>
            </p:cNvPr>
            <p:cNvSpPr/>
            <p:nvPr/>
          </p:nvSpPr>
          <p:spPr>
            <a:xfrm>
              <a:off x="7690020" y="58039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9CF7638A-DC2F-496D-993F-D0895B6777E6}"/>
                </a:ext>
              </a:extLst>
            </p:cNvPr>
            <p:cNvSpPr/>
            <p:nvPr/>
          </p:nvSpPr>
          <p:spPr>
            <a:xfrm>
              <a:off x="7683670" y="56261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46B32D0E-F1B7-4AD6-92C3-1B2A3EFB4451}"/>
                </a:ext>
              </a:extLst>
            </p:cNvPr>
            <p:cNvSpPr/>
            <p:nvPr/>
          </p:nvSpPr>
          <p:spPr>
            <a:xfrm>
              <a:off x="7924335" y="57175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ED674712-D978-4195-9A08-E45A314E5288}"/>
                </a:ext>
              </a:extLst>
            </p:cNvPr>
            <p:cNvSpPr/>
            <p:nvPr/>
          </p:nvSpPr>
          <p:spPr>
            <a:xfrm>
              <a:off x="7924970" y="55321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27339D8C-288B-4CF4-A620-CDDE7DF31DB2}"/>
                </a:ext>
              </a:extLst>
            </p:cNvPr>
            <p:cNvSpPr/>
            <p:nvPr/>
          </p:nvSpPr>
          <p:spPr>
            <a:xfrm>
              <a:off x="8165635" y="5623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69B14E2A-BA7C-4A99-9D30-9DE8FFEA1F7F}"/>
                </a:ext>
              </a:extLst>
            </p:cNvPr>
            <p:cNvSpPr/>
            <p:nvPr/>
          </p:nvSpPr>
          <p:spPr>
            <a:xfrm>
              <a:off x="7927510" y="53467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3734D1D5-A767-4117-95C2-5C6CB75504F7}"/>
                </a:ext>
              </a:extLst>
            </p:cNvPr>
            <p:cNvSpPr/>
            <p:nvPr/>
          </p:nvSpPr>
          <p:spPr>
            <a:xfrm>
              <a:off x="8168175" y="54381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A4F16E11-276E-4871-B291-DDDC66F9F5FA}"/>
                </a:ext>
              </a:extLst>
            </p:cNvPr>
            <p:cNvSpPr/>
            <p:nvPr/>
          </p:nvSpPr>
          <p:spPr>
            <a:xfrm>
              <a:off x="8163730" y="52502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388E1413-7D24-4477-8A5A-4925E7430233}"/>
                </a:ext>
              </a:extLst>
            </p:cNvPr>
            <p:cNvSpPr/>
            <p:nvPr/>
          </p:nvSpPr>
          <p:spPr>
            <a:xfrm>
              <a:off x="8406935" y="51562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A45B20D4-79C9-4855-A8AA-56E631D69B3F}"/>
                </a:ext>
              </a:extLst>
            </p:cNvPr>
            <p:cNvSpPr/>
            <p:nvPr/>
          </p:nvSpPr>
          <p:spPr>
            <a:xfrm>
              <a:off x="4867347" y="6171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0AC7A6F9-7D42-4D10-9847-6D38C2396B6D}"/>
                </a:ext>
              </a:extLst>
            </p:cNvPr>
            <p:cNvSpPr/>
            <p:nvPr/>
          </p:nvSpPr>
          <p:spPr>
            <a:xfrm>
              <a:off x="4631741" y="60794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ABEA0477-545A-4172-940A-2D3157EFD856}"/>
                </a:ext>
              </a:extLst>
            </p:cNvPr>
            <p:cNvSpPr/>
            <p:nvPr/>
          </p:nvSpPr>
          <p:spPr>
            <a:xfrm>
              <a:off x="4631127" y="58948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217281F5-4B9B-430D-9D4C-6B0D3F2EA551}"/>
                </a:ext>
              </a:extLst>
            </p:cNvPr>
            <p:cNvSpPr/>
            <p:nvPr/>
          </p:nvSpPr>
          <p:spPr>
            <a:xfrm>
              <a:off x="4395521" y="5807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A151A881-E50E-4C37-8E72-77316D28EA30}"/>
                </a:ext>
              </a:extLst>
            </p:cNvPr>
            <p:cNvSpPr/>
            <p:nvPr/>
          </p:nvSpPr>
          <p:spPr>
            <a:xfrm>
              <a:off x="4631127" y="5714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B934F297-E223-408F-AEBF-39094ECD230E}"/>
                </a:ext>
              </a:extLst>
            </p:cNvPr>
            <p:cNvSpPr/>
            <p:nvPr/>
          </p:nvSpPr>
          <p:spPr>
            <a:xfrm>
              <a:off x="4398061" y="56248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441C4007-47B1-4663-8068-898ADC13F518}"/>
                </a:ext>
              </a:extLst>
            </p:cNvPr>
            <p:cNvSpPr/>
            <p:nvPr/>
          </p:nvSpPr>
          <p:spPr>
            <a:xfrm>
              <a:off x="4158687" y="55291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5685C56C-4034-4E6A-8567-7A7E0E8149B3}"/>
                </a:ext>
              </a:extLst>
            </p:cNvPr>
            <p:cNvSpPr/>
            <p:nvPr/>
          </p:nvSpPr>
          <p:spPr>
            <a:xfrm>
              <a:off x="3925621" y="5439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D2086522-0E3C-4596-A2F9-5CEEE58B71AD}"/>
                </a:ext>
              </a:extLst>
            </p:cNvPr>
            <p:cNvSpPr/>
            <p:nvPr/>
          </p:nvSpPr>
          <p:spPr>
            <a:xfrm>
              <a:off x="4158687" y="53462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8C0F8B6E-7FC1-4F70-9FF9-6BA0051CDD69}"/>
                </a:ext>
              </a:extLst>
            </p:cNvPr>
            <p:cNvSpPr/>
            <p:nvPr/>
          </p:nvSpPr>
          <p:spPr>
            <a:xfrm>
              <a:off x="3928161" y="52514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6308F88A-E512-4DA3-90DD-D4A598F8A473}"/>
                </a:ext>
              </a:extLst>
            </p:cNvPr>
            <p:cNvSpPr/>
            <p:nvPr/>
          </p:nvSpPr>
          <p:spPr>
            <a:xfrm>
              <a:off x="4394907" y="52548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45B1E31D-05AC-4EC4-A1F1-F45098861EE3}"/>
                </a:ext>
              </a:extLst>
            </p:cNvPr>
            <p:cNvSpPr/>
            <p:nvPr/>
          </p:nvSpPr>
          <p:spPr>
            <a:xfrm>
              <a:off x="4161841" y="51625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E9B374B2-263C-43A3-A753-CB6109FA1E9A}"/>
                </a:ext>
              </a:extLst>
            </p:cNvPr>
            <p:cNvSpPr/>
            <p:nvPr/>
          </p:nvSpPr>
          <p:spPr>
            <a:xfrm>
              <a:off x="4392367" y="54427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B681D1D3-EBDB-43D7-B95F-4BB77BD1737C}"/>
                </a:ext>
              </a:extLst>
            </p:cNvPr>
            <p:cNvSpPr/>
            <p:nvPr/>
          </p:nvSpPr>
          <p:spPr>
            <a:xfrm>
              <a:off x="4867347" y="5808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19922C26-59A9-4160-9390-8444137783E6}"/>
                </a:ext>
              </a:extLst>
            </p:cNvPr>
            <p:cNvSpPr/>
            <p:nvPr/>
          </p:nvSpPr>
          <p:spPr>
            <a:xfrm>
              <a:off x="1331010" y="5162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33B99736-7C32-471C-A918-F5A8BF2CB653}"/>
                </a:ext>
              </a:extLst>
            </p:cNvPr>
            <p:cNvSpPr/>
            <p:nvPr/>
          </p:nvSpPr>
          <p:spPr>
            <a:xfrm>
              <a:off x="1090504" y="50739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CBD54B7E-9B41-43E6-997D-F4F9A6E5E554}"/>
                </a:ext>
              </a:extLst>
            </p:cNvPr>
            <p:cNvSpPr/>
            <p:nvPr/>
          </p:nvSpPr>
          <p:spPr>
            <a:xfrm>
              <a:off x="1564690" y="50680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FF1BA232-2027-4F18-92BC-C549B863A05F}"/>
                </a:ext>
              </a:extLst>
            </p:cNvPr>
            <p:cNvSpPr/>
            <p:nvPr/>
          </p:nvSpPr>
          <p:spPr>
            <a:xfrm>
              <a:off x="2035861" y="50647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1B3A62ED-18A5-405A-91B4-E8FE4A8AC837}"/>
                </a:ext>
              </a:extLst>
            </p:cNvPr>
            <p:cNvSpPr/>
            <p:nvPr/>
          </p:nvSpPr>
          <p:spPr>
            <a:xfrm>
              <a:off x="1800117" y="4976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51119C0E-C9F2-4D18-BB10-6AA36C74CCD2}"/>
                </a:ext>
              </a:extLst>
            </p:cNvPr>
            <p:cNvSpPr/>
            <p:nvPr/>
          </p:nvSpPr>
          <p:spPr>
            <a:xfrm>
              <a:off x="1564690" y="4887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F908F33B-DB6B-4771-9161-8D409C900148}"/>
                </a:ext>
              </a:extLst>
            </p:cNvPr>
            <p:cNvSpPr/>
            <p:nvPr/>
          </p:nvSpPr>
          <p:spPr>
            <a:xfrm>
              <a:off x="1327677" y="4976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B7C3BF63-E4EB-4DCE-A4E1-223393C41E94}"/>
                </a:ext>
              </a:extLst>
            </p:cNvPr>
            <p:cNvSpPr/>
            <p:nvPr/>
          </p:nvSpPr>
          <p:spPr>
            <a:xfrm>
              <a:off x="1099870" y="4887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5FD8FD64-5980-4707-9FB5-32105746F1D0}"/>
                </a:ext>
              </a:extLst>
            </p:cNvPr>
            <p:cNvSpPr/>
            <p:nvPr/>
          </p:nvSpPr>
          <p:spPr>
            <a:xfrm>
              <a:off x="1325137" y="479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75649FCF-DA7C-4E23-BD26-1850E1DA6F22}"/>
                </a:ext>
              </a:extLst>
            </p:cNvPr>
            <p:cNvSpPr/>
            <p:nvPr/>
          </p:nvSpPr>
          <p:spPr>
            <a:xfrm>
              <a:off x="1097330" y="470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DADE4B1E-7ADC-4231-9098-E1F8B4D50A32}"/>
                </a:ext>
              </a:extLst>
            </p:cNvPr>
            <p:cNvSpPr/>
            <p:nvPr/>
          </p:nvSpPr>
          <p:spPr>
            <a:xfrm>
              <a:off x="2035861" y="48818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3626862A-B46E-4F3E-8C93-1927D5673265}"/>
                </a:ext>
              </a:extLst>
            </p:cNvPr>
            <p:cNvSpPr/>
            <p:nvPr/>
          </p:nvSpPr>
          <p:spPr>
            <a:xfrm>
              <a:off x="1800117" y="479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C71BD02A-A2F5-434E-B567-0AC88A0BE414}"/>
                </a:ext>
              </a:extLst>
            </p:cNvPr>
            <p:cNvSpPr/>
            <p:nvPr/>
          </p:nvSpPr>
          <p:spPr>
            <a:xfrm>
              <a:off x="1564690" y="470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C7AB09A2-1B02-4ABE-BDAE-813B46F33470}"/>
                </a:ext>
              </a:extLst>
            </p:cNvPr>
            <p:cNvSpPr/>
            <p:nvPr/>
          </p:nvSpPr>
          <p:spPr>
            <a:xfrm>
              <a:off x="1325137" y="46108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1C3DDF6D-8CFF-4EDF-BD37-060F3998768D}"/>
                </a:ext>
              </a:extLst>
            </p:cNvPr>
            <p:cNvSpPr/>
            <p:nvPr/>
          </p:nvSpPr>
          <p:spPr>
            <a:xfrm>
              <a:off x="1097330" y="45219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51DC4F57-208D-499A-9321-4FEAD5928CA8}"/>
                </a:ext>
              </a:extLst>
            </p:cNvPr>
            <p:cNvSpPr/>
            <p:nvPr/>
          </p:nvSpPr>
          <p:spPr>
            <a:xfrm>
              <a:off x="2510841" y="48818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A4AC8E5C-E604-44B9-8A90-C6103F328B5B}"/>
                </a:ext>
              </a:extLst>
            </p:cNvPr>
            <p:cNvSpPr/>
            <p:nvPr/>
          </p:nvSpPr>
          <p:spPr>
            <a:xfrm>
              <a:off x="2275097" y="479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74D41EA6-FD62-4B7C-A3BF-E41968169624}"/>
                </a:ext>
              </a:extLst>
            </p:cNvPr>
            <p:cNvSpPr/>
            <p:nvPr/>
          </p:nvSpPr>
          <p:spPr>
            <a:xfrm>
              <a:off x="2039670" y="4704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8C535201-3CC3-47E8-831D-5F5844E91E89}"/>
                </a:ext>
              </a:extLst>
            </p:cNvPr>
            <p:cNvSpPr/>
            <p:nvPr/>
          </p:nvSpPr>
          <p:spPr>
            <a:xfrm>
              <a:off x="2741981" y="4790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6D3A60FC-7494-44D2-A178-B4A6A657E28B}"/>
                </a:ext>
              </a:extLst>
            </p:cNvPr>
            <p:cNvSpPr/>
            <p:nvPr/>
          </p:nvSpPr>
          <p:spPr>
            <a:xfrm>
              <a:off x="2506237" y="4702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B11C32FE-065A-4D51-9F51-959E1EA068A5}"/>
                </a:ext>
              </a:extLst>
            </p:cNvPr>
            <p:cNvSpPr/>
            <p:nvPr/>
          </p:nvSpPr>
          <p:spPr>
            <a:xfrm>
              <a:off x="2270810" y="46134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931DE166-0162-445C-9E42-6120547EF03A}"/>
                </a:ext>
              </a:extLst>
            </p:cNvPr>
            <p:cNvSpPr/>
            <p:nvPr/>
          </p:nvSpPr>
          <p:spPr>
            <a:xfrm>
              <a:off x="2508301" y="45186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88B31026-1F3D-4F0B-AF50-7919A4553DDA}"/>
                </a:ext>
              </a:extLst>
            </p:cNvPr>
            <p:cNvSpPr/>
            <p:nvPr/>
          </p:nvSpPr>
          <p:spPr>
            <a:xfrm>
              <a:off x="2272557" y="44305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9ADEEDFF-1DDB-4E62-BB85-F0EB15C0D06E}"/>
                </a:ext>
              </a:extLst>
            </p:cNvPr>
            <p:cNvSpPr/>
            <p:nvPr/>
          </p:nvSpPr>
          <p:spPr>
            <a:xfrm>
              <a:off x="2037130" y="43416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BC4241ED-F630-403E-90CC-5D8274FEC66E}"/>
                </a:ext>
              </a:extLst>
            </p:cNvPr>
            <p:cNvSpPr/>
            <p:nvPr/>
          </p:nvSpPr>
          <p:spPr>
            <a:xfrm>
              <a:off x="2508301" y="43332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86673F95-D5F5-43FD-9043-D1E62433BE13}"/>
                </a:ext>
              </a:extLst>
            </p:cNvPr>
            <p:cNvSpPr/>
            <p:nvPr/>
          </p:nvSpPr>
          <p:spPr>
            <a:xfrm>
              <a:off x="2272557" y="4245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D24E0B31-5554-43BD-9C08-FA72D79AD94E}"/>
                </a:ext>
              </a:extLst>
            </p:cNvPr>
            <p:cNvSpPr/>
            <p:nvPr/>
          </p:nvSpPr>
          <p:spPr>
            <a:xfrm>
              <a:off x="2037130" y="4156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F70F460F-9804-4F14-B639-637B9FA1897F}"/>
                </a:ext>
              </a:extLst>
            </p:cNvPr>
            <p:cNvSpPr/>
            <p:nvPr/>
          </p:nvSpPr>
          <p:spPr>
            <a:xfrm>
              <a:off x="2747537" y="44254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8BA88053-49BB-4406-9148-04CDC682F566}"/>
                </a:ext>
              </a:extLst>
            </p:cNvPr>
            <p:cNvSpPr/>
            <p:nvPr/>
          </p:nvSpPr>
          <p:spPr>
            <a:xfrm>
              <a:off x="2749601" y="42417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D6834D8F-1335-4750-BD67-49CC7F449542}"/>
                </a:ext>
              </a:extLst>
            </p:cNvPr>
            <p:cNvSpPr/>
            <p:nvPr/>
          </p:nvSpPr>
          <p:spPr>
            <a:xfrm>
              <a:off x="2749601" y="40563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FBDDE4BB-51C7-4142-9387-DD6CF6C46C97}"/>
                </a:ext>
              </a:extLst>
            </p:cNvPr>
            <p:cNvSpPr/>
            <p:nvPr/>
          </p:nvSpPr>
          <p:spPr>
            <a:xfrm>
              <a:off x="2280970" y="40622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9805AADD-18F4-4CF3-8EBA-F89BDDB9D6E9}"/>
                </a:ext>
              </a:extLst>
            </p:cNvPr>
            <p:cNvSpPr/>
            <p:nvPr/>
          </p:nvSpPr>
          <p:spPr>
            <a:xfrm>
              <a:off x="2516397" y="3965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706D129F-ACF1-47A5-846A-0F3D22C970A0}"/>
                </a:ext>
              </a:extLst>
            </p:cNvPr>
            <p:cNvSpPr/>
            <p:nvPr/>
          </p:nvSpPr>
          <p:spPr>
            <a:xfrm>
              <a:off x="2280970" y="38768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EC6C3018-7C0C-4EF5-82DF-BCFA4B71D194}"/>
                </a:ext>
              </a:extLst>
            </p:cNvPr>
            <p:cNvSpPr/>
            <p:nvPr/>
          </p:nvSpPr>
          <p:spPr>
            <a:xfrm>
              <a:off x="2516397" y="37802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8902CAED-5D0E-47B8-910E-A7AF55C43F84}"/>
                </a:ext>
              </a:extLst>
            </p:cNvPr>
            <p:cNvSpPr/>
            <p:nvPr/>
          </p:nvSpPr>
          <p:spPr>
            <a:xfrm>
              <a:off x="1567230" y="37904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41BBBC65-A512-42C7-949C-6E3C636A538D}"/>
                </a:ext>
              </a:extLst>
            </p:cNvPr>
            <p:cNvSpPr/>
            <p:nvPr/>
          </p:nvSpPr>
          <p:spPr>
            <a:xfrm>
              <a:off x="2279701" y="36906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3FFBC664-1E80-43F0-8F09-23C4E6FD3533}"/>
                </a:ext>
              </a:extLst>
            </p:cNvPr>
            <p:cNvSpPr/>
            <p:nvPr/>
          </p:nvSpPr>
          <p:spPr>
            <a:xfrm>
              <a:off x="1808530" y="3693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56965983-CC8D-44AA-9E3F-1DD7E29635CB}"/>
                </a:ext>
              </a:extLst>
            </p:cNvPr>
            <p:cNvSpPr/>
            <p:nvPr/>
          </p:nvSpPr>
          <p:spPr>
            <a:xfrm>
              <a:off x="2046497" y="35999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33F13C6F-D81A-4E0E-9366-BCFB886615A6}"/>
                </a:ext>
              </a:extLst>
            </p:cNvPr>
            <p:cNvSpPr/>
            <p:nvPr/>
          </p:nvSpPr>
          <p:spPr>
            <a:xfrm>
              <a:off x="1333550" y="4427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A8A69F68-A0FA-4A9A-A4C4-22FE08D3DB14}"/>
                </a:ext>
              </a:extLst>
            </p:cNvPr>
            <p:cNvSpPr/>
            <p:nvPr/>
          </p:nvSpPr>
          <p:spPr>
            <a:xfrm>
              <a:off x="1093997" y="43340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F8D39A15-E76B-4944-AD42-C9CF029031EE}"/>
                </a:ext>
              </a:extLst>
            </p:cNvPr>
            <p:cNvSpPr/>
            <p:nvPr/>
          </p:nvSpPr>
          <p:spPr>
            <a:xfrm>
              <a:off x="866190" y="42451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3202EFB6-F5F3-46C7-8161-B6A44AA3ACFE}"/>
                </a:ext>
              </a:extLst>
            </p:cNvPr>
            <p:cNvSpPr/>
            <p:nvPr/>
          </p:nvSpPr>
          <p:spPr>
            <a:xfrm>
              <a:off x="857777" y="44305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AEEA88F3-8FCE-4C5F-810A-3F8384FD3689}"/>
                </a:ext>
              </a:extLst>
            </p:cNvPr>
            <p:cNvSpPr/>
            <p:nvPr/>
          </p:nvSpPr>
          <p:spPr>
            <a:xfrm>
              <a:off x="1102410" y="4151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BEC8A381-7277-4F15-BD24-611AF268B1BD}"/>
                </a:ext>
              </a:extLst>
            </p:cNvPr>
            <p:cNvSpPr/>
            <p:nvPr/>
          </p:nvSpPr>
          <p:spPr>
            <a:xfrm>
              <a:off x="862857" y="4057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3463CF9B-2EBA-46BA-A06F-B6E3002AE5BA}"/>
                </a:ext>
              </a:extLst>
            </p:cNvPr>
            <p:cNvSpPr/>
            <p:nvPr/>
          </p:nvSpPr>
          <p:spPr>
            <a:xfrm>
              <a:off x="624097" y="41485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3" name="Hexagon 1012">
              <a:extLst>
                <a:ext uri="{FF2B5EF4-FFF2-40B4-BE49-F238E27FC236}">
                  <a16:creationId xmlns:a16="http://schemas.microsoft.com/office/drawing/2014/main" id="{A22DDFA9-D6F3-4F84-AD49-3495BF9D4E70}"/>
                </a:ext>
              </a:extLst>
            </p:cNvPr>
            <p:cNvSpPr/>
            <p:nvPr/>
          </p:nvSpPr>
          <p:spPr>
            <a:xfrm>
              <a:off x="1094790" y="39657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4" name="Hexagon 1013">
              <a:extLst>
                <a:ext uri="{FF2B5EF4-FFF2-40B4-BE49-F238E27FC236}">
                  <a16:creationId xmlns:a16="http://schemas.microsoft.com/office/drawing/2014/main" id="{3FF1055C-CCC0-4DB7-8A47-2A6A2A472889}"/>
                </a:ext>
              </a:extLst>
            </p:cNvPr>
            <p:cNvSpPr/>
            <p:nvPr/>
          </p:nvSpPr>
          <p:spPr>
            <a:xfrm>
              <a:off x="855237" y="3871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5" name="Hexagon 1014">
              <a:extLst>
                <a:ext uri="{FF2B5EF4-FFF2-40B4-BE49-F238E27FC236}">
                  <a16:creationId xmlns:a16="http://schemas.microsoft.com/office/drawing/2014/main" id="{4BD55244-B799-4919-BE1E-9FB98A59D5DA}"/>
                </a:ext>
              </a:extLst>
            </p:cNvPr>
            <p:cNvSpPr/>
            <p:nvPr/>
          </p:nvSpPr>
          <p:spPr>
            <a:xfrm>
              <a:off x="619017" y="39631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10D74EC0-F9A0-4A22-A044-B874B816827F}"/>
                </a:ext>
              </a:extLst>
            </p:cNvPr>
            <p:cNvSpPr/>
            <p:nvPr/>
          </p:nvSpPr>
          <p:spPr>
            <a:xfrm>
              <a:off x="852697" y="3686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508CBB16-04FA-4919-862F-30FFF154BE55}"/>
                </a:ext>
              </a:extLst>
            </p:cNvPr>
            <p:cNvSpPr/>
            <p:nvPr/>
          </p:nvSpPr>
          <p:spPr>
            <a:xfrm>
              <a:off x="616477" y="37752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9CA62443-CDE2-4F4F-8F0F-C0D890E7466A}"/>
                </a:ext>
              </a:extLst>
            </p:cNvPr>
            <p:cNvSpPr/>
            <p:nvPr/>
          </p:nvSpPr>
          <p:spPr>
            <a:xfrm>
              <a:off x="1094790" y="3599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C7BEFB86-E1E3-4A74-ABEA-693254CEDF4F}"/>
                </a:ext>
              </a:extLst>
            </p:cNvPr>
            <p:cNvSpPr/>
            <p:nvPr/>
          </p:nvSpPr>
          <p:spPr>
            <a:xfrm>
              <a:off x="1338630" y="3693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EEE39297-9215-4992-8B98-14827064B3D8}"/>
                </a:ext>
              </a:extLst>
            </p:cNvPr>
            <p:cNvSpPr/>
            <p:nvPr/>
          </p:nvSpPr>
          <p:spPr>
            <a:xfrm>
              <a:off x="1574850" y="3599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1EC4B787-AF23-43B4-87F9-DB169AE8B38C}"/>
                </a:ext>
              </a:extLst>
            </p:cNvPr>
            <p:cNvSpPr/>
            <p:nvPr/>
          </p:nvSpPr>
          <p:spPr>
            <a:xfrm>
              <a:off x="860317" y="34958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5DACBAF8-FD49-43C1-8703-2C618C465FE3}"/>
                </a:ext>
              </a:extLst>
            </p:cNvPr>
            <p:cNvSpPr/>
            <p:nvPr/>
          </p:nvSpPr>
          <p:spPr>
            <a:xfrm>
              <a:off x="1102410" y="34094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3F535DAE-FB46-4734-961F-0658F4BD1FD7}"/>
                </a:ext>
              </a:extLst>
            </p:cNvPr>
            <p:cNvSpPr/>
            <p:nvPr/>
          </p:nvSpPr>
          <p:spPr>
            <a:xfrm>
              <a:off x="1333550" y="35085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F42B6D53-CBD6-4C67-9402-8759240E63F7}"/>
                </a:ext>
              </a:extLst>
            </p:cNvPr>
            <p:cNvSpPr/>
            <p:nvPr/>
          </p:nvSpPr>
          <p:spPr>
            <a:xfrm>
              <a:off x="1808530" y="35059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721BF4F5-03B8-413D-9D73-AFD872C971BE}"/>
                </a:ext>
              </a:extLst>
            </p:cNvPr>
            <p:cNvSpPr/>
            <p:nvPr/>
          </p:nvSpPr>
          <p:spPr>
            <a:xfrm>
              <a:off x="1572310" y="34221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29B12AE9-1D45-443A-B2FE-96C873752C9B}"/>
                </a:ext>
              </a:extLst>
            </p:cNvPr>
            <p:cNvSpPr/>
            <p:nvPr/>
          </p:nvSpPr>
          <p:spPr>
            <a:xfrm>
              <a:off x="2280177" y="35059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E633D88A-7EC2-4A42-9C8B-7A4C84F62233}"/>
                </a:ext>
              </a:extLst>
            </p:cNvPr>
            <p:cNvSpPr/>
            <p:nvPr/>
          </p:nvSpPr>
          <p:spPr>
            <a:xfrm>
              <a:off x="2043481" y="34162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D7D9A5F0-64A7-42E0-B940-A0EA31069811}"/>
                </a:ext>
              </a:extLst>
            </p:cNvPr>
            <p:cNvSpPr/>
            <p:nvPr/>
          </p:nvSpPr>
          <p:spPr>
            <a:xfrm>
              <a:off x="1810277" y="33256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4209EDAF-1DBB-4B62-8DE3-F005766614EC}"/>
                </a:ext>
              </a:extLst>
            </p:cNvPr>
            <p:cNvSpPr/>
            <p:nvPr/>
          </p:nvSpPr>
          <p:spPr>
            <a:xfrm>
              <a:off x="1338630" y="33256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0" name="Hexagon 1029">
              <a:extLst>
                <a:ext uri="{FF2B5EF4-FFF2-40B4-BE49-F238E27FC236}">
                  <a16:creationId xmlns:a16="http://schemas.microsoft.com/office/drawing/2014/main" id="{FAF61CB3-3036-4067-9E02-6E755D81474B}"/>
                </a:ext>
              </a:extLst>
            </p:cNvPr>
            <p:cNvSpPr/>
            <p:nvPr/>
          </p:nvSpPr>
          <p:spPr>
            <a:xfrm>
              <a:off x="1572310" y="32316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1" name="Hexagon 1030">
              <a:extLst>
                <a:ext uri="{FF2B5EF4-FFF2-40B4-BE49-F238E27FC236}">
                  <a16:creationId xmlns:a16="http://schemas.microsoft.com/office/drawing/2014/main" id="{4C67C73A-4170-4D0F-900E-9ED028D64CE8}"/>
                </a:ext>
              </a:extLst>
            </p:cNvPr>
            <p:cNvSpPr/>
            <p:nvPr/>
          </p:nvSpPr>
          <p:spPr>
            <a:xfrm>
              <a:off x="861110" y="33205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A968469A-C2EC-4CC5-931B-F2A70392F9A5}"/>
                </a:ext>
              </a:extLst>
            </p:cNvPr>
            <p:cNvSpPr/>
            <p:nvPr/>
          </p:nvSpPr>
          <p:spPr>
            <a:xfrm>
              <a:off x="1097330" y="3236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FDC9BA2D-B7F3-4E4A-96CC-0130104D0D3C}"/>
                </a:ext>
              </a:extLst>
            </p:cNvPr>
            <p:cNvSpPr/>
            <p:nvPr/>
          </p:nvSpPr>
          <p:spPr>
            <a:xfrm>
              <a:off x="863650" y="3140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0E23C07D-267B-4410-B02E-C59FBA15FF7E}"/>
                </a:ext>
              </a:extLst>
            </p:cNvPr>
            <p:cNvSpPr/>
            <p:nvPr/>
          </p:nvSpPr>
          <p:spPr>
            <a:xfrm>
              <a:off x="857777" y="29522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2600EA6C-165E-49A8-8777-77EA55084386}"/>
                </a:ext>
              </a:extLst>
            </p:cNvPr>
            <p:cNvSpPr/>
            <p:nvPr/>
          </p:nvSpPr>
          <p:spPr>
            <a:xfrm>
              <a:off x="858570" y="2776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A910C4C9-8468-44D0-8525-F654FE3FF90A}"/>
                </a:ext>
              </a:extLst>
            </p:cNvPr>
            <p:cNvSpPr/>
            <p:nvPr/>
          </p:nvSpPr>
          <p:spPr>
            <a:xfrm>
              <a:off x="863650" y="25941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CFC9B070-7EF4-4D82-A46D-2E9515472AA9}"/>
                </a:ext>
              </a:extLst>
            </p:cNvPr>
            <p:cNvSpPr/>
            <p:nvPr/>
          </p:nvSpPr>
          <p:spPr>
            <a:xfrm>
              <a:off x="1336090" y="29547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986961ED-EF67-4D35-A531-6FDC90F4F601}"/>
                </a:ext>
              </a:extLst>
            </p:cNvPr>
            <p:cNvSpPr/>
            <p:nvPr/>
          </p:nvSpPr>
          <p:spPr>
            <a:xfrm>
              <a:off x="1094790" y="2865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39" name="Hexagon 1038">
              <a:extLst>
                <a:ext uri="{FF2B5EF4-FFF2-40B4-BE49-F238E27FC236}">
                  <a16:creationId xmlns:a16="http://schemas.microsoft.com/office/drawing/2014/main" id="{B7AC3BF5-1DA7-4FAE-910A-7CBC7BFA8295}"/>
                </a:ext>
              </a:extLst>
            </p:cNvPr>
            <p:cNvSpPr/>
            <p:nvPr/>
          </p:nvSpPr>
          <p:spPr>
            <a:xfrm>
              <a:off x="1097330" y="26855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0" name="Hexagon 1039">
              <a:extLst>
                <a:ext uri="{FF2B5EF4-FFF2-40B4-BE49-F238E27FC236}">
                  <a16:creationId xmlns:a16="http://schemas.microsoft.com/office/drawing/2014/main" id="{B022DC49-4C30-4FB1-AE95-2EDA2C0125B6}"/>
                </a:ext>
              </a:extLst>
            </p:cNvPr>
            <p:cNvSpPr/>
            <p:nvPr/>
          </p:nvSpPr>
          <p:spPr>
            <a:xfrm>
              <a:off x="624097" y="26880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1" name="Hexagon 1040">
              <a:extLst>
                <a:ext uri="{FF2B5EF4-FFF2-40B4-BE49-F238E27FC236}">
                  <a16:creationId xmlns:a16="http://schemas.microsoft.com/office/drawing/2014/main" id="{AA1D3E6A-089A-4059-942F-991FAA8433AC}"/>
                </a:ext>
              </a:extLst>
            </p:cNvPr>
            <p:cNvSpPr/>
            <p:nvPr/>
          </p:nvSpPr>
          <p:spPr>
            <a:xfrm>
              <a:off x="624890" y="25052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2" name="Hexagon 1041">
              <a:extLst>
                <a:ext uri="{FF2B5EF4-FFF2-40B4-BE49-F238E27FC236}">
                  <a16:creationId xmlns:a16="http://schemas.microsoft.com/office/drawing/2014/main" id="{E4633182-BC3A-4E7B-BC6D-34A9CEC104BD}"/>
                </a:ext>
              </a:extLst>
            </p:cNvPr>
            <p:cNvSpPr/>
            <p:nvPr/>
          </p:nvSpPr>
          <p:spPr>
            <a:xfrm>
              <a:off x="629970" y="2324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3" name="Hexagon 1042">
              <a:extLst>
                <a:ext uri="{FF2B5EF4-FFF2-40B4-BE49-F238E27FC236}">
                  <a16:creationId xmlns:a16="http://schemas.microsoft.com/office/drawing/2014/main" id="{5364B910-0F6D-4DFB-9D80-829832A8EAAD}"/>
                </a:ext>
              </a:extLst>
            </p:cNvPr>
            <p:cNvSpPr/>
            <p:nvPr/>
          </p:nvSpPr>
          <p:spPr>
            <a:xfrm>
              <a:off x="863650" y="2408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4" name="Hexagon 1043">
              <a:extLst>
                <a:ext uri="{FF2B5EF4-FFF2-40B4-BE49-F238E27FC236}">
                  <a16:creationId xmlns:a16="http://schemas.microsoft.com/office/drawing/2014/main" id="{C2DB931B-10DE-41AB-B9DF-EAD54CCA775D}"/>
                </a:ext>
              </a:extLst>
            </p:cNvPr>
            <p:cNvSpPr/>
            <p:nvPr/>
          </p:nvSpPr>
          <p:spPr>
            <a:xfrm>
              <a:off x="388670" y="2418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5" name="Hexagon 1044">
              <a:extLst>
                <a:ext uri="{FF2B5EF4-FFF2-40B4-BE49-F238E27FC236}">
                  <a16:creationId xmlns:a16="http://schemas.microsoft.com/office/drawing/2014/main" id="{9F14C0C1-5827-4F03-9A75-E785651C1D19}"/>
                </a:ext>
              </a:extLst>
            </p:cNvPr>
            <p:cNvSpPr/>
            <p:nvPr/>
          </p:nvSpPr>
          <p:spPr>
            <a:xfrm>
              <a:off x="861110" y="22232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6" name="Hexagon 1045">
              <a:extLst>
                <a:ext uri="{FF2B5EF4-FFF2-40B4-BE49-F238E27FC236}">
                  <a16:creationId xmlns:a16="http://schemas.microsoft.com/office/drawing/2014/main" id="{5E4AACB5-3107-4FF8-886C-FE7F836E909D}"/>
                </a:ext>
              </a:extLst>
            </p:cNvPr>
            <p:cNvSpPr/>
            <p:nvPr/>
          </p:nvSpPr>
          <p:spPr>
            <a:xfrm>
              <a:off x="866190" y="2042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7" name="Hexagon 1046">
              <a:extLst>
                <a:ext uri="{FF2B5EF4-FFF2-40B4-BE49-F238E27FC236}">
                  <a16:creationId xmlns:a16="http://schemas.microsoft.com/office/drawing/2014/main" id="{2C5E1D12-712F-4AB2-8359-0B1FF286B971}"/>
                </a:ext>
              </a:extLst>
            </p:cNvPr>
            <p:cNvSpPr/>
            <p:nvPr/>
          </p:nvSpPr>
          <p:spPr>
            <a:xfrm>
              <a:off x="622350" y="2136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8" name="Hexagon 1047">
              <a:extLst>
                <a:ext uri="{FF2B5EF4-FFF2-40B4-BE49-F238E27FC236}">
                  <a16:creationId xmlns:a16="http://schemas.microsoft.com/office/drawing/2014/main" id="{8E48D510-9E9F-407A-A0BC-504501F5CB8A}"/>
                </a:ext>
              </a:extLst>
            </p:cNvPr>
            <p:cNvSpPr/>
            <p:nvPr/>
          </p:nvSpPr>
          <p:spPr>
            <a:xfrm>
              <a:off x="1097330" y="21318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49" name="Hexagon 1048">
              <a:extLst>
                <a:ext uri="{FF2B5EF4-FFF2-40B4-BE49-F238E27FC236}">
                  <a16:creationId xmlns:a16="http://schemas.microsoft.com/office/drawing/2014/main" id="{ABB29FAA-D242-4F7A-BE15-4721523CC68C}"/>
                </a:ext>
              </a:extLst>
            </p:cNvPr>
            <p:cNvSpPr/>
            <p:nvPr/>
          </p:nvSpPr>
          <p:spPr>
            <a:xfrm>
              <a:off x="1102410" y="19514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0" name="Hexagon 1049">
              <a:extLst>
                <a:ext uri="{FF2B5EF4-FFF2-40B4-BE49-F238E27FC236}">
                  <a16:creationId xmlns:a16="http://schemas.microsoft.com/office/drawing/2014/main" id="{8E255D11-6E14-4E33-9CB0-CF8A5F4A005E}"/>
                </a:ext>
              </a:extLst>
            </p:cNvPr>
            <p:cNvSpPr/>
            <p:nvPr/>
          </p:nvSpPr>
          <p:spPr>
            <a:xfrm>
              <a:off x="1333550" y="20353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1" name="Hexagon 1050">
              <a:extLst>
                <a:ext uri="{FF2B5EF4-FFF2-40B4-BE49-F238E27FC236}">
                  <a16:creationId xmlns:a16="http://schemas.microsoft.com/office/drawing/2014/main" id="{DC581970-428F-4BFD-BD7F-03DDFBA10AEE}"/>
                </a:ext>
              </a:extLst>
            </p:cNvPr>
            <p:cNvSpPr/>
            <p:nvPr/>
          </p:nvSpPr>
          <p:spPr>
            <a:xfrm>
              <a:off x="1338630" y="18549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2" name="Hexagon 1051">
              <a:extLst>
                <a:ext uri="{FF2B5EF4-FFF2-40B4-BE49-F238E27FC236}">
                  <a16:creationId xmlns:a16="http://schemas.microsoft.com/office/drawing/2014/main" id="{AF04C95C-B57E-431D-955D-B1EBD33B1213}"/>
                </a:ext>
              </a:extLst>
            </p:cNvPr>
            <p:cNvSpPr/>
            <p:nvPr/>
          </p:nvSpPr>
          <p:spPr>
            <a:xfrm>
              <a:off x="1569770" y="21343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3" name="Hexagon 1052">
              <a:extLst>
                <a:ext uri="{FF2B5EF4-FFF2-40B4-BE49-F238E27FC236}">
                  <a16:creationId xmlns:a16="http://schemas.microsoft.com/office/drawing/2014/main" id="{465561D1-275A-46B4-8D26-D8B974D10F29}"/>
                </a:ext>
              </a:extLst>
            </p:cNvPr>
            <p:cNvSpPr/>
            <p:nvPr/>
          </p:nvSpPr>
          <p:spPr>
            <a:xfrm>
              <a:off x="1569770" y="23197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4" name="Hexagon 1053">
              <a:extLst>
                <a:ext uri="{FF2B5EF4-FFF2-40B4-BE49-F238E27FC236}">
                  <a16:creationId xmlns:a16="http://schemas.microsoft.com/office/drawing/2014/main" id="{1821ED5D-5297-474A-849A-5187E50A479C}"/>
                </a:ext>
              </a:extLst>
            </p:cNvPr>
            <p:cNvSpPr/>
            <p:nvPr/>
          </p:nvSpPr>
          <p:spPr>
            <a:xfrm>
              <a:off x="1333550" y="2408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5" name="Hexagon 1054">
              <a:extLst>
                <a:ext uri="{FF2B5EF4-FFF2-40B4-BE49-F238E27FC236}">
                  <a16:creationId xmlns:a16="http://schemas.microsoft.com/office/drawing/2014/main" id="{8E39A985-12B2-40EF-B20C-02EBB7AB336A}"/>
                </a:ext>
              </a:extLst>
            </p:cNvPr>
            <p:cNvSpPr/>
            <p:nvPr/>
          </p:nvSpPr>
          <p:spPr>
            <a:xfrm>
              <a:off x="1805990" y="2408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6" name="Hexagon 1055">
              <a:extLst>
                <a:ext uri="{FF2B5EF4-FFF2-40B4-BE49-F238E27FC236}">
                  <a16:creationId xmlns:a16="http://schemas.microsoft.com/office/drawing/2014/main" id="{53130CAE-0464-4E49-B570-CA7EE4A4037E}"/>
                </a:ext>
              </a:extLst>
            </p:cNvPr>
            <p:cNvSpPr/>
            <p:nvPr/>
          </p:nvSpPr>
          <p:spPr>
            <a:xfrm>
              <a:off x="1572310" y="25001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7" name="Hexagon 1056">
              <a:extLst>
                <a:ext uri="{FF2B5EF4-FFF2-40B4-BE49-F238E27FC236}">
                  <a16:creationId xmlns:a16="http://schemas.microsoft.com/office/drawing/2014/main" id="{3DABA1C7-4FF1-44B9-859B-F1BC03AB79E6}"/>
                </a:ext>
              </a:extLst>
            </p:cNvPr>
            <p:cNvSpPr/>
            <p:nvPr/>
          </p:nvSpPr>
          <p:spPr>
            <a:xfrm>
              <a:off x="1808530" y="25966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8" name="Hexagon 1057">
              <a:extLst>
                <a:ext uri="{FF2B5EF4-FFF2-40B4-BE49-F238E27FC236}">
                  <a16:creationId xmlns:a16="http://schemas.microsoft.com/office/drawing/2014/main" id="{30CA7C13-A31E-4084-918B-151AEFCAEC2C}"/>
                </a:ext>
              </a:extLst>
            </p:cNvPr>
            <p:cNvSpPr/>
            <p:nvPr/>
          </p:nvSpPr>
          <p:spPr>
            <a:xfrm>
              <a:off x="1808530" y="27820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59" name="Hexagon 1058">
              <a:extLst>
                <a:ext uri="{FF2B5EF4-FFF2-40B4-BE49-F238E27FC236}">
                  <a16:creationId xmlns:a16="http://schemas.microsoft.com/office/drawing/2014/main" id="{09206566-B43D-41F4-8F01-1BF5DB9E162E}"/>
                </a:ext>
              </a:extLst>
            </p:cNvPr>
            <p:cNvSpPr/>
            <p:nvPr/>
          </p:nvSpPr>
          <p:spPr>
            <a:xfrm>
              <a:off x="1813610" y="29674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0" name="Hexagon 1059">
              <a:extLst>
                <a:ext uri="{FF2B5EF4-FFF2-40B4-BE49-F238E27FC236}">
                  <a16:creationId xmlns:a16="http://schemas.microsoft.com/office/drawing/2014/main" id="{916BDBD2-BBA8-4A09-9654-F76655332C65}"/>
                </a:ext>
              </a:extLst>
            </p:cNvPr>
            <p:cNvSpPr/>
            <p:nvPr/>
          </p:nvSpPr>
          <p:spPr>
            <a:xfrm>
              <a:off x="2049830" y="26880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1" name="Hexagon 1060">
              <a:extLst>
                <a:ext uri="{FF2B5EF4-FFF2-40B4-BE49-F238E27FC236}">
                  <a16:creationId xmlns:a16="http://schemas.microsoft.com/office/drawing/2014/main" id="{B225DF6A-3CBF-4DDA-8719-A28ACFC0E585}"/>
                </a:ext>
              </a:extLst>
            </p:cNvPr>
            <p:cNvSpPr/>
            <p:nvPr/>
          </p:nvSpPr>
          <p:spPr>
            <a:xfrm>
              <a:off x="2052370" y="2876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2" name="Hexagon 1061">
              <a:extLst>
                <a:ext uri="{FF2B5EF4-FFF2-40B4-BE49-F238E27FC236}">
                  <a16:creationId xmlns:a16="http://schemas.microsoft.com/office/drawing/2014/main" id="{0569E988-0D7E-4681-A19B-E7841650D2C0}"/>
                </a:ext>
              </a:extLst>
            </p:cNvPr>
            <p:cNvSpPr/>
            <p:nvPr/>
          </p:nvSpPr>
          <p:spPr>
            <a:xfrm>
              <a:off x="2039670" y="32367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3" name="Hexagon 1062">
              <a:extLst>
                <a:ext uri="{FF2B5EF4-FFF2-40B4-BE49-F238E27FC236}">
                  <a16:creationId xmlns:a16="http://schemas.microsoft.com/office/drawing/2014/main" id="{218E5700-E972-40CF-8A3C-4C36622796E7}"/>
                </a:ext>
              </a:extLst>
            </p:cNvPr>
            <p:cNvSpPr/>
            <p:nvPr/>
          </p:nvSpPr>
          <p:spPr>
            <a:xfrm>
              <a:off x="2280177" y="33230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4" name="Hexagon 1063">
              <a:extLst>
                <a:ext uri="{FF2B5EF4-FFF2-40B4-BE49-F238E27FC236}">
                  <a16:creationId xmlns:a16="http://schemas.microsoft.com/office/drawing/2014/main" id="{BEA3E701-A123-4863-B454-0D560ACF2922}"/>
                </a:ext>
              </a:extLst>
            </p:cNvPr>
            <p:cNvSpPr/>
            <p:nvPr/>
          </p:nvSpPr>
          <p:spPr>
            <a:xfrm>
              <a:off x="2277161" y="3139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5" name="Hexagon 1064">
              <a:extLst>
                <a:ext uri="{FF2B5EF4-FFF2-40B4-BE49-F238E27FC236}">
                  <a16:creationId xmlns:a16="http://schemas.microsoft.com/office/drawing/2014/main" id="{554F6B75-C44F-47ED-B464-9DFE175C7790}"/>
                </a:ext>
              </a:extLst>
            </p:cNvPr>
            <p:cNvSpPr/>
            <p:nvPr/>
          </p:nvSpPr>
          <p:spPr>
            <a:xfrm>
              <a:off x="2273350" y="2959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6" name="Hexagon 1065">
              <a:extLst>
                <a:ext uri="{FF2B5EF4-FFF2-40B4-BE49-F238E27FC236}">
                  <a16:creationId xmlns:a16="http://schemas.microsoft.com/office/drawing/2014/main" id="{E4316788-2E00-4AC9-9A26-9A7FBA088F6D}"/>
                </a:ext>
              </a:extLst>
            </p:cNvPr>
            <p:cNvSpPr/>
            <p:nvPr/>
          </p:nvSpPr>
          <p:spPr>
            <a:xfrm>
              <a:off x="2516397" y="32291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7" name="Hexagon 1066">
              <a:extLst>
                <a:ext uri="{FF2B5EF4-FFF2-40B4-BE49-F238E27FC236}">
                  <a16:creationId xmlns:a16="http://schemas.microsoft.com/office/drawing/2014/main" id="{56EC7069-78B0-4788-883A-4164D67CD3FA}"/>
                </a:ext>
              </a:extLst>
            </p:cNvPr>
            <p:cNvSpPr/>
            <p:nvPr/>
          </p:nvSpPr>
          <p:spPr>
            <a:xfrm>
              <a:off x="2513381" y="3045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68" name="Hexagon 1067">
              <a:extLst>
                <a:ext uri="{FF2B5EF4-FFF2-40B4-BE49-F238E27FC236}">
                  <a16:creationId xmlns:a16="http://schemas.microsoft.com/office/drawing/2014/main" id="{5A57E9D1-B482-4564-B6EB-56D24531F8AD}"/>
                </a:ext>
              </a:extLst>
            </p:cNvPr>
            <p:cNvSpPr/>
            <p:nvPr/>
          </p:nvSpPr>
          <p:spPr>
            <a:xfrm>
              <a:off x="2512110" y="2865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0" name="Hexagon 1069">
              <a:extLst>
                <a:ext uri="{FF2B5EF4-FFF2-40B4-BE49-F238E27FC236}">
                  <a16:creationId xmlns:a16="http://schemas.microsoft.com/office/drawing/2014/main" id="{21C0433D-A1E7-423C-A081-3CD876A1834E}"/>
                </a:ext>
              </a:extLst>
            </p:cNvPr>
            <p:cNvSpPr/>
            <p:nvPr/>
          </p:nvSpPr>
          <p:spPr>
            <a:xfrm>
              <a:off x="2752141" y="31368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1" name="Hexagon 1070">
              <a:extLst>
                <a:ext uri="{FF2B5EF4-FFF2-40B4-BE49-F238E27FC236}">
                  <a16:creationId xmlns:a16="http://schemas.microsoft.com/office/drawing/2014/main" id="{7C71E07A-0449-49FF-BA2B-E8DA9C8EDDF8}"/>
                </a:ext>
              </a:extLst>
            </p:cNvPr>
            <p:cNvSpPr/>
            <p:nvPr/>
          </p:nvSpPr>
          <p:spPr>
            <a:xfrm>
              <a:off x="2753410" y="29598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2" name="Hexagon 1071">
              <a:extLst>
                <a:ext uri="{FF2B5EF4-FFF2-40B4-BE49-F238E27FC236}">
                  <a16:creationId xmlns:a16="http://schemas.microsoft.com/office/drawing/2014/main" id="{03BAA0E2-36CC-4C6D-A316-24B93991955A}"/>
                </a:ext>
              </a:extLst>
            </p:cNvPr>
            <p:cNvSpPr/>
            <p:nvPr/>
          </p:nvSpPr>
          <p:spPr>
            <a:xfrm>
              <a:off x="2993917" y="3051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073" name="Hexagon 1072">
              <a:extLst>
                <a:ext uri="{FF2B5EF4-FFF2-40B4-BE49-F238E27FC236}">
                  <a16:creationId xmlns:a16="http://schemas.microsoft.com/office/drawing/2014/main" id="{E80B2551-5D68-4DDE-85C2-374C55A576C2}"/>
                </a:ext>
              </a:extLst>
            </p:cNvPr>
            <p:cNvSpPr/>
            <p:nvPr/>
          </p:nvSpPr>
          <p:spPr>
            <a:xfrm>
              <a:off x="2987090" y="28633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D1A402F0-CACE-43C1-84FC-CD5635071773}"/>
                </a:ext>
              </a:extLst>
            </p:cNvPr>
            <p:cNvSpPr/>
            <p:nvPr/>
          </p:nvSpPr>
          <p:spPr>
            <a:xfrm>
              <a:off x="3449053" y="26776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2" name="遗迹">
            <a:extLst>
              <a:ext uri="{FF2B5EF4-FFF2-40B4-BE49-F238E27FC236}">
                <a16:creationId xmlns:a16="http://schemas.microsoft.com/office/drawing/2014/main" id="{6CFEC84A-4599-4B6B-9D67-58130606F488}"/>
              </a:ext>
            </a:extLst>
          </p:cNvPr>
          <p:cNvGrpSpPr/>
          <p:nvPr/>
        </p:nvGrpSpPr>
        <p:grpSpPr>
          <a:xfrm>
            <a:off x="385119" y="1853881"/>
            <a:ext cx="12337284" cy="8161698"/>
            <a:chOff x="385118" y="1853881"/>
            <a:chExt cx="12337284" cy="8161698"/>
          </a:xfrm>
        </p:grpSpPr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042BA9AD-787E-4523-B860-EFFEA7172C61}"/>
                </a:ext>
              </a:extLst>
            </p:cNvPr>
            <p:cNvSpPr/>
            <p:nvPr/>
          </p:nvSpPr>
          <p:spPr>
            <a:xfrm>
              <a:off x="6283418" y="983007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0B5F1218-9F3B-4018-8421-9136535A7C60}"/>
                </a:ext>
              </a:extLst>
            </p:cNvPr>
            <p:cNvSpPr/>
            <p:nvPr/>
          </p:nvSpPr>
          <p:spPr>
            <a:xfrm>
              <a:off x="7700098" y="94689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235104A6-2E65-48FD-AE15-00A354109981}"/>
                </a:ext>
              </a:extLst>
            </p:cNvPr>
            <p:cNvSpPr/>
            <p:nvPr/>
          </p:nvSpPr>
          <p:spPr>
            <a:xfrm>
              <a:off x="7933236" y="900603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A737E290-BC02-4FD8-8FCB-279AA7AE7284}"/>
                </a:ext>
              </a:extLst>
            </p:cNvPr>
            <p:cNvSpPr/>
            <p:nvPr/>
          </p:nvSpPr>
          <p:spPr>
            <a:xfrm>
              <a:off x="6756020" y="87350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0C4D13C6-5BBF-4EED-90D7-520741C8B435}"/>
                </a:ext>
              </a:extLst>
            </p:cNvPr>
            <p:cNvSpPr/>
            <p:nvPr/>
          </p:nvSpPr>
          <p:spPr>
            <a:xfrm>
              <a:off x="4853941" y="94711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7D9B883B-10CE-4CFF-A191-C47CC25BF2D2}"/>
                </a:ext>
              </a:extLst>
            </p:cNvPr>
            <p:cNvSpPr/>
            <p:nvPr/>
          </p:nvSpPr>
          <p:spPr>
            <a:xfrm>
              <a:off x="5572269" y="865012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B3A55164-669A-4EC5-B47D-B418823CAE22}"/>
                </a:ext>
              </a:extLst>
            </p:cNvPr>
            <p:cNvSpPr/>
            <p:nvPr/>
          </p:nvSpPr>
          <p:spPr>
            <a:xfrm>
              <a:off x="5808465" y="83718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E0B5135E-8121-46CD-B445-0919314F8D06}"/>
                </a:ext>
              </a:extLst>
            </p:cNvPr>
            <p:cNvSpPr/>
            <p:nvPr/>
          </p:nvSpPr>
          <p:spPr>
            <a:xfrm>
              <a:off x="8165921" y="83705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CFA057DF-2510-4C81-BCB2-1676BBCB1495}"/>
                </a:ext>
              </a:extLst>
            </p:cNvPr>
            <p:cNvSpPr/>
            <p:nvPr/>
          </p:nvSpPr>
          <p:spPr>
            <a:xfrm>
              <a:off x="9115741" y="910369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4B9ECA12-4022-4B1E-A3C9-E9546E223ABE}"/>
                </a:ext>
              </a:extLst>
            </p:cNvPr>
            <p:cNvSpPr/>
            <p:nvPr/>
          </p:nvSpPr>
          <p:spPr>
            <a:xfrm>
              <a:off x="9816975" y="957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05212AAF-2DE5-40C6-B0CE-BD6D95C61480}"/>
                </a:ext>
              </a:extLst>
            </p:cNvPr>
            <p:cNvSpPr/>
            <p:nvPr/>
          </p:nvSpPr>
          <p:spPr>
            <a:xfrm>
              <a:off x="9808618" y="8101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F3BA38D1-1663-42E0-A490-CD90CF771172}"/>
                </a:ext>
              </a:extLst>
            </p:cNvPr>
            <p:cNvSpPr/>
            <p:nvPr/>
          </p:nvSpPr>
          <p:spPr>
            <a:xfrm>
              <a:off x="11236063" y="938009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8AFEBD79-B388-41DF-BC88-44FAF9ECC1AE}"/>
                </a:ext>
              </a:extLst>
            </p:cNvPr>
            <p:cNvSpPr/>
            <p:nvPr/>
          </p:nvSpPr>
          <p:spPr>
            <a:xfrm>
              <a:off x="12181569" y="8292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A6E8444A-790F-4D8A-B745-A8A7EE93258E}"/>
                </a:ext>
              </a:extLst>
            </p:cNvPr>
            <p:cNvSpPr/>
            <p:nvPr/>
          </p:nvSpPr>
          <p:spPr>
            <a:xfrm>
              <a:off x="12180679" y="773221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67E69653-FE91-4E3E-9B77-991346267E54}"/>
                </a:ext>
              </a:extLst>
            </p:cNvPr>
            <p:cNvSpPr/>
            <p:nvPr/>
          </p:nvSpPr>
          <p:spPr>
            <a:xfrm>
              <a:off x="11226942" y="735624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32FCAA97-25FA-4724-9BA0-B80BE8244223}"/>
                </a:ext>
              </a:extLst>
            </p:cNvPr>
            <p:cNvSpPr/>
            <p:nvPr/>
          </p:nvSpPr>
          <p:spPr>
            <a:xfrm>
              <a:off x="12412562" y="70843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EC3D622F-10DE-4EAF-B706-9169C4BA2FBC}"/>
                </a:ext>
              </a:extLst>
            </p:cNvPr>
            <p:cNvSpPr/>
            <p:nvPr/>
          </p:nvSpPr>
          <p:spPr>
            <a:xfrm>
              <a:off x="9338910" y="736316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732D2BDB-01EB-48AB-8C01-1331512B7465}"/>
                </a:ext>
              </a:extLst>
            </p:cNvPr>
            <p:cNvSpPr/>
            <p:nvPr/>
          </p:nvSpPr>
          <p:spPr>
            <a:xfrm>
              <a:off x="7689737" y="7267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099F033C-4170-415B-9C92-C49477DA2112}"/>
                </a:ext>
              </a:extLst>
            </p:cNvPr>
            <p:cNvSpPr/>
            <p:nvPr/>
          </p:nvSpPr>
          <p:spPr>
            <a:xfrm>
              <a:off x="6984106" y="699011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7CB535D2-347E-4357-816A-EC6F35F0EB5F}"/>
                </a:ext>
              </a:extLst>
            </p:cNvPr>
            <p:cNvSpPr/>
            <p:nvPr/>
          </p:nvSpPr>
          <p:spPr>
            <a:xfrm>
              <a:off x="7224932" y="690048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2018813A-313A-44B6-8999-0B3C3B1AC636}"/>
                </a:ext>
              </a:extLst>
            </p:cNvPr>
            <p:cNvSpPr/>
            <p:nvPr/>
          </p:nvSpPr>
          <p:spPr>
            <a:xfrm>
              <a:off x="8168419" y="653147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5A84FEA1-A790-44E3-A339-CFF47DB107D2}"/>
                </a:ext>
              </a:extLst>
            </p:cNvPr>
            <p:cNvSpPr/>
            <p:nvPr/>
          </p:nvSpPr>
          <p:spPr>
            <a:xfrm>
              <a:off x="4395743" y="837022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5108E7F9-2671-4310-981B-9D8FA64C66BD}"/>
                </a:ext>
              </a:extLst>
            </p:cNvPr>
            <p:cNvSpPr/>
            <p:nvPr/>
          </p:nvSpPr>
          <p:spPr>
            <a:xfrm>
              <a:off x="6047700" y="77295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2EC59560-D2F8-48B4-84E9-BF0B7C4A4A66}"/>
                </a:ext>
              </a:extLst>
            </p:cNvPr>
            <p:cNvSpPr/>
            <p:nvPr/>
          </p:nvSpPr>
          <p:spPr>
            <a:xfrm>
              <a:off x="3457022" y="799947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66795B1A-40DF-4DDA-AB09-0668F54DD71D}"/>
                </a:ext>
              </a:extLst>
            </p:cNvPr>
            <p:cNvSpPr/>
            <p:nvPr/>
          </p:nvSpPr>
          <p:spPr>
            <a:xfrm>
              <a:off x="3460890" y="87310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2A83E1EA-4E33-481C-925E-AB44691B34B9}"/>
                </a:ext>
              </a:extLst>
            </p:cNvPr>
            <p:cNvSpPr/>
            <p:nvPr/>
          </p:nvSpPr>
          <p:spPr>
            <a:xfrm>
              <a:off x="2510944" y="874493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74598878-BE4A-4B60-8043-0E9CDF929011}"/>
                </a:ext>
              </a:extLst>
            </p:cNvPr>
            <p:cNvSpPr/>
            <p:nvPr/>
          </p:nvSpPr>
          <p:spPr>
            <a:xfrm>
              <a:off x="2755458" y="95791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1D43F883-4739-4E30-ADA1-9DC5C37FEDF5}"/>
                </a:ext>
              </a:extLst>
            </p:cNvPr>
            <p:cNvSpPr/>
            <p:nvPr/>
          </p:nvSpPr>
          <p:spPr>
            <a:xfrm>
              <a:off x="1565209" y="98359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29116D4C-2D93-45EC-B809-B287D2C807F7}"/>
                </a:ext>
              </a:extLst>
            </p:cNvPr>
            <p:cNvSpPr/>
            <p:nvPr/>
          </p:nvSpPr>
          <p:spPr>
            <a:xfrm>
              <a:off x="621960" y="85497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A2326A58-6A35-4310-B975-E1371A5F3AD3}"/>
                </a:ext>
              </a:extLst>
            </p:cNvPr>
            <p:cNvSpPr/>
            <p:nvPr/>
          </p:nvSpPr>
          <p:spPr>
            <a:xfrm>
              <a:off x="1334235" y="79047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E9235945-597E-49E9-A67F-4C6AE2B14241}"/>
                </a:ext>
              </a:extLst>
            </p:cNvPr>
            <p:cNvSpPr/>
            <p:nvPr/>
          </p:nvSpPr>
          <p:spPr>
            <a:xfrm>
              <a:off x="2280593" y="791203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72198F1A-78E0-4772-9B75-25D56548A317}"/>
                </a:ext>
              </a:extLst>
            </p:cNvPr>
            <p:cNvSpPr/>
            <p:nvPr/>
          </p:nvSpPr>
          <p:spPr>
            <a:xfrm>
              <a:off x="385118" y="754056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3E3A1CC6-1793-4721-B31E-75CB9F0EBB27}"/>
                </a:ext>
              </a:extLst>
            </p:cNvPr>
            <p:cNvSpPr/>
            <p:nvPr/>
          </p:nvSpPr>
          <p:spPr>
            <a:xfrm>
              <a:off x="2747318" y="717146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22DB8A4B-9D28-4134-AB40-9C822E918AB8}"/>
                </a:ext>
              </a:extLst>
            </p:cNvPr>
            <p:cNvSpPr/>
            <p:nvPr/>
          </p:nvSpPr>
          <p:spPr>
            <a:xfrm>
              <a:off x="1092349" y="616420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56489BC8-69D8-4F92-BF00-74B1B35010B9}"/>
                </a:ext>
              </a:extLst>
            </p:cNvPr>
            <p:cNvSpPr/>
            <p:nvPr/>
          </p:nvSpPr>
          <p:spPr>
            <a:xfrm>
              <a:off x="2278212" y="60713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35A613A3-40D8-49D1-99EB-58FEEA1C635B}"/>
                </a:ext>
              </a:extLst>
            </p:cNvPr>
            <p:cNvSpPr/>
            <p:nvPr/>
          </p:nvSpPr>
          <p:spPr>
            <a:xfrm>
              <a:off x="3214043" y="55284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99CEEA18-08A1-46A1-B643-5DDDEC242CCE}"/>
                </a:ext>
              </a:extLst>
            </p:cNvPr>
            <p:cNvSpPr/>
            <p:nvPr/>
          </p:nvSpPr>
          <p:spPr>
            <a:xfrm>
              <a:off x="6987202" y="80895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5E653872-95C3-45B9-A6A2-164EB5DBE302}"/>
                </a:ext>
              </a:extLst>
            </p:cNvPr>
            <p:cNvSpPr/>
            <p:nvPr/>
          </p:nvSpPr>
          <p:spPr>
            <a:xfrm>
              <a:off x="10755212" y="62580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677878FA-68F9-4FCC-8010-15651686591C}"/>
                </a:ext>
              </a:extLst>
            </p:cNvPr>
            <p:cNvSpPr/>
            <p:nvPr/>
          </p:nvSpPr>
          <p:spPr>
            <a:xfrm>
              <a:off x="12179200" y="570801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120582C1-1E84-48B9-93AF-347753E21F84}"/>
                </a:ext>
              </a:extLst>
            </p:cNvPr>
            <p:cNvSpPr/>
            <p:nvPr/>
          </p:nvSpPr>
          <p:spPr>
            <a:xfrm>
              <a:off x="9576493" y="579850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A40A9062-34C0-443C-B4C8-5FBFB8627195}"/>
                </a:ext>
              </a:extLst>
            </p:cNvPr>
            <p:cNvSpPr/>
            <p:nvPr/>
          </p:nvSpPr>
          <p:spPr>
            <a:xfrm>
              <a:off x="11938694" y="524843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F2ED4282-59C5-4C84-80A1-FF0720AE8B41}"/>
                </a:ext>
              </a:extLst>
            </p:cNvPr>
            <p:cNvSpPr/>
            <p:nvPr/>
          </p:nvSpPr>
          <p:spPr>
            <a:xfrm>
              <a:off x="10995719" y="4884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44AE13F3-D1D5-4062-8CA2-22B656BB859E}"/>
                </a:ext>
              </a:extLst>
            </p:cNvPr>
            <p:cNvSpPr/>
            <p:nvPr/>
          </p:nvSpPr>
          <p:spPr>
            <a:xfrm>
              <a:off x="849462" y="553078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3" name="Hexagon 1502">
              <a:extLst>
                <a:ext uri="{FF2B5EF4-FFF2-40B4-BE49-F238E27FC236}">
                  <a16:creationId xmlns:a16="http://schemas.microsoft.com/office/drawing/2014/main" id="{A71AD748-0455-4D2E-A10B-11237524470F}"/>
                </a:ext>
              </a:extLst>
            </p:cNvPr>
            <p:cNvSpPr/>
            <p:nvPr/>
          </p:nvSpPr>
          <p:spPr>
            <a:xfrm>
              <a:off x="2741603" y="461019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4" name="Hexagon 1503">
              <a:extLst>
                <a:ext uri="{FF2B5EF4-FFF2-40B4-BE49-F238E27FC236}">
                  <a16:creationId xmlns:a16="http://schemas.microsoft.com/office/drawing/2014/main" id="{98EB8D3E-7A57-4130-AA62-D7DB275D22D6}"/>
                </a:ext>
              </a:extLst>
            </p:cNvPr>
            <p:cNvSpPr/>
            <p:nvPr/>
          </p:nvSpPr>
          <p:spPr>
            <a:xfrm>
              <a:off x="857558" y="46140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7" name="Hexagon 1506">
              <a:extLst>
                <a:ext uri="{FF2B5EF4-FFF2-40B4-BE49-F238E27FC236}">
                  <a16:creationId xmlns:a16="http://schemas.microsoft.com/office/drawing/2014/main" id="{98A49DC6-A39E-48AA-8D15-29C8920B12E3}"/>
                </a:ext>
              </a:extLst>
            </p:cNvPr>
            <p:cNvSpPr/>
            <p:nvPr/>
          </p:nvSpPr>
          <p:spPr>
            <a:xfrm>
              <a:off x="608638" y="35903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8" name="Hexagon 1507">
              <a:extLst>
                <a:ext uri="{FF2B5EF4-FFF2-40B4-BE49-F238E27FC236}">
                  <a16:creationId xmlns:a16="http://schemas.microsoft.com/office/drawing/2014/main" id="{4FBE2E4A-6A20-4E6A-AD3E-B3F34FB878AC}"/>
                </a:ext>
              </a:extLst>
            </p:cNvPr>
            <p:cNvSpPr/>
            <p:nvPr/>
          </p:nvSpPr>
          <p:spPr>
            <a:xfrm>
              <a:off x="1571298" y="2688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1" name="Hexagon 1510">
              <a:extLst>
                <a:ext uri="{FF2B5EF4-FFF2-40B4-BE49-F238E27FC236}">
                  <a16:creationId xmlns:a16="http://schemas.microsoft.com/office/drawing/2014/main" id="{90D0964A-856C-4D90-A798-3C656811DD4E}"/>
                </a:ext>
              </a:extLst>
            </p:cNvPr>
            <p:cNvSpPr/>
            <p:nvPr/>
          </p:nvSpPr>
          <p:spPr>
            <a:xfrm>
              <a:off x="385118" y="22314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5F8049F7-E7C7-46F7-B43E-71C10F5C7A9D}"/>
                </a:ext>
              </a:extLst>
            </p:cNvPr>
            <p:cNvSpPr/>
            <p:nvPr/>
          </p:nvSpPr>
          <p:spPr>
            <a:xfrm>
              <a:off x="10035599" y="4155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10CB8EBC-20D0-48D8-BD4B-34DFC587EE24}"/>
                </a:ext>
              </a:extLst>
            </p:cNvPr>
            <p:cNvSpPr/>
            <p:nvPr/>
          </p:nvSpPr>
          <p:spPr>
            <a:xfrm>
              <a:off x="11935519" y="37741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14C47A10-CA8C-4544-8F72-3783759D61D1}"/>
                </a:ext>
              </a:extLst>
            </p:cNvPr>
            <p:cNvSpPr/>
            <p:nvPr/>
          </p:nvSpPr>
          <p:spPr>
            <a:xfrm>
              <a:off x="10035599" y="34159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BADD3C0F-0308-45CF-84A2-8F229B8A927F}"/>
                </a:ext>
              </a:extLst>
            </p:cNvPr>
            <p:cNvSpPr/>
            <p:nvPr/>
          </p:nvSpPr>
          <p:spPr>
            <a:xfrm>
              <a:off x="11465619" y="286734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EF64ED80-C16D-4A8C-8476-A9D7256DBCF2}"/>
                </a:ext>
              </a:extLst>
            </p:cNvPr>
            <p:cNvSpPr/>
            <p:nvPr/>
          </p:nvSpPr>
          <p:spPr>
            <a:xfrm>
              <a:off x="10281979" y="221710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96B78E4B-59A9-47A0-A5FD-854C5E9D44C6}"/>
                </a:ext>
              </a:extLst>
            </p:cNvPr>
            <p:cNvSpPr/>
            <p:nvPr/>
          </p:nvSpPr>
          <p:spPr>
            <a:xfrm>
              <a:off x="11224319" y="185388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E1E3B342-173B-4262-BC30-45A347C588DC}"/>
                </a:ext>
              </a:extLst>
            </p:cNvPr>
            <p:cNvSpPr/>
            <p:nvPr/>
          </p:nvSpPr>
          <p:spPr>
            <a:xfrm>
              <a:off x="8403013" y="534384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9FB2DCDA-6E09-4736-962D-BEAA12FD7EA8}"/>
                </a:ext>
              </a:extLst>
            </p:cNvPr>
            <p:cNvSpPr/>
            <p:nvPr/>
          </p:nvSpPr>
          <p:spPr>
            <a:xfrm>
              <a:off x="7453053" y="589248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EAE53331-DCD8-4AA5-96A2-A83BF8CEE5CB}"/>
                </a:ext>
              </a:extLst>
            </p:cNvPr>
            <p:cNvSpPr/>
            <p:nvPr/>
          </p:nvSpPr>
          <p:spPr>
            <a:xfrm>
              <a:off x="4865043" y="599068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20B062F1-38FF-49A7-A71E-1A35A442019F}"/>
                </a:ext>
              </a:extLst>
            </p:cNvPr>
            <p:cNvSpPr/>
            <p:nvPr/>
          </p:nvSpPr>
          <p:spPr>
            <a:xfrm>
              <a:off x="4384983" y="635390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8F9ADB38-30DA-4D1A-8855-F4EEC4E37637}"/>
                </a:ext>
              </a:extLst>
            </p:cNvPr>
            <p:cNvSpPr/>
            <p:nvPr/>
          </p:nvSpPr>
          <p:spPr>
            <a:xfrm>
              <a:off x="5812531" y="6899630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商人">
            <a:extLst>
              <a:ext uri="{FF2B5EF4-FFF2-40B4-BE49-F238E27FC236}">
                <a16:creationId xmlns:a16="http://schemas.microsoft.com/office/drawing/2014/main" id="{03F5820B-0B04-4128-B890-503E10703D20}"/>
              </a:ext>
            </a:extLst>
          </p:cNvPr>
          <p:cNvGrpSpPr/>
          <p:nvPr/>
        </p:nvGrpSpPr>
        <p:grpSpPr>
          <a:xfrm>
            <a:off x="1094061" y="1858340"/>
            <a:ext cx="10918942" cy="7968128"/>
            <a:chOff x="1094061" y="1858340"/>
            <a:chExt cx="10918941" cy="7968128"/>
          </a:xfrm>
        </p:grpSpPr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95ABD190-CA2F-4AB5-96B5-284BC5E82F84}"/>
                </a:ext>
              </a:extLst>
            </p:cNvPr>
            <p:cNvSpPr/>
            <p:nvPr/>
          </p:nvSpPr>
          <p:spPr>
            <a:xfrm>
              <a:off x="7466918" y="9196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7A208ACF-C340-4C9D-B08E-D03D15113BF7}"/>
                </a:ext>
              </a:extLst>
            </p:cNvPr>
            <p:cNvSpPr/>
            <p:nvPr/>
          </p:nvSpPr>
          <p:spPr>
            <a:xfrm>
              <a:off x="7219268" y="8558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77409ECC-6208-4BC3-9044-4B2A5B924BCC}"/>
                </a:ext>
              </a:extLst>
            </p:cNvPr>
            <p:cNvSpPr/>
            <p:nvPr/>
          </p:nvSpPr>
          <p:spPr>
            <a:xfrm>
              <a:off x="5804805" y="80086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7F66447F-652E-4937-B060-1BB83D3D0A3F}"/>
                </a:ext>
              </a:extLst>
            </p:cNvPr>
            <p:cNvSpPr/>
            <p:nvPr/>
          </p:nvSpPr>
          <p:spPr>
            <a:xfrm>
              <a:off x="5330937" y="96564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E584B9E4-4BF3-484C-B9EB-45194FCE1F19}"/>
                </a:ext>
              </a:extLst>
            </p:cNvPr>
            <p:cNvSpPr/>
            <p:nvPr/>
          </p:nvSpPr>
          <p:spPr>
            <a:xfrm>
              <a:off x="5090431" y="92040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25AB501-C68D-4ECE-BF06-2EFC838717F6}"/>
                </a:ext>
              </a:extLst>
            </p:cNvPr>
            <p:cNvSpPr/>
            <p:nvPr/>
          </p:nvSpPr>
          <p:spPr>
            <a:xfrm>
              <a:off x="4864213" y="819199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D55C2861-7D5E-4968-9954-62A9DFF4E1DE}"/>
                </a:ext>
              </a:extLst>
            </p:cNvPr>
            <p:cNvSpPr/>
            <p:nvPr/>
          </p:nvSpPr>
          <p:spPr>
            <a:xfrm>
              <a:off x="5573826" y="71823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DD47916B-7E77-4B7C-B43F-7803EA0EFDDE}"/>
                </a:ext>
              </a:extLst>
            </p:cNvPr>
            <p:cNvSpPr/>
            <p:nvPr/>
          </p:nvSpPr>
          <p:spPr>
            <a:xfrm>
              <a:off x="6283439" y="70894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47B09B1-891F-42BF-8D91-C35E807C2799}"/>
                </a:ext>
              </a:extLst>
            </p:cNvPr>
            <p:cNvSpPr/>
            <p:nvPr/>
          </p:nvSpPr>
          <p:spPr>
            <a:xfrm>
              <a:off x="4390345" y="69084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3177C8AE-6BAF-4EA6-A348-B0C0AA94A8C1}"/>
                </a:ext>
              </a:extLst>
            </p:cNvPr>
            <p:cNvSpPr/>
            <p:nvPr/>
          </p:nvSpPr>
          <p:spPr>
            <a:xfrm>
              <a:off x="8169389" y="70870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F04D7A8-9F5A-403E-BCF4-DA0032D3C022}"/>
                </a:ext>
              </a:extLst>
            </p:cNvPr>
            <p:cNvSpPr/>
            <p:nvPr/>
          </p:nvSpPr>
          <p:spPr>
            <a:xfrm>
              <a:off x="7221652" y="76371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F8BA0E14-004E-4458-8385-136158181E63}"/>
                </a:ext>
              </a:extLst>
            </p:cNvPr>
            <p:cNvSpPr/>
            <p:nvPr/>
          </p:nvSpPr>
          <p:spPr>
            <a:xfrm>
              <a:off x="10529205" y="94826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DC113A92-5081-4E0B-94D3-93AE2E3F7275}"/>
                </a:ext>
              </a:extLst>
            </p:cNvPr>
            <p:cNvSpPr/>
            <p:nvPr/>
          </p:nvSpPr>
          <p:spPr>
            <a:xfrm>
              <a:off x="9579086" y="855632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E2B11F0B-CCE1-4D10-BD2D-3D5AEEF5D3BE}"/>
                </a:ext>
              </a:extLst>
            </p:cNvPr>
            <p:cNvSpPr/>
            <p:nvPr/>
          </p:nvSpPr>
          <p:spPr>
            <a:xfrm>
              <a:off x="11226912" y="88301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8C92B5A0-A397-4E63-BDB1-F4ABEBF4C88E}"/>
                </a:ext>
              </a:extLst>
            </p:cNvPr>
            <p:cNvSpPr/>
            <p:nvPr/>
          </p:nvSpPr>
          <p:spPr>
            <a:xfrm>
              <a:off x="11465037" y="76466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EC8A085E-B0BA-449F-91A7-299ECF1E0D50}"/>
                </a:ext>
              </a:extLst>
            </p:cNvPr>
            <p:cNvSpPr/>
            <p:nvPr/>
          </p:nvSpPr>
          <p:spPr>
            <a:xfrm>
              <a:off x="11703162" y="69966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98D63BD3-3DB0-4C06-BA92-B8EE95436A47}"/>
                </a:ext>
              </a:extLst>
            </p:cNvPr>
            <p:cNvSpPr/>
            <p:nvPr/>
          </p:nvSpPr>
          <p:spPr>
            <a:xfrm>
              <a:off x="10288699" y="70061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989832B0-1045-4056-B907-CEAAB9E08141}"/>
                </a:ext>
              </a:extLst>
            </p:cNvPr>
            <p:cNvSpPr/>
            <p:nvPr/>
          </p:nvSpPr>
          <p:spPr>
            <a:xfrm>
              <a:off x="11226912" y="62631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7678E2B6-489B-4125-85D7-6F5924D318FF}"/>
                </a:ext>
              </a:extLst>
            </p:cNvPr>
            <p:cNvSpPr/>
            <p:nvPr/>
          </p:nvSpPr>
          <p:spPr>
            <a:xfrm>
              <a:off x="11234056" y="55273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DD14C9FD-6C7B-490E-8E15-E65DF73A7888}"/>
                </a:ext>
              </a:extLst>
            </p:cNvPr>
            <p:cNvSpPr/>
            <p:nvPr/>
          </p:nvSpPr>
          <p:spPr>
            <a:xfrm>
              <a:off x="2517095" y="74545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C15E7F4A-796F-480B-88AC-CA57F2443026}"/>
                </a:ext>
              </a:extLst>
            </p:cNvPr>
            <p:cNvSpPr/>
            <p:nvPr/>
          </p:nvSpPr>
          <p:spPr>
            <a:xfrm>
              <a:off x="2275795" y="66259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A2A94F36-ED9F-4C47-876E-46138CA5B381}"/>
                </a:ext>
              </a:extLst>
            </p:cNvPr>
            <p:cNvSpPr/>
            <p:nvPr/>
          </p:nvSpPr>
          <p:spPr>
            <a:xfrm>
              <a:off x="1101045" y="68989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35141A53-E455-497B-BC88-4A7C72147F01}"/>
                </a:ext>
              </a:extLst>
            </p:cNvPr>
            <p:cNvSpPr/>
            <p:nvPr/>
          </p:nvSpPr>
          <p:spPr>
            <a:xfrm>
              <a:off x="1097870" y="8927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14310913-0C2F-4E7B-857D-6F93DA238546}"/>
                </a:ext>
              </a:extLst>
            </p:cNvPr>
            <p:cNvSpPr/>
            <p:nvPr/>
          </p:nvSpPr>
          <p:spPr>
            <a:xfrm>
              <a:off x="2517889" y="93032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D7920259-775B-4F48-AC75-A5FF83D115F8}"/>
                </a:ext>
              </a:extLst>
            </p:cNvPr>
            <p:cNvSpPr/>
            <p:nvPr/>
          </p:nvSpPr>
          <p:spPr>
            <a:xfrm>
              <a:off x="2988583" y="598774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453746F5-7F51-49C9-BCDC-F031D7753E7C}"/>
                </a:ext>
              </a:extLst>
            </p:cNvPr>
            <p:cNvSpPr/>
            <p:nvPr/>
          </p:nvSpPr>
          <p:spPr>
            <a:xfrm>
              <a:off x="1564596" y="562579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B3102BFE-F29D-4774-A0AB-6A61E078D103}"/>
                </a:ext>
              </a:extLst>
            </p:cNvPr>
            <p:cNvSpPr/>
            <p:nvPr/>
          </p:nvSpPr>
          <p:spPr>
            <a:xfrm>
              <a:off x="7691869" y="61803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5" name="Hexagon 1504">
              <a:extLst>
                <a:ext uri="{FF2B5EF4-FFF2-40B4-BE49-F238E27FC236}">
                  <a16:creationId xmlns:a16="http://schemas.microsoft.com/office/drawing/2014/main" id="{EEF6F096-4828-40BF-A1CF-70CB87C539DB}"/>
                </a:ext>
              </a:extLst>
            </p:cNvPr>
            <p:cNvSpPr/>
            <p:nvPr/>
          </p:nvSpPr>
          <p:spPr>
            <a:xfrm>
              <a:off x="1566501" y="453042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0" name="Hexagon 1509">
              <a:extLst>
                <a:ext uri="{FF2B5EF4-FFF2-40B4-BE49-F238E27FC236}">
                  <a16:creationId xmlns:a16="http://schemas.microsoft.com/office/drawing/2014/main" id="{C0D3F752-324F-4B9A-80F0-F17268B5EB20}"/>
                </a:ext>
              </a:extLst>
            </p:cNvPr>
            <p:cNvSpPr/>
            <p:nvPr/>
          </p:nvSpPr>
          <p:spPr>
            <a:xfrm>
              <a:off x="1094061" y="30546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2" name="Hexagon 1511">
              <a:extLst>
                <a:ext uri="{FF2B5EF4-FFF2-40B4-BE49-F238E27FC236}">
                  <a16:creationId xmlns:a16="http://schemas.microsoft.com/office/drawing/2014/main" id="{20BE46FE-A067-4D31-871F-A7E24D5E003D}"/>
                </a:ext>
              </a:extLst>
            </p:cNvPr>
            <p:cNvSpPr/>
            <p:nvPr/>
          </p:nvSpPr>
          <p:spPr>
            <a:xfrm>
              <a:off x="1325201" y="22266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6226B4B4-DB95-4D23-B209-D4CFC068B4D3}"/>
                </a:ext>
              </a:extLst>
            </p:cNvPr>
            <p:cNvSpPr/>
            <p:nvPr/>
          </p:nvSpPr>
          <p:spPr>
            <a:xfrm>
              <a:off x="5332051" y="2686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228841FD-9B53-4256-BBB1-B1050692E357}"/>
                </a:ext>
              </a:extLst>
            </p:cNvPr>
            <p:cNvSpPr/>
            <p:nvPr/>
          </p:nvSpPr>
          <p:spPr>
            <a:xfrm>
              <a:off x="6983051" y="185834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C5C202B3-E192-4C90-AA06-309F4F379DC9}"/>
                </a:ext>
              </a:extLst>
            </p:cNvPr>
            <p:cNvSpPr/>
            <p:nvPr/>
          </p:nvSpPr>
          <p:spPr>
            <a:xfrm>
              <a:off x="11698876" y="44250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D54D02FB-99DA-4EBF-9850-A17B95FA2141}"/>
                </a:ext>
              </a:extLst>
            </p:cNvPr>
            <p:cNvSpPr/>
            <p:nvPr/>
          </p:nvSpPr>
          <p:spPr>
            <a:xfrm>
              <a:off x="10756536" y="40643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9D178EA5-9D32-4862-9C0A-074F70F3D24D}"/>
                </a:ext>
              </a:extLst>
            </p:cNvPr>
            <p:cNvSpPr/>
            <p:nvPr/>
          </p:nvSpPr>
          <p:spPr>
            <a:xfrm>
              <a:off x="11221356" y="35131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E0A56090-2325-42F3-BF63-5A522428E55C}"/>
                </a:ext>
              </a:extLst>
            </p:cNvPr>
            <p:cNvSpPr/>
            <p:nvPr/>
          </p:nvSpPr>
          <p:spPr>
            <a:xfrm>
              <a:off x="10279016" y="27790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CE2747E5-033A-4D03-921F-FE7E1DBFE862}"/>
                </a:ext>
              </a:extLst>
            </p:cNvPr>
            <p:cNvSpPr/>
            <p:nvPr/>
          </p:nvSpPr>
          <p:spPr>
            <a:xfrm>
              <a:off x="6741909" y="59872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3A828CE5-6063-4999-9317-B5DBFFFDA113}"/>
                </a:ext>
              </a:extLst>
            </p:cNvPr>
            <p:cNvSpPr/>
            <p:nvPr/>
          </p:nvSpPr>
          <p:spPr>
            <a:xfrm>
              <a:off x="5103609" y="62641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5E900289-1D94-4FD1-BAD1-41D82B29B0E4}"/>
                </a:ext>
              </a:extLst>
            </p:cNvPr>
            <p:cNvSpPr/>
            <p:nvPr/>
          </p:nvSpPr>
          <p:spPr>
            <a:xfrm>
              <a:off x="4151109" y="57154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B63C5911-8F07-4DEC-88F9-6A6DFE5002B9}"/>
                </a:ext>
              </a:extLst>
            </p:cNvPr>
            <p:cNvSpPr/>
            <p:nvPr/>
          </p:nvSpPr>
          <p:spPr>
            <a:xfrm>
              <a:off x="5564619" y="57059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" name="5">
            <a:extLst>
              <a:ext uri="{FF2B5EF4-FFF2-40B4-BE49-F238E27FC236}">
                <a16:creationId xmlns:a16="http://schemas.microsoft.com/office/drawing/2014/main" id="{FC1C2961-4A5E-4F1B-B8ED-2F16599B9241}"/>
              </a:ext>
            </a:extLst>
          </p:cNvPr>
          <p:cNvGrpSpPr/>
          <p:nvPr/>
        </p:nvGrpSpPr>
        <p:grpSpPr>
          <a:xfrm>
            <a:off x="3445884" y="938694"/>
            <a:ext cx="5975998" cy="5500875"/>
            <a:chOff x="3445884" y="938692"/>
            <a:chExt cx="5975997" cy="5500875"/>
          </a:xfrm>
        </p:grpSpPr>
        <p:sp>
          <p:nvSpPr>
            <p:cNvPr id="1696" name="Hexagon 1695">
              <a:extLst>
                <a:ext uri="{FF2B5EF4-FFF2-40B4-BE49-F238E27FC236}">
                  <a16:creationId xmlns:a16="http://schemas.microsoft.com/office/drawing/2014/main" id="{447B875E-15C7-4403-AEA8-9EE883E7230C}"/>
                </a:ext>
              </a:extLst>
            </p:cNvPr>
            <p:cNvSpPr/>
            <p:nvPr/>
          </p:nvSpPr>
          <p:spPr>
            <a:xfrm>
              <a:off x="6985567" y="626097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4" name="Hexagon 1073">
              <a:extLst>
                <a:ext uri="{FF2B5EF4-FFF2-40B4-BE49-F238E27FC236}">
                  <a16:creationId xmlns:a16="http://schemas.microsoft.com/office/drawing/2014/main" id="{1E20052D-736D-4EF4-8098-C3B46C9440B6}"/>
                </a:ext>
              </a:extLst>
            </p:cNvPr>
            <p:cNvSpPr/>
            <p:nvPr/>
          </p:nvSpPr>
          <p:spPr>
            <a:xfrm>
              <a:off x="6745537" y="61695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6" name="Hexagon 1075">
              <a:extLst>
                <a:ext uri="{FF2B5EF4-FFF2-40B4-BE49-F238E27FC236}">
                  <a16:creationId xmlns:a16="http://schemas.microsoft.com/office/drawing/2014/main" id="{83B7E890-D7C1-4508-95D0-FA1518CC5BDE}"/>
                </a:ext>
              </a:extLst>
            </p:cNvPr>
            <p:cNvSpPr/>
            <p:nvPr/>
          </p:nvSpPr>
          <p:spPr>
            <a:xfrm>
              <a:off x="6985567" y="60742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7" name="Hexagon 1076">
              <a:extLst>
                <a:ext uri="{FF2B5EF4-FFF2-40B4-BE49-F238E27FC236}">
                  <a16:creationId xmlns:a16="http://schemas.microsoft.com/office/drawing/2014/main" id="{DD972A13-428C-4FFF-920C-A8E5D50D0305}"/>
                </a:ext>
              </a:extLst>
            </p:cNvPr>
            <p:cNvSpPr/>
            <p:nvPr/>
          </p:nvSpPr>
          <p:spPr>
            <a:xfrm>
              <a:off x="6981757" y="58894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8" name="Hexagon 1077">
              <a:extLst>
                <a:ext uri="{FF2B5EF4-FFF2-40B4-BE49-F238E27FC236}">
                  <a16:creationId xmlns:a16="http://schemas.microsoft.com/office/drawing/2014/main" id="{ACC0B186-B7CF-40A8-BDB3-830DCF157E3A}"/>
                </a:ext>
              </a:extLst>
            </p:cNvPr>
            <p:cNvSpPr/>
            <p:nvPr/>
          </p:nvSpPr>
          <p:spPr>
            <a:xfrm>
              <a:off x="7221787" y="57961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9" name="Hexagon 1078">
              <a:extLst>
                <a:ext uri="{FF2B5EF4-FFF2-40B4-BE49-F238E27FC236}">
                  <a16:creationId xmlns:a16="http://schemas.microsoft.com/office/drawing/2014/main" id="{38B40557-F02C-4F5A-959E-E8A8E845E38F}"/>
                </a:ext>
              </a:extLst>
            </p:cNvPr>
            <p:cNvSpPr/>
            <p:nvPr/>
          </p:nvSpPr>
          <p:spPr>
            <a:xfrm>
              <a:off x="7454197" y="57104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0" name="Hexagon 1079">
              <a:extLst>
                <a:ext uri="{FF2B5EF4-FFF2-40B4-BE49-F238E27FC236}">
                  <a16:creationId xmlns:a16="http://schemas.microsoft.com/office/drawing/2014/main" id="{7BAFE9B8-DE8E-4939-A12F-ECB8AC95FAA3}"/>
                </a:ext>
              </a:extLst>
            </p:cNvPr>
            <p:cNvSpPr/>
            <p:nvPr/>
          </p:nvSpPr>
          <p:spPr>
            <a:xfrm>
              <a:off x="7221787" y="56170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1" name="Hexagon 1080">
              <a:extLst>
                <a:ext uri="{FF2B5EF4-FFF2-40B4-BE49-F238E27FC236}">
                  <a16:creationId xmlns:a16="http://schemas.microsoft.com/office/drawing/2014/main" id="{E68FD9CC-D9BE-43C5-AF1F-95A90C65C81E}"/>
                </a:ext>
              </a:extLst>
            </p:cNvPr>
            <p:cNvSpPr/>
            <p:nvPr/>
          </p:nvSpPr>
          <p:spPr>
            <a:xfrm>
              <a:off x="7461817" y="55237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2" name="Hexagon 1081">
              <a:extLst>
                <a:ext uri="{FF2B5EF4-FFF2-40B4-BE49-F238E27FC236}">
                  <a16:creationId xmlns:a16="http://schemas.microsoft.com/office/drawing/2014/main" id="{D8A208F3-1921-48A6-ADEB-EA71966111DF}"/>
                </a:ext>
              </a:extLst>
            </p:cNvPr>
            <p:cNvSpPr/>
            <p:nvPr/>
          </p:nvSpPr>
          <p:spPr>
            <a:xfrm>
              <a:off x="7694227" y="54380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3" name="Hexagon 1082">
              <a:extLst>
                <a:ext uri="{FF2B5EF4-FFF2-40B4-BE49-F238E27FC236}">
                  <a16:creationId xmlns:a16="http://schemas.microsoft.com/office/drawing/2014/main" id="{C2FE83EF-13E9-41E3-81FC-DC714A7F9DE3}"/>
                </a:ext>
              </a:extLst>
            </p:cNvPr>
            <p:cNvSpPr/>
            <p:nvPr/>
          </p:nvSpPr>
          <p:spPr>
            <a:xfrm>
              <a:off x="7217977" y="542848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4" name="Hexagon 1083">
              <a:extLst>
                <a:ext uri="{FF2B5EF4-FFF2-40B4-BE49-F238E27FC236}">
                  <a16:creationId xmlns:a16="http://schemas.microsoft.com/office/drawing/2014/main" id="{FFBB85B5-0263-402A-8761-48CFE51D0757}"/>
                </a:ext>
              </a:extLst>
            </p:cNvPr>
            <p:cNvSpPr/>
            <p:nvPr/>
          </p:nvSpPr>
          <p:spPr>
            <a:xfrm>
              <a:off x="7458007" y="53351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5" name="Hexagon 1084">
              <a:extLst>
                <a:ext uri="{FF2B5EF4-FFF2-40B4-BE49-F238E27FC236}">
                  <a16:creationId xmlns:a16="http://schemas.microsoft.com/office/drawing/2014/main" id="{16F75AC4-FCF2-4302-91E9-9C73C4A8BBFA}"/>
                </a:ext>
              </a:extLst>
            </p:cNvPr>
            <p:cNvSpPr/>
            <p:nvPr/>
          </p:nvSpPr>
          <p:spPr>
            <a:xfrm>
              <a:off x="7690417" y="52494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6" name="Hexagon 1085">
              <a:extLst>
                <a:ext uri="{FF2B5EF4-FFF2-40B4-BE49-F238E27FC236}">
                  <a16:creationId xmlns:a16="http://schemas.microsoft.com/office/drawing/2014/main" id="{3322A4A7-24CE-4C8C-8F7B-8FCB090DB6A3}"/>
                </a:ext>
              </a:extLst>
            </p:cNvPr>
            <p:cNvSpPr/>
            <p:nvPr/>
          </p:nvSpPr>
          <p:spPr>
            <a:xfrm>
              <a:off x="6275002" y="61657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7" name="Hexagon 1086">
              <a:extLst>
                <a:ext uri="{FF2B5EF4-FFF2-40B4-BE49-F238E27FC236}">
                  <a16:creationId xmlns:a16="http://schemas.microsoft.com/office/drawing/2014/main" id="{07CACE86-6B68-4EEC-B95E-A686CAD5735C}"/>
                </a:ext>
              </a:extLst>
            </p:cNvPr>
            <p:cNvSpPr/>
            <p:nvPr/>
          </p:nvSpPr>
          <p:spPr>
            <a:xfrm>
              <a:off x="6507412" y="60799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8" name="Hexagon 1087">
              <a:extLst>
                <a:ext uri="{FF2B5EF4-FFF2-40B4-BE49-F238E27FC236}">
                  <a16:creationId xmlns:a16="http://schemas.microsoft.com/office/drawing/2014/main" id="{DB493302-31A3-43FF-9541-1A8CD5BA12F0}"/>
                </a:ext>
              </a:extLst>
            </p:cNvPr>
            <p:cNvSpPr/>
            <p:nvPr/>
          </p:nvSpPr>
          <p:spPr>
            <a:xfrm>
              <a:off x="6989377" y="57047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9" name="Hexagon 1088">
              <a:extLst>
                <a:ext uri="{FF2B5EF4-FFF2-40B4-BE49-F238E27FC236}">
                  <a16:creationId xmlns:a16="http://schemas.microsoft.com/office/drawing/2014/main" id="{278F5137-017A-4913-A62D-951F67B7D194}"/>
                </a:ext>
              </a:extLst>
            </p:cNvPr>
            <p:cNvSpPr/>
            <p:nvPr/>
          </p:nvSpPr>
          <p:spPr>
            <a:xfrm>
              <a:off x="6985567" y="55161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0" name="Hexagon 1089">
              <a:extLst>
                <a:ext uri="{FF2B5EF4-FFF2-40B4-BE49-F238E27FC236}">
                  <a16:creationId xmlns:a16="http://schemas.microsoft.com/office/drawing/2014/main" id="{16214F34-C62C-4232-B0A9-4B085F046897}"/>
                </a:ext>
              </a:extLst>
            </p:cNvPr>
            <p:cNvSpPr/>
            <p:nvPr/>
          </p:nvSpPr>
          <p:spPr>
            <a:xfrm>
              <a:off x="6747442" y="542848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1" name="Hexagon 1090">
              <a:extLst>
                <a:ext uri="{FF2B5EF4-FFF2-40B4-BE49-F238E27FC236}">
                  <a16:creationId xmlns:a16="http://schemas.microsoft.com/office/drawing/2014/main" id="{B0B5DC63-B156-4EF9-A12D-E37679E6118A}"/>
                </a:ext>
              </a:extLst>
            </p:cNvPr>
            <p:cNvSpPr/>
            <p:nvPr/>
          </p:nvSpPr>
          <p:spPr>
            <a:xfrm>
              <a:off x="6749347" y="57942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2" name="Hexagon 1091">
              <a:extLst>
                <a:ext uri="{FF2B5EF4-FFF2-40B4-BE49-F238E27FC236}">
                  <a16:creationId xmlns:a16="http://schemas.microsoft.com/office/drawing/2014/main" id="{318878C6-19BE-4D36-93AB-6961DAB915D4}"/>
                </a:ext>
              </a:extLst>
            </p:cNvPr>
            <p:cNvSpPr/>
            <p:nvPr/>
          </p:nvSpPr>
          <p:spPr>
            <a:xfrm>
              <a:off x="6511222" y="57123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3" name="Hexagon 1092">
              <a:extLst>
                <a:ext uri="{FF2B5EF4-FFF2-40B4-BE49-F238E27FC236}">
                  <a16:creationId xmlns:a16="http://schemas.microsoft.com/office/drawing/2014/main" id="{D144EC09-B299-43C1-8481-371E397CFB03}"/>
                </a:ext>
              </a:extLst>
            </p:cNvPr>
            <p:cNvSpPr/>
            <p:nvPr/>
          </p:nvSpPr>
          <p:spPr>
            <a:xfrm>
              <a:off x="6511222" y="58952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4" name="Hexagon 1093">
              <a:extLst>
                <a:ext uri="{FF2B5EF4-FFF2-40B4-BE49-F238E27FC236}">
                  <a16:creationId xmlns:a16="http://schemas.microsoft.com/office/drawing/2014/main" id="{A071B87F-3658-4231-A392-BF163029F536}"/>
                </a:ext>
              </a:extLst>
            </p:cNvPr>
            <p:cNvSpPr/>
            <p:nvPr/>
          </p:nvSpPr>
          <p:spPr>
            <a:xfrm>
              <a:off x="6515032" y="55275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5" name="Hexagon 1094">
              <a:extLst>
                <a:ext uri="{FF2B5EF4-FFF2-40B4-BE49-F238E27FC236}">
                  <a16:creationId xmlns:a16="http://schemas.microsoft.com/office/drawing/2014/main" id="{B542E35B-4053-40AA-A533-2436C864BEC4}"/>
                </a:ext>
              </a:extLst>
            </p:cNvPr>
            <p:cNvSpPr/>
            <p:nvPr/>
          </p:nvSpPr>
          <p:spPr>
            <a:xfrm>
              <a:off x="6278812" y="56151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6" name="Hexagon 1095">
              <a:extLst>
                <a:ext uri="{FF2B5EF4-FFF2-40B4-BE49-F238E27FC236}">
                  <a16:creationId xmlns:a16="http://schemas.microsoft.com/office/drawing/2014/main" id="{FB88319B-63E5-40B5-B5AE-1C0BF46D9C56}"/>
                </a:ext>
              </a:extLst>
            </p:cNvPr>
            <p:cNvSpPr/>
            <p:nvPr/>
          </p:nvSpPr>
          <p:spPr>
            <a:xfrm>
              <a:off x="6271192" y="59866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7" name="Hexagon 1096">
              <a:extLst>
                <a:ext uri="{FF2B5EF4-FFF2-40B4-BE49-F238E27FC236}">
                  <a16:creationId xmlns:a16="http://schemas.microsoft.com/office/drawing/2014/main" id="{19C8A740-FBBB-4007-8E5D-C09CFA409B05}"/>
                </a:ext>
              </a:extLst>
            </p:cNvPr>
            <p:cNvSpPr/>
            <p:nvPr/>
          </p:nvSpPr>
          <p:spPr>
            <a:xfrm>
              <a:off x="6038782" y="58894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8" name="Hexagon 1097">
              <a:extLst>
                <a:ext uri="{FF2B5EF4-FFF2-40B4-BE49-F238E27FC236}">
                  <a16:creationId xmlns:a16="http://schemas.microsoft.com/office/drawing/2014/main" id="{FB9A9E0F-E4EC-4CDF-8257-EC4B009E4ACA}"/>
                </a:ext>
              </a:extLst>
            </p:cNvPr>
            <p:cNvSpPr/>
            <p:nvPr/>
          </p:nvSpPr>
          <p:spPr>
            <a:xfrm>
              <a:off x="6034972" y="60723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9" name="Hexagon 1098">
              <a:extLst>
                <a:ext uri="{FF2B5EF4-FFF2-40B4-BE49-F238E27FC236}">
                  <a16:creationId xmlns:a16="http://schemas.microsoft.com/office/drawing/2014/main" id="{9A8EB91C-BAF7-403D-B217-176A724C0905}"/>
                </a:ext>
              </a:extLst>
            </p:cNvPr>
            <p:cNvSpPr/>
            <p:nvPr/>
          </p:nvSpPr>
          <p:spPr>
            <a:xfrm>
              <a:off x="5802562" y="59714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0" name="Hexagon 1099">
              <a:extLst>
                <a:ext uri="{FF2B5EF4-FFF2-40B4-BE49-F238E27FC236}">
                  <a16:creationId xmlns:a16="http://schemas.microsoft.com/office/drawing/2014/main" id="{8A18C7FF-BFA0-44A0-A12E-773704C078A2}"/>
                </a:ext>
              </a:extLst>
            </p:cNvPr>
            <p:cNvSpPr/>
            <p:nvPr/>
          </p:nvSpPr>
          <p:spPr>
            <a:xfrm>
              <a:off x="5566342" y="58837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1" name="Hexagon 1100">
              <a:extLst>
                <a:ext uri="{FF2B5EF4-FFF2-40B4-BE49-F238E27FC236}">
                  <a16:creationId xmlns:a16="http://schemas.microsoft.com/office/drawing/2014/main" id="{D05A0241-E663-4814-841A-7EA7C9F35212}"/>
                </a:ext>
              </a:extLst>
            </p:cNvPr>
            <p:cNvSpPr/>
            <p:nvPr/>
          </p:nvSpPr>
          <p:spPr>
            <a:xfrm>
              <a:off x="5806372" y="57961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2" name="Hexagon 1101">
              <a:extLst>
                <a:ext uri="{FF2B5EF4-FFF2-40B4-BE49-F238E27FC236}">
                  <a16:creationId xmlns:a16="http://schemas.microsoft.com/office/drawing/2014/main" id="{56EF0571-96CB-4268-B706-408FB13DA449}"/>
                </a:ext>
              </a:extLst>
            </p:cNvPr>
            <p:cNvSpPr/>
            <p:nvPr/>
          </p:nvSpPr>
          <p:spPr>
            <a:xfrm>
              <a:off x="6040687" y="57066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3" name="Hexagon 1102">
              <a:extLst>
                <a:ext uri="{FF2B5EF4-FFF2-40B4-BE49-F238E27FC236}">
                  <a16:creationId xmlns:a16="http://schemas.microsoft.com/office/drawing/2014/main" id="{DB1C0AF4-C303-4A2A-8FE0-598370B3B91D}"/>
                </a:ext>
              </a:extLst>
            </p:cNvPr>
            <p:cNvSpPr/>
            <p:nvPr/>
          </p:nvSpPr>
          <p:spPr>
            <a:xfrm>
              <a:off x="6044497" y="553135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4" name="Hexagon 1103">
              <a:extLst>
                <a:ext uri="{FF2B5EF4-FFF2-40B4-BE49-F238E27FC236}">
                  <a16:creationId xmlns:a16="http://schemas.microsoft.com/office/drawing/2014/main" id="{D1B49AE2-DD64-4C2A-9DA8-3725D58CB668}"/>
                </a:ext>
              </a:extLst>
            </p:cNvPr>
            <p:cNvSpPr/>
            <p:nvPr/>
          </p:nvSpPr>
          <p:spPr>
            <a:xfrm>
              <a:off x="5806372" y="56094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5" name="Hexagon 1104">
              <a:extLst>
                <a:ext uri="{FF2B5EF4-FFF2-40B4-BE49-F238E27FC236}">
                  <a16:creationId xmlns:a16="http://schemas.microsoft.com/office/drawing/2014/main" id="{CE6176B0-BF6B-4B8C-BFCB-BE45DBC086FF}"/>
                </a:ext>
              </a:extLst>
            </p:cNvPr>
            <p:cNvSpPr/>
            <p:nvPr/>
          </p:nvSpPr>
          <p:spPr>
            <a:xfrm>
              <a:off x="5810182" y="54342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6" name="Hexagon 1105">
              <a:extLst>
                <a:ext uri="{FF2B5EF4-FFF2-40B4-BE49-F238E27FC236}">
                  <a16:creationId xmlns:a16="http://schemas.microsoft.com/office/drawing/2014/main" id="{F0ABB430-EB87-4528-9FAE-E436280A3A3D}"/>
                </a:ext>
              </a:extLst>
            </p:cNvPr>
            <p:cNvSpPr/>
            <p:nvPr/>
          </p:nvSpPr>
          <p:spPr>
            <a:xfrm>
              <a:off x="5566342" y="55237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7" name="Hexagon 1106">
              <a:extLst>
                <a:ext uri="{FF2B5EF4-FFF2-40B4-BE49-F238E27FC236}">
                  <a16:creationId xmlns:a16="http://schemas.microsoft.com/office/drawing/2014/main" id="{075B57C1-EE70-4976-9D2C-BB3EAB72D3AF}"/>
                </a:ext>
              </a:extLst>
            </p:cNvPr>
            <p:cNvSpPr/>
            <p:nvPr/>
          </p:nvSpPr>
          <p:spPr>
            <a:xfrm>
              <a:off x="5324407" y="59695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8" name="Hexagon 1107">
              <a:extLst>
                <a:ext uri="{FF2B5EF4-FFF2-40B4-BE49-F238E27FC236}">
                  <a16:creationId xmlns:a16="http://schemas.microsoft.com/office/drawing/2014/main" id="{6D5B07DF-3C44-445E-8C5C-940BCD95A126}"/>
                </a:ext>
              </a:extLst>
            </p:cNvPr>
            <p:cNvSpPr/>
            <p:nvPr/>
          </p:nvSpPr>
          <p:spPr>
            <a:xfrm>
              <a:off x="5328217" y="579424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9" name="Hexagon 1108">
              <a:extLst>
                <a:ext uri="{FF2B5EF4-FFF2-40B4-BE49-F238E27FC236}">
                  <a16:creationId xmlns:a16="http://schemas.microsoft.com/office/drawing/2014/main" id="{BD95E5A2-89AB-4727-A070-7372C9D31B0C}"/>
                </a:ext>
              </a:extLst>
            </p:cNvPr>
            <p:cNvSpPr/>
            <p:nvPr/>
          </p:nvSpPr>
          <p:spPr>
            <a:xfrm>
              <a:off x="5328217" y="560755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0" name="Hexagon 1109">
              <a:extLst>
                <a:ext uri="{FF2B5EF4-FFF2-40B4-BE49-F238E27FC236}">
                  <a16:creationId xmlns:a16="http://schemas.microsoft.com/office/drawing/2014/main" id="{D64EBEDD-5BCB-43F7-83E6-2F8843282031}"/>
                </a:ext>
              </a:extLst>
            </p:cNvPr>
            <p:cNvSpPr/>
            <p:nvPr/>
          </p:nvSpPr>
          <p:spPr>
            <a:xfrm>
              <a:off x="5332027" y="54322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1" name="Hexagon 1110">
              <a:extLst>
                <a:ext uri="{FF2B5EF4-FFF2-40B4-BE49-F238E27FC236}">
                  <a16:creationId xmlns:a16="http://schemas.microsoft.com/office/drawing/2014/main" id="{881CCA9B-0EE2-4833-A260-AAB218E35F72}"/>
                </a:ext>
              </a:extLst>
            </p:cNvPr>
            <p:cNvSpPr/>
            <p:nvPr/>
          </p:nvSpPr>
          <p:spPr>
            <a:xfrm>
              <a:off x="5099617" y="588759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2" name="Hexagon 1111">
              <a:extLst>
                <a:ext uri="{FF2B5EF4-FFF2-40B4-BE49-F238E27FC236}">
                  <a16:creationId xmlns:a16="http://schemas.microsoft.com/office/drawing/2014/main" id="{91691DE9-E1DE-47EA-9B36-4EC3812B24FA}"/>
                </a:ext>
              </a:extLst>
            </p:cNvPr>
            <p:cNvSpPr/>
            <p:nvPr/>
          </p:nvSpPr>
          <p:spPr>
            <a:xfrm>
              <a:off x="5103427" y="571233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3" name="Hexagon 1112">
              <a:extLst>
                <a:ext uri="{FF2B5EF4-FFF2-40B4-BE49-F238E27FC236}">
                  <a16:creationId xmlns:a16="http://schemas.microsoft.com/office/drawing/2014/main" id="{3E6F73CC-F7A9-4297-A80C-1EF4B1BB7DAF}"/>
                </a:ext>
              </a:extLst>
            </p:cNvPr>
            <p:cNvSpPr/>
            <p:nvPr/>
          </p:nvSpPr>
          <p:spPr>
            <a:xfrm>
              <a:off x="5103427" y="55256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4" name="Hexagon 1113">
              <a:extLst>
                <a:ext uri="{FF2B5EF4-FFF2-40B4-BE49-F238E27FC236}">
                  <a16:creationId xmlns:a16="http://schemas.microsoft.com/office/drawing/2014/main" id="{C53161F5-480C-487C-9A57-1F9CC7A0D408}"/>
                </a:ext>
              </a:extLst>
            </p:cNvPr>
            <p:cNvSpPr/>
            <p:nvPr/>
          </p:nvSpPr>
          <p:spPr>
            <a:xfrm>
              <a:off x="5107237" y="53503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5" name="Hexagon 1114">
              <a:extLst>
                <a:ext uri="{FF2B5EF4-FFF2-40B4-BE49-F238E27FC236}">
                  <a16:creationId xmlns:a16="http://schemas.microsoft.com/office/drawing/2014/main" id="{73699742-064A-403B-8BD8-29F8FDCB7189}"/>
                </a:ext>
              </a:extLst>
            </p:cNvPr>
            <p:cNvSpPr/>
            <p:nvPr/>
          </p:nvSpPr>
          <p:spPr>
            <a:xfrm>
              <a:off x="4869112" y="54265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6" name="Hexagon 1115">
              <a:extLst>
                <a:ext uri="{FF2B5EF4-FFF2-40B4-BE49-F238E27FC236}">
                  <a16:creationId xmlns:a16="http://schemas.microsoft.com/office/drawing/2014/main" id="{28EA1069-53B5-4C4B-AAE0-F0AB5E2D7863}"/>
                </a:ext>
              </a:extLst>
            </p:cNvPr>
            <p:cNvSpPr/>
            <p:nvPr/>
          </p:nvSpPr>
          <p:spPr>
            <a:xfrm>
              <a:off x="4872922" y="52513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7" name="Hexagon 1116">
              <a:extLst>
                <a:ext uri="{FF2B5EF4-FFF2-40B4-BE49-F238E27FC236}">
                  <a16:creationId xmlns:a16="http://schemas.microsoft.com/office/drawing/2014/main" id="{80D617D1-27CC-4EAF-A86A-2F083EE51267}"/>
                </a:ext>
              </a:extLst>
            </p:cNvPr>
            <p:cNvSpPr/>
            <p:nvPr/>
          </p:nvSpPr>
          <p:spPr>
            <a:xfrm>
              <a:off x="4632892" y="55256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8" name="Hexagon 1117">
              <a:extLst>
                <a:ext uri="{FF2B5EF4-FFF2-40B4-BE49-F238E27FC236}">
                  <a16:creationId xmlns:a16="http://schemas.microsoft.com/office/drawing/2014/main" id="{F8066EBC-C11A-4F1F-A1E6-E79DAB68B863}"/>
                </a:ext>
              </a:extLst>
            </p:cNvPr>
            <p:cNvSpPr/>
            <p:nvPr/>
          </p:nvSpPr>
          <p:spPr>
            <a:xfrm>
              <a:off x="4636702" y="535038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9" name="Hexagon 1118">
              <a:extLst>
                <a:ext uri="{FF2B5EF4-FFF2-40B4-BE49-F238E27FC236}">
                  <a16:creationId xmlns:a16="http://schemas.microsoft.com/office/drawing/2014/main" id="{4DBE95BC-3E16-4249-BE6E-E3FEE3110B5A}"/>
                </a:ext>
              </a:extLst>
            </p:cNvPr>
            <p:cNvSpPr/>
            <p:nvPr/>
          </p:nvSpPr>
          <p:spPr>
            <a:xfrm>
              <a:off x="6752964" y="15806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0" name="Hexagon 1119">
              <a:extLst>
                <a:ext uri="{FF2B5EF4-FFF2-40B4-BE49-F238E27FC236}">
                  <a16:creationId xmlns:a16="http://schemas.microsoft.com/office/drawing/2014/main" id="{1D60FDDF-1D70-42AE-95EC-CC6B2E532601}"/>
                </a:ext>
              </a:extLst>
            </p:cNvPr>
            <p:cNvSpPr/>
            <p:nvPr/>
          </p:nvSpPr>
          <p:spPr>
            <a:xfrm>
              <a:off x="6749154" y="17654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1" name="Hexagon 1120">
              <a:extLst>
                <a:ext uri="{FF2B5EF4-FFF2-40B4-BE49-F238E27FC236}">
                  <a16:creationId xmlns:a16="http://schemas.microsoft.com/office/drawing/2014/main" id="{82CD9945-4054-4C39-9D43-24A91E1E7DE2}"/>
                </a:ext>
              </a:extLst>
            </p:cNvPr>
            <p:cNvSpPr/>
            <p:nvPr/>
          </p:nvSpPr>
          <p:spPr>
            <a:xfrm>
              <a:off x="6514839" y="18607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2" name="Hexagon 1121">
              <a:extLst>
                <a:ext uri="{FF2B5EF4-FFF2-40B4-BE49-F238E27FC236}">
                  <a16:creationId xmlns:a16="http://schemas.microsoft.com/office/drawing/2014/main" id="{4D52C52F-6A1A-45E8-9585-4E630E742A14}"/>
                </a:ext>
              </a:extLst>
            </p:cNvPr>
            <p:cNvSpPr/>
            <p:nvPr/>
          </p:nvSpPr>
          <p:spPr>
            <a:xfrm>
              <a:off x="6274809" y="19502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3" name="Hexagon 1122">
              <a:extLst>
                <a:ext uri="{FF2B5EF4-FFF2-40B4-BE49-F238E27FC236}">
                  <a16:creationId xmlns:a16="http://schemas.microsoft.com/office/drawing/2014/main" id="{22D67BD2-D859-457D-8C0F-293FA3819DB7}"/>
                </a:ext>
              </a:extLst>
            </p:cNvPr>
            <p:cNvSpPr/>
            <p:nvPr/>
          </p:nvSpPr>
          <p:spPr>
            <a:xfrm>
              <a:off x="6042399" y="18607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4" name="Hexagon 1123">
              <a:extLst>
                <a:ext uri="{FF2B5EF4-FFF2-40B4-BE49-F238E27FC236}">
                  <a16:creationId xmlns:a16="http://schemas.microsoft.com/office/drawing/2014/main" id="{2F15953A-EAD6-4465-AA3C-E5EF9FEA0E00}"/>
                </a:ext>
              </a:extLst>
            </p:cNvPr>
            <p:cNvSpPr/>
            <p:nvPr/>
          </p:nvSpPr>
          <p:spPr>
            <a:xfrm>
              <a:off x="5804274" y="17673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5" name="Hexagon 1124">
              <a:extLst>
                <a:ext uri="{FF2B5EF4-FFF2-40B4-BE49-F238E27FC236}">
                  <a16:creationId xmlns:a16="http://schemas.microsoft.com/office/drawing/2014/main" id="{5E4A0862-E753-4173-8FB8-FADB76D0AA2A}"/>
                </a:ext>
              </a:extLst>
            </p:cNvPr>
            <p:cNvSpPr/>
            <p:nvPr/>
          </p:nvSpPr>
          <p:spPr>
            <a:xfrm>
              <a:off x="5806179" y="15768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6" name="Hexagon 1125">
              <a:extLst>
                <a:ext uri="{FF2B5EF4-FFF2-40B4-BE49-F238E27FC236}">
                  <a16:creationId xmlns:a16="http://schemas.microsoft.com/office/drawing/2014/main" id="{94FBCB57-9E87-4434-A70C-2520884DC1D4}"/>
                </a:ext>
              </a:extLst>
            </p:cNvPr>
            <p:cNvSpPr/>
            <p:nvPr/>
          </p:nvSpPr>
          <p:spPr>
            <a:xfrm>
              <a:off x="5802369" y="13920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7" name="Hexagon 1126">
              <a:extLst>
                <a:ext uri="{FF2B5EF4-FFF2-40B4-BE49-F238E27FC236}">
                  <a16:creationId xmlns:a16="http://schemas.microsoft.com/office/drawing/2014/main" id="{FD79963F-F194-4344-A3D6-02D9B871C880}"/>
                </a:ext>
              </a:extLst>
            </p:cNvPr>
            <p:cNvSpPr/>
            <p:nvPr/>
          </p:nvSpPr>
          <p:spPr>
            <a:xfrm>
              <a:off x="6044304" y="13082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8" name="Hexagon 1127">
              <a:extLst>
                <a:ext uri="{FF2B5EF4-FFF2-40B4-BE49-F238E27FC236}">
                  <a16:creationId xmlns:a16="http://schemas.microsoft.com/office/drawing/2014/main" id="{069C8223-70BA-4357-A533-FAC36BDB468A}"/>
                </a:ext>
              </a:extLst>
            </p:cNvPr>
            <p:cNvSpPr/>
            <p:nvPr/>
          </p:nvSpPr>
          <p:spPr>
            <a:xfrm>
              <a:off x="6282429" y="1214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9" name="Hexagon 1128">
              <a:extLst>
                <a:ext uri="{FF2B5EF4-FFF2-40B4-BE49-F238E27FC236}">
                  <a16:creationId xmlns:a16="http://schemas.microsoft.com/office/drawing/2014/main" id="{7310A4B0-7A84-4877-BE33-7715806120A6}"/>
                </a:ext>
              </a:extLst>
            </p:cNvPr>
            <p:cNvSpPr/>
            <p:nvPr/>
          </p:nvSpPr>
          <p:spPr>
            <a:xfrm>
              <a:off x="6518649" y="13082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0" name="Hexagon 1129">
              <a:extLst>
                <a:ext uri="{FF2B5EF4-FFF2-40B4-BE49-F238E27FC236}">
                  <a16:creationId xmlns:a16="http://schemas.microsoft.com/office/drawing/2014/main" id="{7CB43C20-73CC-483E-96C5-2255D2960B30}"/>
                </a:ext>
              </a:extLst>
            </p:cNvPr>
            <p:cNvSpPr/>
            <p:nvPr/>
          </p:nvSpPr>
          <p:spPr>
            <a:xfrm>
              <a:off x="6756774" y="14016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1" name="Hexagon 1130">
              <a:extLst>
                <a:ext uri="{FF2B5EF4-FFF2-40B4-BE49-F238E27FC236}">
                  <a16:creationId xmlns:a16="http://schemas.microsoft.com/office/drawing/2014/main" id="{9BAABA59-826D-453C-9DB9-D37BA33FC097}"/>
                </a:ext>
              </a:extLst>
            </p:cNvPr>
            <p:cNvSpPr/>
            <p:nvPr/>
          </p:nvSpPr>
          <p:spPr>
            <a:xfrm>
              <a:off x="6749154" y="21312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2" name="Hexagon 1131">
              <a:extLst>
                <a:ext uri="{FF2B5EF4-FFF2-40B4-BE49-F238E27FC236}">
                  <a16:creationId xmlns:a16="http://schemas.microsoft.com/office/drawing/2014/main" id="{A2B6D73B-7A13-4820-8303-DF6AA0D66803}"/>
                </a:ext>
              </a:extLst>
            </p:cNvPr>
            <p:cNvSpPr/>
            <p:nvPr/>
          </p:nvSpPr>
          <p:spPr>
            <a:xfrm>
              <a:off x="6745344" y="23160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3" name="Hexagon 1132">
              <a:extLst>
                <a:ext uri="{FF2B5EF4-FFF2-40B4-BE49-F238E27FC236}">
                  <a16:creationId xmlns:a16="http://schemas.microsoft.com/office/drawing/2014/main" id="{9778D630-5B5C-4BB1-8C46-C3E4A16FEF7A}"/>
                </a:ext>
              </a:extLst>
            </p:cNvPr>
            <p:cNvSpPr/>
            <p:nvPr/>
          </p:nvSpPr>
          <p:spPr>
            <a:xfrm>
              <a:off x="6752964" y="19521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4" name="Hexagon 1133">
              <a:extLst>
                <a:ext uri="{FF2B5EF4-FFF2-40B4-BE49-F238E27FC236}">
                  <a16:creationId xmlns:a16="http://schemas.microsoft.com/office/drawing/2014/main" id="{F2742778-DFBF-4CF0-ACD2-E8DF00E8FE8F}"/>
                </a:ext>
              </a:extLst>
            </p:cNvPr>
            <p:cNvSpPr/>
            <p:nvPr/>
          </p:nvSpPr>
          <p:spPr>
            <a:xfrm>
              <a:off x="6511029" y="22226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5" name="Hexagon 1134">
              <a:extLst>
                <a:ext uri="{FF2B5EF4-FFF2-40B4-BE49-F238E27FC236}">
                  <a16:creationId xmlns:a16="http://schemas.microsoft.com/office/drawing/2014/main" id="{C9151554-E222-434F-B285-6992CA8A4F7F}"/>
                </a:ext>
              </a:extLst>
            </p:cNvPr>
            <p:cNvSpPr/>
            <p:nvPr/>
          </p:nvSpPr>
          <p:spPr>
            <a:xfrm>
              <a:off x="6507219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6" name="Hexagon 1135">
              <a:extLst>
                <a:ext uri="{FF2B5EF4-FFF2-40B4-BE49-F238E27FC236}">
                  <a16:creationId xmlns:a16="http://schemas.microsoft.com/office/drawing/2014/main" id="{855113C9-8FD8-4C6B-AA88-E01740FAF9B1}"/>
                </a:ext>
              </a:extLst>
            </p:cNvPr>
            <p:cNvSpPr/>
            <p:nvPr/>
          </p:nvSpPr>
          <p:spPr>
            <a:xfrm>
              <a:off x="6514839" y="20435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7" name="Hexagon 1136">
              <a:extLst>
                <a:ext uri="{FF2B5EF4-FFF2-40B4-BE49-F238E27FC236}">
                  <a16:creationId xmlns:a16="http://schemas.microsoft.com/office/drawing/2014/main" id="{75ACE6E2-B7F5-43DC-9E1C-F3946735C878}"/>
                </a:ext>
              </a:extLst>
            </p:cNvPr>
            <p:cNvSpPr/>
            <p:nvPr/>
          </p:nvSpPr>
          <p:spPr>
            <a:xfrm>
              <a:off x="6749154" y="24988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8" name="Hexagon 1137">
              <a:extLst>
                <a:ext uri="{FF2B5EF4-FFF2-40B4-BE49-F238E27FC236}">
                  <a16:creationId xmlns:a16="http://schemas.microsoft.com/office/drawing/2014/main" id="{ABA5D8DA-B7F2-4BDD-B0B5-D674DD8F48BA}"/>
                </a:ext>
              </a:extLst>
            </p:cNvPr>
            <p:cNvSpPr/>
            <p:nvPr/>
          </p:nvSpPr>
          <p:spPr>
            <a:xfrm>
              <a:off x="6756774" y="26836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9" name="Hexagon 1138">
              <a:extLst>
                <a:ext uri="{FF2B5EF4-FFF2-40B4-BE49-F238E27FC236}">
                  <a16:creationId xmlns:a16="http://schemas.microsoft.com/office/drawing/2014/main" id="{B391182A-285C-4C0E-837C-52B5DD88092B}"/>
                </a:ext>
              </a:extLst>
            </p:cNvPr>
            <p:cNvSpPr/>
            <p:nvPr/>
          </p:nvSpPr>
          <p:spPr>
            <a:xfrm>
              <a:off x="6754869" y="28703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0" name="Hexagon 1139">
              <a:extLst>
                <a:ext uri="{FF2B5EF4-FFF2-40B4-BE49-F238E27FC236}">
                  <a16:creationId xmlns:a16="http://schemas.microsoft.com/office/drawing/2014/main" id="{82C1DF73-C1DF-4DF0-BCED-74562E04DD3B}"/>
                </a:ext>
              </a:extLst>
            </p:cNvPr>
            <p:cNvSpPr/>
            <p:nvPr/>
          </p:nvSpPr>
          <p:spPr>
            <a:xfrm>
              <a:off x="6518649" y="29522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1" name="Hexagon 1140">
              <a:extLst>
                <a:ext uri="{FF2B5EF4-FFF2-40B4-BE49-F238E27FC236}">
                  <a16:creationId xmlns:a16="http://schemas.microsoft.com/office/drawing/2014/main" id="{E534CB9E-2F66-4E0B-ACFE-A79956C58102}"/>
                </a:ext>
              </a:extLst>
            </p:cNvPr>
            <p:cNvSpPr/>
            <p:nvPr/>
          </p:nvSpPr>
          <p:spPr>
            <a:xfrm>
              <a:off x="6040494" y="29618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2" name="Hexagon 1141">
              <a:extLst>
                <a:ext uri="{FF2B5EF4-FFF2-40B4-BE49-F238E27FC236}">
                  <a16:creationId xmlns:a16="http://schemas.microsoft.com/office/drawing/2014/main" id="{AE5D54CA-F305-457A-A7C2-1831BE82E719}"/>
                </a:ext>
              </a:extLst>
            </p:cNvPr>
            <p:cNvSpPr/>
            <p:nvPr/>
          </p:nvSpPr>
          <p:spPr>
            <a:xfrm>
              <a:off x="5804274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3" name="Hexagon 1142">
              <a:extLst>
                <a:ext uri="{FF2B5EF4-FFF2-40B4-BE49-F238E27FC236}">
                  <a16:creationId xmlns:a16="http://schemas.microsoft.com/office/drawing/2014/main" id="{B7F27F85-64E7-41E8-BD52-5F9093145721}"/>
                </a:ext>
              </a:extLst>
            </p:cNvPr>
            <p:cNvSpPr/>
            <p:nvPr/>
          </p:nvSpPr>
          <p:spPr>
            <a:xfrm>
              <a:off x="6278619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4" name="Hexagon 1143">
              <a:extLst>
                <a:ext uri="{FF2B5EF4-FFF2-40B4-BE49-F238E27FC236}">
                  <a16:creationId xmlns:a16="http://schemas.microsoft.com/office/drawing/2014/main" id="{8E9B50C4-9CAE-48F0-B327-56CCCBD87FFC}"/>
                </a:ext>
              </a:extLst>
            </p:cNvPr>
            <p:cNvSpPr/>
            <p:nvPr/>
          </p:nvSpPr>
          <p:spPr>
            <a:xfrm>
              <a:off x="5806179" y="28608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5" name="Hexagon 1144">
              <a:extLst>
                <a:ext uri="{FF2B5EF4-FFF2-40B4-BE49-F238E27FC236}">
                  <a16:creationId xmlns:a16="http://schemas.microsoft.com/office/drawing/2014/main" id="{B25C4F53-DEDE-49B1-8431-2E708637E810}"/>
                </a:ext>
              </a:extLst>
            </p:cNvPr>
            <p:cNvSpPr/>
            <p:nvPr/>
          </p:nvSpPr>
          <p:spPr>
            <a:xfrm>
              <a:off x="5798559" y="26779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6" name="Hexagon 1145">
              <a:extLst>
                <a:ext uri="{FF2B5EF4-FFF2-40B4-BE49-F238E27FC236}">
                  <a16:creationId xmlns:a16="http://schemas.microsoft.com/office/drawing/2014/main" id="{3550A76A-17EB-4658-89BC-B1BEFF2B29A4}"/>
                </a:ext>
              </a:extLst>
            </p:cNvPr>
            <p:cNvSpPr/>
            <p:nvPr/>
          </p:nvSpPr>
          <p:spPr>
            <a:xfrm>
              <a:off x="5802369" y="24969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7" name="Hexagon 1146">
              <a:extLst>
                <a:ext uri="{FF2B5EF4-FFF2-40B4-BE49-F238E27FC236}">
                  <a16:creationId xmlns:a16="http://schemas.microsoft.com/office/drawing/2014/main" id="{16EF8657-6F70-4835-A656-C2628E139419}"/>
                </a:ext>
              </a:extLst>
            </p:cNvPr>
            <p:cNvSpPr/>
            <p:nvPr/>
          </p:nvSpPr>
          <p:spPr>
            <a:xfrm>
              <a:off x="5804274" y="23102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8" name="Hexagon 1147">
              <a:extLst>
                <a:ext uri="{FF2B5EF4-FFF2-40B4-BE49-F238E27FC236}">
                  <a16:creationId xmlns:a16="http://schemas.microsoft.com/office/drawing/2014/main" id="{D7E0EA6F-2342-4E4B-BE75-9EF5C3699978}"/>
                </a:ext>
              </a:extLst>
            </p:cNvPr>
            <p:cNvSpPr/>
            <p:nvPr/>
          </p:nvSpPr>
          <p:spPr>
            <a:xfrm>
              <a:off x="6274809" y="21312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9" name="Hexagon 1148">
              <a:extLst>
                <a:ext uri="{FF2B5EF4-FFF2-40B4-BE49-F238E27FC236}">
                  <a16:creationId xmlns:a16="http://schemas.microsoft.com/office/drawing/2014/main" id="{ECC3A04E-6EE7-4C24-9123-DFC503FFDF4C}"/>
                </a:ext>
              </a:extLst>
            </p:cNvPr>
            <p:cNvSpPr/>
            <p:nvPr/>
          </p:nvSpPr>
          <p:spPr>
            <a:xfrm>
              <a:off x="6038589" y="22131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0" name="Hexagon 1149">
              <a:extLst>
                <a:ext uri="{FF2B5EF4-FFF2-40B4-BE49-F238E27FC236}">
                  <a16:creationId xmlns:a16="http://schemas.microsoft.com/office/drawing/2014/main" id="{BCA6DDC2-ADC7-46C4-A003-9C10DE44F60C}"/>
                </a:ext>
              </a:extLst>
            </p:cNvPr>
            <p:cNvSpPr/>
            <p:nvPr/>
          </p:nvSpPr>
          <p:spPr>
            <a:xfrm>
              <a:off x="6745344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1" name="Hexagon 1150">
              <a:extLst>
                <a:ext uri="{FF2B5EF4-FFF2-40B4-BE49-F238E27FC236}">
                  <a16:creationId xmlns:a16="http://schemas.microsoft.com/office/drawing/2014/main" id="{AC5B27E0-011C-4D96-9A42-49D68647928D}"/>
                </a:ext>
              </a:extLst>
            </p:cNvPr>
            <p:cNvSpPr/>
            <p:nvPr/>
          </p:nvSpPr>
          <p:spPr>
            <a:xfrm>
              <a:off x="6985374" y="31351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2" name="Hexagon 1151">
              <a:extLst>
                <a:ext uri="{FF2B5EF4-FFF2-40B4-BE49-F238E27FC236}">
                  <a16:creationId xmlns:a16="http://schemas.microsoft.com/office/drawing/2014/main" id="{768EE133-189F-49DC-90A5-63B025143DD2}"/>
                </a:ext>
              </a:extLst>
            </p:cNvPr>
            <p:cNvSpPr/>
            <p:nvPr/>
          </p:nvSpPr>
          <p:spPr>
            <a:xfrm>
              <a:off x="7227309" y="32304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3" name="Hexagon 1152">
              <a:extLst>
                <a:ext uri="{FF2B5EF4-FFF2-40B4-BE49-F238E27FC236}">
                  <a16:creationId xmlns:a16="http://schemas.microsoft.com/office/drawing/2014/main" id="{D8390D90-AB40-41EB-8B8C-B188C4AB0103}"/>
                </a:ext>
              </a:extLst>
            </p:cNvPr>
            <p:cNvSpPr/>
            <p:nvPr/>
          </p:nvSpPr>
          <p:spPr>
            <a:xfrm>
              <a:off x="7223499" y="3415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4" name="Hexagon 1153">
              <a:extLst>
                <a:ext uri="{FF2B5EF4-FFF2-40B4-BE49-F238E27FC236}">
                  <a16:creationId xmlns:a16="http://schemas.microsoft.com/office/drawing/2014/main" id="{98C63C18-0049-4F87-911E-583761CDA40E}"/>
                </a:ext>
              </a:extLst>
            </p:cNvPr>
            <p:cNvSpPr/>
            <p:nvPr/>
          </p:nvSpPr>
          <p:spPr>
            <a:xfrm>
              <a:off x="7459719" y="35104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5" name="Hexagon 1154">
              <a:extLst>
                <a:ext uri="{FF2B5EF4-FFF2-40B4-BE49-F238E27FC236}">
                  <a16:creationId xmlns:a16="http://schemas.microsoft.com/office/drawing/2014/main" id="{0A3D5821-E965-4AD0-AB79-31F0B9D0DD52}"/>
                </a:ext>
              </a:extLst>
            </p:cNvPr>
            <p:cNvSpPr/>
            <p:nvPr/>
          </p:nvSpPr>
          <p:spPr>
            <a:xfrm>
              <a:off x="7694034" y="36018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6" name="Hexagon 1155">
              <a:extLst>
                <a:ext uri="{FF2B5EF4-FFF2-40B4-BE49-F238E27FC236}">
                  <a16:creationId xmlns:a16="http://schemas.microsoft.com/office/drawing/2014/main" id="{58D38290-CC43-4D48-A5FA-DBD575A0FD43}"/>
                </a:ext>
              </a:extLst>
            </p:cNvPr>
            <p:cNvSpPr/>
            <p:nvPr/>
          </p:nvSpPr>
          <p:spPr>
            <a:xfrm>
              <a:off x="7928349" y="3521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0E2A8827-E2F0-427A-B3F4-FE7A29676EC7}"/>
                </a:ext>
              </a:extLst>
            </p:cNvPr>
            <p:cNvSpPr/>
            <p:nvPr/>
          </p:nvSpPr>
          <p:spPr>
            <a:xfrm>
              <a:off x="8160759" y="34209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8" name="Hexagon 1157">
              <a:extLst>
                <a:ext uri="{FF2B5EF4-FFF2-40B4-BE49-F238E27FC236}">
                  <a16:creationId xmlns:a16="http://schemas.microsoft.com/office/drawing/2014/main" id="{5E0BCB78-F104-4DAC-AF24-F077CF4E83E3}"/>
                </a:ext>
              </a:extLst>
            </p:cNvPr>
            <p:cNvSpPr/>
            <p:nvPr/>
          </p:nvSpPr>
          <p:spPr>
            <a:xfrm>
              <a:off x="8160759" y="32323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9" name="Hexagon 1158">
              <a:extLst>
                <a:ext uri="{FF2B5EF4-FFF2-40B4-BE49-F238E27FC236}">
                  <a16:creationId xmlns:a16="http://schemas.microsoft.com/office/drawing/2014/main" id="{5832E99D-7C4E-4B94-9B3D-2C39235E3E0B}"/>
                </a:ext>
              </a:extLst>
            </p:cNvPr>
            <p:cNvSpPr/>
            <p:nvPr/>
          </p:nvSpPr>
          <p:spPr>
            <a:xfrm>
              <a:off x="8162664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0" name="Hexagon 1159">
              <a:extLst>
                <a:ext uri="{FF2B5EF4-FFF2-40B4-BE49-F238E27FC236}">
                  <a16:creationId xmlns:a16="http://schemas.microsoft.com/office/drawing/2014/main" id="{D4BCC367-BA7D-42E0-AE4B-0CE9CFE7229C}"/>
                </a:ext>
              </a:extLst>
            </p:cNvPr>
            <p:cNvSpPr/>
            <p:nvPr/>
          </p:nvSpPr>
          <p:spPr>
            <a:xfrm>
              <a:off x="7920729" y="29598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1" name="Hexagon 1160">
              <a:extLst>
                <a:ext uri="{FF2B5EF4-FFF2-40B4-BE49-F238E27FC236}">
                  <a16:creationId xmlns:a16="http://schemas.microsoft.com/office/drawing/2014/main" id="{F22F623A-A5CD-42E9-8283-A884D7963D42}"/>
                </a:ext>
              </a:extLst>
            </p:cNvPr>
            <p:cNvSpPr/>
            <p:nvPr/>
          </p:nvSpPr>
          <p:spPr>
            <a:xfrm>
              <a:off x="7690224" y="28608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2" name="Hexagon 1161">
              <a:extLst>
                <a:ext uri="{FF2B5EF4-FFF2-40B4-BE49-F238E27FC236}">
                  <a16:creationId xmlns:a16="http://schemas.microsoft.com/office/drawing/2014/main" id="{F2F7D91D-2AAD-4C2F-910F-6087ECDCBF86}"/>
                </a:ext>
              </a:extLst>
            </p:cNvPr>
            <p:cNvSpPr/>
            <p:nvPr/>
          </p:nvSpPr>
          <p:spPr>
            <a:xfrm>
              <a:off x="7454004" y="29560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3" name="Hexagon 1162">
              <a:extLst>
                <a:ext uri="{FF2B5EF4-FFF2-40B4-BE49-F238E27FC236}">
                  <a16:creationId xmlns:a16="http://schemas.microsoft.com/office/drawing/2014/main" id="{1F6D2F78-ED39-42CD-8B3B-A3A348370BDB}"/>
                </a:ext>
              </a:extLst>
            </p:cNvPr>
            <p:cNvSpPr/>
            <p:nvPr/>
          </p:nvSpPr>
          <p:spPr>
            <a:xfrm>
              <a:off x="7227309" y="3043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4" name="Hexagon 1163">
              <a:extLst>
                <a:ext uri="{FF2B5EF4-FFF2-40B4-BE49-F238E27FC236}">
                  <a16:creationId xmlns:a16="http://schemas.microsoft.com/office/drawing/2014/main" id="{6CC365BC-7265-4C14-966D-EC93A3EB1317}"/>
                </a:ext>
              </a:extLst>
            </p:cNvPr>
            <p:cNvSpPr/>
            <p:nvPr/>
          </p:nvSpPr>
          <p:spPr>
            <a:xfrm>
              <a:off x="6987279" y="29541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5" name="Hexagon 1164">
              <a:extLst>
                <a:ext uri="{FF2B5EF4-FFF2-40B4-BE49-F238E27FC236}">
                  <a16:creationId xmlns:a16="http://schemas.microsoft.com/office/drawing/2014/main" id="{7EFB9883-3669-4D65-B067-3AA8CE687204}"/>
                </a:ext>
              </a:extLst>
            </p:cNvPr>
            <p:cNvSpPr/>
            <p:nvPr/>
          </p:nvSpPr>
          <p:spPr>
            <a:xfrm>
              <a:off x="7922634" y="27732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6" name="Hexagon 1165">
              <a:extLst>
                <a:ext uri="{FF2B5EF4-FFF2-40B4-BE49-F238E27FC236}">
                  <a16:creationId xmlns:a16="http://schemas.microsoft.com/office/drawing/2014/main" id="{8ECFCDD9-561B-4DB6-BD17-6696D91698AD}"/>
                </a:ext>
              </a:extLst>
            </p:cNvPr>
            <p:cNvSpPr/>
            <p:nvPr/>
          </p:nvSpPr>
          <p:spPr>
            <a:xfrm>
              <a:off x="7692129" y="26798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7" name="Hexagon 1166">
              <a:extLst>
                <a:ext uri="{FF2B5EF4-FFF2-40B4-BE49-F238E27FC236}">
                  <a16:creationId xmlns:a16="http://schemas.microsoft.com/office/drawing/2014/main" id="{03383846-7FCA-4C6D-8A53-96076FFFB21E}"/>
                </a:ext>
              </a:extLst>
            </p:cNvPr>
            <p:cNvSpPr/>
            <p:nvPr/>
          </p:nvSpPr>
          <p:spPr>
            <a:xfrm>
              <a:off x="7455909" y="27751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8" name="Hexagon 1167">
              <a:extLst>
                <a:ext uri="{FF2B5EF4-FFF2-40B4-BE49-F238E27FC236}">
                  <a16:creationId xmlns:a16="http://schemas.microsoft.com/office/drawing/2014/main" id="{8FD97884-5962-4E0F-A27F-512C18570E46}"/>
                </a:ext>
              </a:extLst>
            </p:cNvPr>
            <p:cNvSpPr/>
            <p:nvPr/>
          </p:nvSpPr>
          <p:spPr>
            <a:xfrm>
              <a:off x="7229214" y="28627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9" name="Hexagon 1168">
              <a:extLst>
                <a:ext uri="{FF2B5EF4-FFF2-40B4-BE49-F238E27FC236}">
                  <a16:creationId xmlns:a16="http://schemas.microsoft.com/office/drawing/2014/main" id="{FCC961E6-0D76-444D-B142-3E6C3B74B218}"/>
                </a:ext>
              </a:extLst>
            </p:cNvPr>
            <p:cNvSpPr/>
            <p:nvPr/>
          </p:nvSpPr>
          <p:spPr>
            <a:xfrm>
              <a:off x="7922634" y="25865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0" name="Hexagon 1169">
              <a:extLst>
                <a:ext uri="{FF2B5EF4-FFF2-40B4-BE49-F238E27FC236}">
                  <a16:creationId xmlns:a16="http://schemas.microsoft.com/office/drawing/2014/main" id="{52B39E40-9A54-46C0-A988-84CCD6A56E57}"/>
                </a:ext>
              </a:extLst>
            </p:cNvPr>
            <p:cNvSpPr/>
            <p:nvPr/>
          </p:nvSpPr>
          <p:spPr>
            <a:xfrm>
              <a:off x="7692129" y="24950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1" name="Hexagon 1170">
              <a:extLst>
                <a:ext uri="{FF2B5EF4-FFF2-40B4-BE49-F238E27FC236}">
                  <a16:creationId xmlns:a16="http://schemas.microsoft.com/office/drawing/2014/main" id="{7E3FC9AB-36DD-45C9-84DD-45D9FB522A99}"/>
                </a:ext>
              </a:extLst>
            </p:cNvPr>
            <p:cNvSpPr/>
            <p:nvPr/>
          </p:nvSpPr>
          <p:spPr>
            <a:xfrm>
              <a:off x="7455909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2" name="Hexagon 1171">
              <a:extLst>
                <a:ext uri="{FF2B5EF4-FFF2-40B4-BE49-F238E27FC236}">
                  <a16:creationId xmlns:a16="http://schemas.microsoft.com/office/drawing/2014/main" id="{479652D4-251A-4CD2-A32B-D95E7A91C5B4}"/>
                </a:ext>
              </a:extLst>
            </p:cNvPr>
            <p:cNvSpPr/>
            <p:nvPr/>
          </p:nvSpPr>
          <p:spPr>
            <a:xfrm>
              <a:off x="7452099" y="24055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3" name="Hexagon 1172">
              <a:extLst>
                <a:ext uri="{FF2B5EF4-FFF2-40B4-BE49-F238E27FC236}">
                  <a16:creationId xmlns:a16="http://schemas.microsoft.com/office/drawing/2014/main" id="{120A3F45-470B-482A-8395-99A9EBB14B53}"/>
                </a:ext>
              </a:extLst>
            </p:cNvPr>
            <p:cNvSpPr/>
            <p:nvPr/>
          </p:nvSpPr>
          <p:spPr>
            <a:xfrm>
              <a:off x="7930254" y="24036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4" name="Hexagon 1173">
              <a:extLst>
                <a:ext uri="{FF2B5EF4-FFF2-40B4-BE49-F238E27FC236}">
                  <a16:creationId xmlns:a16="http://schemas.microsoft.com/office/drawing/2014/main" id="{90606D30-E9FB-4BC6-B65A-2D0F75602092}"/>
                </a:ext>
              </a:extLst>
            </p:cNvPr>
            <p:cNvSpPr/>
            <p:nvPr/>
          </p:nvSpPr>
          <p:spPr>
            <a:xfrm>
              <a:off x="7215879" y="25007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5" name="Hexagon 1174">
              <a:extLst>
                <a:ext uri="{FF2B5EF4-FFF2-40B4-BE49-F238E27FC236}">
                  <a16:creationId xmlns:a16="http://schemas.microsoft.com/office/drawing/2014/main" id="{0F33DB36-778B-49BF-B398-2945A077A66B}"/>
                </a:ext>
              </a:extLst>
            </p:cNvPr>
            <p:cNvSpPr/>
            <p:nvPr/>
          </p:nvSpPr>
          <p:spPr>
            <a:xfrm>
              <a:off x="7212069" y="23141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6" name="Hexagon 1175">
              <a:extLst>
                <a:ext uri="{FF2B5EF4-FFF2-40B4-BE49-F238E27FC236}">
                  <a16:creationId xmlns:a16="http://schemas.microsoft.com/office/drawing/2014/main" id="{8BEAF126-36B8-4997-9EDE-7BFCEB43CDAA}"/>
                </a:ext>
              </a:extLst>
            </p:cNvPr>
            <p:cNvSpPr/>
            <p:nvPr/>
          </p:nvSpPr>
          <p:spPr>
            <a:xfrm>
              <a:off x="7215879" y="21274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7" name="Hexagon 1176">
              <a:extLst>
                <a:ext uri="{FF2B5EF4-FFF2-40B4-BE49-F238E27FC236}">
                  <a16:creationId xmlns:a16="http://schemas.microsoft.com/office/drawing/2014/main" id="{D602C47F-4CC3-482F-88D1-ED3700AB95D1}"/>
                </a:ext>
              </a:extLst>
            </p:cNvPr>
            <p:cNvSpPr/>
            <p:nvPr/>
          </p:nvSpPr>
          <p:spPr>
            <a:xfrm>
              <a:off x="7219689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8" name="Hexagon 1177">
              <a:extLst>
                <a:ext uri="{FF2B5EF4-FFF2-40B4-BE49-F238E27FC236}">
                  <a16:creationId xmlns:a16="http://schemas.microsoft.com/office/drawing/2014/main" id="{1B12D858-ADBD-4601-9028-DE64E0C70F8A}"/>
                </a:ext>
              </a:extLst>
            </p:cNvPr>
            <p:cNvSpPr/>
            <p:nvPr/>
          </p:nvSpPr>
          <p:spPr>
            <a:xfrm>
              <a:off x="7457814" y="18588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9" name="Hexagon 1178">
              <a:extLst>
                <a:ext uri="{FF2B5EF4-FFF2-40B4-BE49-F238E27FC236}">
                  <a16:creationId xmlns:a16="http://schemas.microsoft.com/office/drawing/2014/main" id="{3344536F-D7D9-4E26-B808-679DBBD1C051}"/>
                </a:ext>
              </a:extLst>
            </p:cNvPr>
            <p:cNvSpPr/>
            <p:nvPr/>
          </p:nvSpPr>
          <p:spPr>
            <a:xfrm>
              <a:off x="7699749" y="17635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0" name="Hexagon 1179">
              <a:extLst>
                <a:ext uri="{FF2B5EF4-FFF2-40B4-BE49-F238E27FC236}">
                  <a16:creationId xmlns:a16="http://schemas.microsoft.com/office/drawing/2014/main" id="{853C5F49-4EE5-44E8-BBB5-7D5AFA03C8AF}"/>
                </a:ext>
              </a:extLst>
            </p:cNvPr>
            <p:cNvSpPr/>
            <p:nvPr/>
          </p:nvSpPr>
          <p:spPr>
            <a:xfrm>
              <a:off x="7941684" y="18549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1" name="Hexagon 1180">
              <a:extLst>
                <a:ext uri="{FF2B5EF4-FFF2-40B4-BE49-F238E27FC236}">
                  <a16:creationId xmlns:a16="http://schemas.microsoft.com/office/drawing/2014/main" id="{2DC4F42A-F66F-423A-9A6F-7005DC6EC4F5}"/>
                </a:ext>
              </a:extLst>
            </p:cNvPr>
            <p:cNvSpPr/>
            <p:nvPr/>
          </p:nvSpPr>
          <p:spPr>
            <a:xfrm>
              <a:off x="8170284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2" name="Hexagon 1181">
              <a:extLst>
                <a:ext uri="{FF2B5EF4-FFF2-40B4-BE49-F238E27FC236}">
                  <a16:creationId xmlns:a16="http://schemas.microsoft.com/office/drawing/2014/main" id="{4D9AD653-80E1-4BDF-8BA0-217F49A1CFFF}"/>
                </a:ext>
              </a:extLst>
            </p:cNvPr>
            <p:cNvSpPr/>
            <p:nvPr/>
          </p:nvSpPr>
          <p:spPr>
            <a:xfrm>
              <a:off x="8168379" y="2129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3" name="Hexagon 1182">
              <a:extLst>
                <a:ext uri="{FF2B5EF4-FFF2-40B4-BE49-F238E27FC236}">
                  <a16:creationId xmlns:a16="http://schemas.microsoft.com/office/drawing/2014/main" id="{5185543C-80B7-44CB-932B-E81EC534D194}"/>
                </a:ext>
              </a:extLst>
            </p:cNvPr>
            <p:cNvSpPr/>
            <p:nvPr/>
          </p:nvSpPr>
          <p:spPr>
            <a:xfrm>
              <a:off x="8168379" y="23102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4" name="Hexagon 1183">
              <a:extLst>
                <a:ext uri="{FF2B5EF4-FFF2-40B4-BE49-F238E27FC236}">
                  <a16:creationId xmlns:a16="http://schemas.microsoft.com/office/drawing/2014/main" id="{AA8FAD16-5B8D-4469-B6C8-95BF6B47F46C}"/>
                </a:ext>
              </a:extLst>
            </p:cNvPr>
            <p:cNvSpPr/>
            <p:nvPr/>
          </p:nvSpPr>
          <p:spPr>
            <a:xfrm>
              <a:off x="8160759" y="28703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5" name="Hexagon 1184">
              <a:extLst>
                <a:ext uri="{FF2B5EF4-FFF2-40B4-BE49-F238E27FC236}">
                  <a16:creationId xmlns:a16="http://schemas.microsoft.com/office/drawing/2014/main" id="{422871B4-A6C8-46AA-A553-A5AFCBB28257}"/>
                </a:ext>
              </a:extLst>
            </p:cNvPr>
            <p:cNvSpPr/>
            <p:nvPr/>
          </p:nvSpPr>
          <p:spPr>
            <a:xfrm>
              <a:off x="8160759" y="26855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6" name="Hexagon 1185">
              <a:extLst>
                <a:ext uri="{FF2B5EF4-FFF2-40B4-BE49-F238E27FC236}">
                  <a16:creationId xmlns:a16="http://schemas.microsoft.com/office/drawing/2014/main" id="{B80F6AAD-20ED-466A-8AC6-AA5897DF42D9}"/>
                </a:ext>
              </a:extLst>
            </p:cNvPr>
            <p:cNvSpPr/>
            <p:nvPr/>
          </p:nvSpPr>
          <p:spPr>
            <a:xfrm>
              <a:off x="8396979" y="3140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7" name="Hexagon 1186">
              <a:extLst>
                <a:ext uri="{FF2B5EF4-FFF2-40B4-BE49-F238E27FC236}">
                  <a16:creationId xmlns:a16="http://schemas.microsoft.com/office/drawing/2014/main" id="{35994BDF-E3D9-4B44-BF93-B56D3600EB42}"/>
                </a:ext>
              </a:extLst>
            </p:cNvPr>
            <p:cNvSpPr/>
            <p:nvPr/>
          </p:nvSpPr>
          <p:spPr>
            <a:xfrm>
              <a:off x="8398884" y="29573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8" name="Hexagon 1187">
              <a:extLst>
                <a:ext uri="{FF2B5EF4-FFF2-40B4-BE49-F238E27FC236}">
                  <a16:creationId xmlns:a16="http://schemas.microsoft.com/office/drawing/2014/main" id="{0AED2908-9726-45B5-9839-D1999F9D7BC7}"/>
                </a:ext>
              </a:extLst>
            </p:cNvPr>
            <p:cNvSpPr/>
            <p:nvPr/>
          </p:nvSpPr>
          <p:spPr>
            <a:xfrm>
              <a:off x="8396979" y="2778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9" name="Hexagon 1188">
              <a:extLst>
                <a:ext uri="{FF2B5EF4-FFF2-40B4-BE49-F238E27FC236}">
                  <a16:creationId xmlns:a16="http://schemas.microsoft.com/office/drawing/2014/main" id="{8BE7F3D4-E763-4DAF-80F6-719876583CB5}"/>
                </a:ext>
              </a:extLst>
            </p:cNvPr>
            <p:cNvSpPr/>
            <p:nvPr/>
          </p:nvSpPr>
          <p:spPr>
            <a:xfrm>
              <a:off x="8402694" y="25922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0" name="Hexagon 1189">
              <a:extLst>
                <a:ext uri="{FF2B5EF4-FFF2-40B4-BE49-F238E27FC236}">
                  <a16:creationId xmlns:a16="http://schemas.microsoft.com/office/drawing/2014/main" id="{04407711-0292-4B8B-B3C2-ACD07B79D966}"/>
                </a:ext>
              </a:extLst>
            </p:cNvPr>
            <p:cNvSpPr/>
            <p:nvPr/>
          </p:nvSpPr>
          <p:spPr>
            <a:xfrm>
              <a:off x="8404599" y="24036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1" name="Hexagon 1190">
              <a:extLst>
                <a:ext uri="{FF2B5EF4-FFF2-40B4-BE49-F238E27FC236}">
                  <a16:creationId xmlns:a16="http://schemas.microsoft.com/office/drawing/2014/main" id="{E6C73962-5E9B-44A6-BC6A-C23516FD6B5B}"/>
                </a:ext>
              </a:extLst>
            </p:cNvPr>
            <p:cNvSpPr/>
            <p:nvPr/>
          </p:nvSpPr>
          <p:spPr>
            <a:xfrm>
              <a:off x="8402694" y="22302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2" name="Hexagon 1191">
              <a:extLst>
                <a:ext uri="{FF2B5EF4-FFF2-40B4-BE49-F238E27FC236}">
                  <a16:creationId xmlns:a16="http://schemas.microsoft.com/office/drawing/2014/main" id="{951B2B2F-3B04-4444-ACA0-3C12F6E97727}"/>
                </a:ext>
              </a:extLst>
            </p:cNvPr>
            <p:cNvSpPr/>
            <p:nvPr/>
          </p:nvSpPr>
          <p:spPr>
            <a:xfrm>
              <a:off x="8404599" y="18549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3" name="Hexagon 1192">
              <a:extLst>
                <a:ext uri="{FF2B5EF4-FFF2-40B4-BE49-F238E27FC236}">
                  <a16:creationId xmlns:a16="http://schemas.microsoft.com/office/drawing/2014/main" id="{C36A714B-1B03-4346-B86A-05A8E5B03A76}"/>
                </a:ext>
              </a:extLst>
            </p:cNvPr>
            <p:cNvSpPr/>
            <p:nvPr/>
          </p:nvSpPr>
          <p:spPr>
            <a:xfrm>
              <a:off x="8402694" y="20435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4" name="Hexagon 1193">
              <a:extLst>
                <a:ext uri="{FF2B5EF4-FFF2-40B4-BE49-F238E27FC236}">
                  <a16:creationId xmlns:a16="http://schemas.microsoft.com/office/drawing/2014/main" id="{7B7EC60F-1270-4DF0-B4ED-C001E6622081}"/>
                </a:ext>
              </a:extLst>
            </p:cNvPr>
            <p:cNvSpPr/>
            <p:nvPr/>
          </p:nvSpPr>
          <p:spPr>
            <a:xfrm>
              <a:off x="8642724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5" name="Hexagon 1194">
              <a:extLst>
                <a:ext uri="{FF2B5EF4-FFF2-40B4-BE49-F238E27FC236}">
                  <a16:creationId xmlns:a16="http://schemas.microsoft.com/office/drawing/2014/main" id="{B46BEB15-B5AB-4055-8A71-84141678DD28}"/>
                </a:ext>
              </a:extLst>
            </p:cNvPr>
            <p:cNvSpPr/>
            <p:nvPr/>
          </p:nvSpPr>
          <p:spPr>
            <a:xfrm>
              <a:off x="8640819" y="2129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6" name="Hexagon 1195">
              <a:extLst>
                <a:ext uri="{FF2B5EF4-FFF2-40B4-BE49-F238E27FC236}">
                  <a16:creationId xmlns:a16="http://schemas.microsoft.com/office/drawing/2014/main" id="{E486E05E-6A35-423D-915E-1899FFF019A6}"/>
                </a:ext>
              </a:extLst>
            </p:cNvPr>
            <p:cNvSpPr/>
            <p:nvPr/>
          </p:nvSpPr>
          <p:spPr>
            <a:xfrm>
              <a:off x="8878944" y="20378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7" name="Hexagon 1196">
              <a:extLst>
                <a:ext uri="{FF2B5EF4-FFF2-40B4-BE49-F238E27FC236}">
                  <a16:creationId xmlns:a16="http://schemas.microsoft.com/office/drawing/2014/main" id="{7BC684C1-5C8A-4F58-97D3-F17C3726E524}"/>
                </a:ext>
              </a:extLst>
            </p:cNvPr>
            <p:cNvSpPr/>
            <p:nvPr/>
          </p:nvSpPr>
          <p:spPr>
            <a:xfrm>
              <a:off x="8877039" y="22207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8" name="Hexagon 1197">
              <a:extLst>
                <a:ext uri="{FF2B5EF4-FFF2-40B4-BE49-F238E27FC236}">
                  <a16:creationId xmlns:a16="http://schemas.microsoft.com/office/drawing/2014/main" id="{1C1DD721-0925-420D-9DB8-CD2F416A1D9E}"/>
                </a:ext>
              </a:extLst>
            </p:cNvPr>
            <p:cNvSpPr/>
            <p:nvPr/>
          </p:nvSpPr>
          <p:spPr>
            <a:xfrm>
              <a:off x="8642724" y="25026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9" name="Hexagon 1198">
              <a:extLst>
                <a:ext uri="{FF2B5EF4-FFF2-40B4-BE49-F238E27FC236}">
                  <a16:creationId xmlns:a16="http://schemas.microsoft.com/office/drawing/2014/main" id="{153F65CD-057B-4FA4-8409-72E4216E70EA}"/>
                </a:ext>
              </a:extLst>
            </p:cNvPr>
            <p:cNvSpPr/>
            <p:nvPr/>
          </p:nvSpPr>
          <p:spPr>
            <a:xfrm>
              <a:off x="8640819" y="26855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0" name="Hexagon 1199">
              <a:extLst>
                <a:ext uri="{FF2B5EF4-FFF2-40B4-BE49-F238E27FC236}">
                  <a16:creationId xmlns:a16="http://schemas.microsoft.com/office/drawing/2014/main" id="{97A0322B-87C9-48AE-899D-FFA9A6155E06}"/>
                </a:ext>
              </a:extLst>
            </p:cNvPr>
            <p:cNvSpPr/>
            <p:nvPr/>
          </p:nvSpPr>
          <p:spPr>
            <a:xfrm>
              <a:off x="887894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1" name="Hexagon 1200">
              <a:extLst>
                <a:ext uri="{FF2B5EF4-FFF2-40B4-BE49-F238E27FC236}">
                  <a16:creationId xmlns:a16="http://schemas.microsoft.com/office/drawing/2014/main" id="{C6B4A98E-06A4-4032-B6BE-256C784E8821}"/>
                </a:ext>
              </a:extLst>
            </p:cNvPr>
            <p:cNvSpPr/>
            <p:nvPr/>
          </p:nvSpPr>
          <p:spPr>
            <a:xfrm>
              <a:off x="8877039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2" name="Hexagon 1201">
              <a:extLst>
                <a:ext uri="{FF2B5EF4-FFF2-40B4-BE49-F238E27FC236}">
                  <a16:creationId xmlns:a16="http://schemas.microsoft.com/office/drawing/2014/main" id="{40EA9A09-2207-4A80-8618-EB4473FEDA14}"/>
                </a:ext>
              </a:extLst>
            </p:cNvPr>
            <p:cNvSpPr/>
            <p:nvPr/>
          </p:nvSpPr>
          <p:spPr>
            <a:xfrm>
              <a:off x="9117069" y="25026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3" name="Hexagon 1202">
              <a:extLst>
                <a:ext uri="{FF2B5EF4-FFF2-40B4-BE49-F238E27FC236}">
                  <a16:creationId xmlns:a16="http://schemas.microsoft.com/office/drawing/2014/main" id="{1FC42F5D-056A-40D6-A7DE-7CAC336D6B51}"/>
                </a:ext>
              </a:extLst>
            </p:cNvPr>
            <p:cNvSpPr/>
            <p:nvPr/>
          </p:nvSpPr>
          <p:spPr>
            <a:xfrm>
              <a:off x="9115164" y="26855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4" name="Hexagon 1203">
              <a:extLst>
                <a:ext uri="{FF2B5EF4-FFF2-40B4-BE49-F238E27FC236}">
                  <a16:creationId xmlns:a16="http://schemas.microsoft.com/office/drawing/2014/main" id="{0CB06B8A-44FD-49A9-A127-A6B23C1D54C3}"/>
                </a:ext>
              </a:extLst>
            </p:cNvPr>
            <p:cNvSpPr/>
            <p:nvPr/>
          </p:nvSpPr>
          <p:spPr>
            <a:xfrm>
              <a:off x="8873229" y="29656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5" name="Hexagon 1204">
              <a:extLst>
                <a:ext uri="{FF2B5EF4-FFF2-40B4-BE49-F238E27FC236}">
                  <a16:creationId xmlns:a16="http://schemas.microsoft.com/office/drawing/2014/main" id="{97FE41D5-A0F2-4382-B5F6-72ED51D2E1DD}"/>
                </a:ext>
              </a:extLst>
            </p:cNvPr>
            <p:cNvSpPr/>
            <p:nvPr/>
          </p:nvSpPr>
          <p:spPr>
            <a:xfrm>
              <a:off x="8871324" y="31484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6" name="Hexagon 1205">
              <a:extLst>
                <a:ext uri="{FF2B5EF4-FFF2-40B4-BE49-F238E27FC236}">
                  <a16:creationId xmlns:a16="http://schemas.microsoft.com/office/drawing/2014/main" id="{2A52E63D-805B-4796-B36F-72256C48A130}"/>
                </a:ext>
              </a:extLst>
            </p:cNvPr>
            <p:cNvSpPr/>
            <p:nvPr/>
          </p:nvSpPr>
          <p:spPr>
            <a:xfrm>
              <a:off x="8638914" y="2868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7" name="Hexagon 1206">
              <a:extLst>
                <a:ext uri="{FF2B5EF4-FFF2-40B4-BE49-F238E27FC236}">
                  <a16:creationId xmlns:a16="http://schemas.microsoft.com/office/drawing/2014/main" id="{606489B3-89DD-4DD5-98FA-103F9896631C}"/>
                </a:ext>
              </a:extLst>
            </p:cNvPr>
            <p:cNvSpPr/>
            <p:nvPr/>
          </p:nvSpPr>
          <p:spPr>
            <a:xfrm>
              <a:off x="8637009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8" name="Hexagon 1207">
              <a:extLst>
                <a:ext uri="{FF2B5EF4-FFF2-40B4-BE49-F238E27FC236}">
                  <a16:creationId xmlns:a16="http://schemas.microsoft.com/office/drawing/2014/main" id="{C1A6A688-778B-43F9-B4EB-215B61F3DA8A}"/>
                </a:ext>
              </a:extLst>
            </p:cNvPr>
            <p:cNvSpPr/>
            <p:nvPr/>
          </p:nvSpPr>
          <p:spPr>
            <a:xfrm>
              <a:off x="6991089" y="27732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9" name="Hexagon 1208">
              <a:extLst>
                <a:ext uri="{FF2B5EF4-FFF2-40B4-BE49-F238E27FC236}">
                  <a16:creationId xmlns:a16="http://schemas.microsoft.com/office/drawing/2014/main" id="{3FB182C5-31F1-4926-BDD2-BFB7B303A53B}"/>
                </a:ext>
              </a:extLst>
            </p:cNvPr>
            <p:cNvSpPr/>
            <p:nvPr/>
          </p:nvSpPr>
          <p:spPr>
            <a:xfrm>
              <a:off x="6992994" y="25922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0" name="Hexagon 1209">
              <a:extLst>
                <a:ext uri="{FF2B5EF4-FFF2-40B4-BE49-F238E27FC236}">
                  <a16:creationId xmlns:a16="http://schemas.microsoft.com/office/drawing/2014/main" id="{FA79F603-29A2-4E1F-9AC5-F17537795FA1}"/>
                </a:ext>
              </a:extLst>
            </p:cNvPr>
            <p:cNvSpPr/>
            <p:nvPr/>
          </p:nvSpPr>
          <p:spPr>
            <a:xfrm>
              <a:off x="698156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1" name="Hexagon 1210">
              <a:extLst>
                <a:ext uri="{FF2B5EF4-FFF2-40B4-BE49-F238E27FC236}">
                  <a16:creationId xmlns:a16="http://schemas.microsoft.com/office/drawing/2014/main" id="{7A1D8702-3E07-4327-B437-883C5ADE38AE}"/>
                </a:ext>
              </a:extLst>
            </p:cNvPr>
            <p:cNvSpPr/>
            <p:nvPr/>
          </p:nvSpPr>
          <p:spPr>
            <a:xfrm>
              <a:off x="6983469" y="22264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2" name="Hexagon 1211">
              <a:extLst>
                <a:ext uri="{FF2B5EF4-FFF2-40B4-BE49-F238E27FC236}">
                  <a16:creationId xmlns:a16="http://schemas.microsoft.com/office/drawing/2014/main" id="{63BC2F38-6632-4540-99A7-B06F7709A01C}"/>
                </a:ext>
              </a:extLst>
            </p:cNvPr>
            <p:cNvSpPr/>
            <p:nvPr/>
          </p:nvSpPr>
          <p:spPr>
            <a:xfrm>
              <a:off x="6975849" y="20397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3" name="Hexagon 1212">
              <a:extLst>
                <a:ext uri="{FF2B5EF4-FFF2-40B4-BE49-F238E27FC236}">
                  <a16:creationId xmlns:a16="http://schemas.microsoft.com/office/drawing/2014/main" id="{FD27AB95-06FA-45F3-AA7E-1977F67E4469}"/>
                </a:ext>
              </a:extLst>
            </p:cNvPr>
            <p:cNvSpPr/>
            <p:nvPr/>
          </p:nvSpPr>
          <p:spPr>
            <a:xfrm>
              <a:off x="7221594" y="17616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4" name="Hexagon 1213">
              <a:extLst>
                <a:ext uri="{FF2B5EF4-FFF2-40B4-BE49-F238E27FC236}">
                  <a16:creationId xmlns:a16="http://schemas.microsoft.com/office/drawing/2014/main" id="{AD75595D-DFA9-466F-8FEE-414ABC60AACE}"/>
                </a:ext>
              </a:extLst>
            </p:cNvPr>
            <p:cNvSpPr/>
            <p:nvPr/>
          </p:nvSpPr>
          <p:spPr>
            <a:xfrm>
              <a:off x="7459719" y="16740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5" name="Hexagon 1214">
              <a:extLst>
                <a:ext uri="{FF2B5EF4-FFF2-40B4-BE49-F238E27FC236}">
                  <a16:creationId xmlns:a16="http://schemas.microsoft.com/office/drawing/2014/main" id="{24CFA5DD-3A93-4274-B9C4-EB55DE58E036}"/>
                </a:ext>
              </a:extLst>
            </p:cNvPr>
            <p:cNvSpPr/>
            <p:nvPr/>
          </p:nvSpPr>
          <p:spPr>
            <a:xfrm>
              <a:off x="7701654" y="15787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6" name="Hexagon 1215">
              <a:extLst>
                <a:ext uri="{FF2B5EF4-FFF2-40B4-BE49-F238E27FC236}">
                  <a16:creationId xmlns:a16="http://schemas.microsoft.com/office/drawing/2014/main" id="{75EC5CE1-5C59-407F-8FBA-9FB008617C0E}"/>
                </a:ext>
              </a:extLst>
            </p:cNvPr>
            <p:cNvSpPr/>
            <p:nvPr/>
          </p:nvSpPr>
          <p:spPr>
            <a:xfrm>
              <a:off x="6987279" y="16683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7" name="Hexagon 1216">
              <a:extLst>
                <a:ext uri="{FF2B5EF4-FFF2-40B4-BE49-F238E27FC236}">
                  <a16:creationId xmlns:a16="http://schemas.microsoft.com/office/drawing/2014/main" id="{58C1F017-2ABD-430E-A89F-DAAFD348BFF3}"/>
                </a:ext>
              </a:extLst>
            </p:cNvPr>
            <p:cNvSpPr/>
            <p:nvPr/>
          </p:nvSpPr>
          <p:spPr>
            <a:xfrm>
              <a:off x="7225404" y="15806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8" name="Hexagon 1217">
              <a:extLst>
                <a:ext uri="{FF2B5EF4-FFF2-40B4-BE49-F238E27FC236}">
                  <a16:creationId xmlns:a16="http://schemas.microsoft.com/office/drawing/2014/main" id="{521164C0-FA36-4C75-AC07-69C6BABF9F06}"/>
                </a:ext>
              </a:extLst>
            </p:cNvPr>
            <p:cNvSpPr/>
            <p:nvPr/>
          </p:nvSpPr>
          <p:spPr>
            <a:xfrm>
              <a:off x="7467339" y="14854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9" name="Hexagon 1218">
              <a:extLst>
                <a:ext uri="{FF2B5EF4-FFF2-40B4-BE49-F238E27FC236}">
                  <a16:creationId xmlns:a16="http://schemas.microsoft.com/office/drawing/2014/main" id="{D73B767C-0E9C-4C22-8792-7137732C1061}"/>
                </a:ext>
              </a:extLst>
            </p:cNvPr>
            <p:cNvSpPr/>
            <p:nvPr/>
          </p:nvSpPr>
          <p:spPr>
            <a:xfrm>
              <a:off x="6992994" y="14892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0" name="Hexagon 1219">
              <a:extLst>
                <a:ext uri="{FF2B5EF4-FFF2-40B4-BE49-F238E27FC236}">
                  <a16:creationId xmlns:a16="http://schemas.microsoft.com/office/drawing/2014/main" id="{1FBC3933-5875-45BC-8277-4F8F7221A26E}"/>
                </a:ext>
              </a:extLst>
            </p:cNvPr>
            <p:cNvSpPr/>
            <p:nvPr/>
          </p:nvSpPr>
          <p:spPr>
            <a:xfrm>
              <a:off x="7231119" y="14016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1" name="Hexagon 1220">
              <a:extLst>
                <a:ext uri="{FF2B5EF4-FFF2-40B4-BE49-F238E27FC236}">
                  <a16:creationId xmlns:a16="http://schemas.microsoft.com/office/drawing/2014/main" id="{61FA1E41-41E2-4DEA-BA0D-B7FA734CCC8F}"/>
                </a:ext>
              </a:extLst>
            </p:cNvPr>
            <p:cNvSpPr/>
            <p:nvPr/>
          </p:nvSpPr>
          <p:spPr>
            <a:xfrm>
              <a:off x="6996804" y="13025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2" name="Hexagon 1221">
              <a:extLst>
                <a:ext uri="{FF2B5EF4-FFF2-40B4-BE49-F238E27FC236}">
                  <a16:creationId xmlns:a16="http://schemas.microsoft.com/office/drawing/2014/main" id="{8D4B4653-9D7E-4555-9F2B-0A92AC36FF87}"/>
                </a:ext>
              </a:extLst>
            </p:cNvPr>
            <p:cNvSpPr/>
            <p:nvPr/>
          </p:nvSpPr>
          <p:spPr>
            <a:xfrm>
              <a:off x="7234929" y="1214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3" name="Hexagon 1222">
              <a:extLst>
                <a:ext uri="{FF2B5EF4-FFF2-40B4-BE49-F238E27FC236}">
                  <a16:creationId xmlns:a16="http://schemas.microsoft.com/office/drawing/2014/main" id="{E84EFFB3-5AF6-4136-950E-9FFCC076E788}"/>
                </a:ext>
              </a:extLst>
            </p:cNvPr>
            <p:cNvSpPr/>
            <p:nvPr/>
          </p:nvSpPr>
          <p:spPr>
            <a:xfrm>
              <a:off x="6756774" y="12130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4" name="Hexagon 1223">
              <a:extLst>
                <a:ext uri="{FF2B5EF4-FFF2-40B4-BE49-F238E27FC236}">
                  <a16:creationId xmlns:a16="http://schemas.microsoft.com/office/drawing/2014/main" id="{9D178A96-9BC4-45B1-B89E-4D23EB4216A6}"/>
                </a:ext>
              </a:extLst>
            </p:cNvPr>
            <p:cNvSpPr/>
            <p:nvPr/>
          </p:nvSpPr>
          <p:spPr>
            <a:xfrm>
              <a:off x="6994899" y="11253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5" name="Hexagon 1224">
              <a:extLst>
                <a:ext uri="{FF2B5EF4-FFF2-40B4-BE49-F238E27FC236}">
                  <a16:creationId xmlns:a16="http://schemas.microsoft.com/office/drawing/2014/main" id="{186CF17A-BEEE-44C3-881C-34C0E429C299}"/>
                </a:ext>
              </a:extLst>
            </p:cNvPr>
            <p:cNvSpPr/>
            <p:nvPr/>
          </p:nvSpPr>
          <p:spPr>
            <a:xfrm>
              <a:off x="6520554" y="11177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6" name="Hexagon 1225">
              <a:extLst>
                <a:ext uri="{FF2B5EF4-FFF2-40B4-BE49-F238E27FC236}">
                  <a16:creationId xmlns:a16="http://schemas.microsoft.com/office/drawing/2014/main" id="{96343643-B642-4B03-AC7B-EE342684A704}"/>
                </a:ext>
              </a:extLst>
            </p:cNvPr>
            <p:cNvSpPr/>
            <p:nvPr/>
          </p:nvSpPr>
          <p:spPr>
            <a:xfrm>
              <a:off x="6758679" y="10301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7" name="Hexagon 1226">
              <a:extLst>
                <a:ext uri="{FF2B5EF4-FFF2-40B4-BE49-F238E27FC236}">
                  <a16:creationId xmlns:a16="http://schemas.microsoft.com/office/drawing/2014/main" id="{F0A5DDC4-7532-462B-87C4-7D1E323D89E7}"/>
                </a:ext>
              </a:extLst>
            </p:cNvPr>
            <p:cNvSpPr/>
            <p:nvPr/>
          </p:nvSpPr>
          <p:spPr>
            <a:xfrm>
              <a:off x="6278619" y="10263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8" name="Hexagon 1227">
              <a:extLst>
                <a:ext uri="{FF2B5EF4-FFF2-40B4-BE49-F238E27FC236}">
                  <a16:creationId xmlns:a16="http://schemas.microsoft.com/office/drawing/2014/main" id="{748C62F6-13D4-4E86-9BEE-EDD2EF059106}"/>
                </a:ext>
              </a:extLst>
            </p:cNvPr>
            <p:cNvSpPr/>
            <p:nvPr/>
          </p:nvSpPr>
          <p:spPr>
            <a:xfrm>
              <a:off x="6516744" y="9386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9" name="Hexagon 1228">
              <a:extLst>
                <a:ext uri="{FF2B5EF4-FFF2-40B4-BE49-F238E27FC236}">
                  <a16:creationId xmlns:a16="http://schemas.microsoft.com/office/drawing/2014/main" id="{8D596CD6-24AF-4C80-B3ED-56B37E8D3C76}"/>
                </a:ext>
              </a:extLst>
            </p:cNvPr>
            <p:cNvSpPr/>
            <p:nvPr/>
          </p:nvSpPr>
          <p:spPr>
            <a:xfrm>
              <a:off x="5809989" y="1214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0" name="Hexagon 1229">
              <a:extLst>
                <a:ext uri="{FF2B5EF4-FFF2-40B4-BE49-F238E27FC236}">
                  <a16:creationId xmlns:a16="http://schemas.microsoft.com/office/drawing/2014/main" id="{69AC9633-D688-422F-9135-834FBCF2EE2E}"/>
                </a:ext>
              </a:extLst>
            </p:cNvPr>
            <p:cNvSpPr/>
            <p:nvPr/>
          </p:nvSpPr>
          <p:spPr>
            <a:xfrm>
              <a:off x="6048114" y="11177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1" name="Hexagon 1230">
              <a:extLst>
                <a:ext uri="{FF2B5EF4-FFF2-40B4-BE49-F238E27FC236}">
                  <a16:creationId xmlns:a16="http://schemas.microsoft.com/office/drawing/2014/main" id="{265FFFE8-C13D-48A8-908A-E7800E269A63}"/>
                </a:ext>
              </a:extLst>
            </p:cNvPr>
            <p:cNvSpPr/>
            <p:nvPr/>
          </p:nvSpPr>
          <p:spPr>
            <a:xfrm>
              <a:off x="5806179" y="10263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2" name="Hexagon 1231">
              <a:extLst>
                <a:ext uri="{FF2B5EF4-FFF2-40B4-BE49-F238E27FC236}">
                  <a16:creationId xmlns:a16="http://schemas.microsoft.com/office/drawing/2014/main" id="{CE7CE7D2-B42A-4D76-A72D-62E46FEB2C9C}"/>
                </a:ext>
              </a:extLst>
            </p:cNvPr>
            <p:cNvSpPr/>
            <p:nvPr/>
          </p:nvSpPr>
          <p:spPr>
            <a:xfrm>
              <a:off x="6044304" y="9386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3" name="Hexagon 1232">
              <a:extLst>
                <a:ext uri="{FF2B5EF4-FFF2-40B4-BE49-F238E27FC236}">
                  <a16:creationId xmlns:a16="http://schemas.microsoft.com/office/drawing/2014/main" id="{4B719708-DB4D-42F9-873D-10E36CCA5E44}"/>
                </a:ext>
              </a:extLst>
            </p:cNvPr>
            <p:cNvSpPr/>
            <p:nvPr/>
          </p:nvSpPr>
          <p:spPr>
            <a:xfrm>
              <a:off x="5566149" y="18626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4" name="Hexagon 1233">
              <a:extLst>
                <a:ext uri="{FF2B5EF4-FFF2-40B4-BE49-F238E27FC236}">
                  <a16:creationId xmlns:a16="http://schemas.microsoft.com/office/drawing/2014/main" id="{C43C7AC9-3DFC-46F7-9B8F-4C707A45A8C4}"/>
                </a:ext>
              </a:extLst>
            </p:cNvPr>
            <p:cNvSpPr/>
            <p:nvPr/>
          </p:nvSpPr>
          <p:spPr>
            <a:xfrm>
              <a:off x="5568054" y="16721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5" name="Hexagon 1234">
              <a:extLst>
                <a:ext uri="{FF2B5EF4-FFF2-40B4-BE49-F238E27FC236}">
                  <a16:creationId xmlns:a16="http://schemas.microsoft.com/office/drawing/2014/main" id="{61E0ECA3-0953-4690-9417-37ABCB3618F8}"/>
                </a:ext>
              </a:extLst>
            </p:cNvPr>
            <p:cNvSpPr/>
            <p:nvPr/>
          </p:nvSpPr>
          <p:spPr>
            <a:xfrm>
              <a:off x="5564244" y="14873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6" name="Hexagon 1235">
              <a:extLst>
                <a:ext uri="{FF2B5EF4-FFF2-40B4-BE49-F238E27FC236}">
                  <a16:creationId xmlns:a16="http://schemas.microsoft.com/office/drawing/2014/main" id="{8A5F4D39-5430-4ED5-A557-2D7CF213052D}"/>
                </a:ext>
              </a:extLst>
            </p:cNvPr>
            <p:cNvSpPr/>
            <p:nvPr/>
          </p:nvSpPr>
          <p:spPr>
            <a:xfrm>
              <a:off x="5571864" y="13101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7" name="Hexagon 1236">
              <a:extLst>
                <a:ext uri="{FF2B5EF4-FFF2-40B4-BE49-F238E27FC236}">
                  <a16:creationId xmlns:a16="http://schemas.microsoft.com/office/drawing/2014/main" id="{0726A1ED-4C60-47DC-BD6D-EA3C1ED9FDBC}"/>
                </a:ext>
              </a:extLst>
            </p:cNvPr>
            <p:cNvSpPr/>
            <p:nvPr/>
          </p:nvSpPr>
          <p:spPr>
            <a:xfrm>
              <a:off x="5568054" y="11215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8" name="Hexagon 1237">
              <a:extLst>
                <a:ext uri="{FF2B5EF4-FFF2-40B4-BE49-F238E27FC236}">
                  <a16:creationId xmlns:a16="http://schemas.microsoft.com/office/drawing/2014/main" id="{78A89B5E-5614-43ED-B6A6-73CEAB3E9B56}"/>
                </a:ext>
              </a:extLst>
            </p:cNvPr>
            <p:cNvSpPr/>
            <p:nvPr/>
          </p:nvSpPr>
          <p:spPr>
            <a:xfrm>
              <a:off x="5333739" y="19464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9" name="Hexagon 1238">
              <a:extLst>
                <a:ext uri="{FF2B5EF4-FFF2-40B4-BE49-F238E27FC236}">
                  <a16:creationId xmlns:a16="http://schemas.microsoft.com/office/drawing/2014/main" id="{09676D98-97C7-41D7-BB77-E512F3EC756F}"/>
                </a:ext>
              </a:extLst>
            </p:cNvPr>
            <p:cNvSpPr/>
            <p:nvPr/>
          </p:nvSpPr>
          <p:spPr>
            <a:xfrm>
              <a:off x="5335644" y="17559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0" name="Hexagon 1239">
              <a:extLst>
                <a:ext uri="{FF2B5EF4-FFF2-40B4-BE49-F238E27FC236}">
                  <a16:creationId xmlns:a16="http://schemas.microsoft.com/office/drawing/2014/main" id="{3DB09E63-CA8F-4971-87FE-9C53F5BC2680}"/>
                </a:ext>
              </a:extLst>
            </p:cNvPr>
            <p:cNvSpPr/>
            <p:nvPr/>
          </p:nvSpPr>
          <p:spPr>
            <a:xfrm>
              <a:off x="5331834" y="15711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1" name="Hexagon 1240">
              <a:extLst>
                <a:ext uri="{FF2B5EF4-FFF2-40B4-BE49-F238E27FC236}">
                  <a16:creationId xmlns:a16="http://schemas.microsoft.com/office/drawing/2014/main" id="{DFA937B8-D3F2-4347-9455-F7721AF518F8}"/>
                </a:ext>
              </a:extLst>
            </p:cNvPr>
            <p:cNvSpPr/>
            <p:nvPr/>
          </p:nvSpPr>
          <p:spPr>
            <a:xfrm>
              <a:off x="5339454" y="13939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2" name="Hexagon 1241">
              <a:extLst>
                <a:ext uri="{FF2B5EF4-FFF2-40B4-BE49-F238E27FC236}">
                  <a16:creationId xmlns:a16="http://schemas.microsoft.com/office/drawing/2014/main" id="{C446D6C5-2900-4E8B-BBF4-9E68F329567C}"/>
                </a:ext>
              </a:extLst>
            </p:cNvPr>
            <p:cNvSpPr/>
            <p:nvPr/>
          </p:nvSpPr>
          <p:spPr>
            <a:xfrm>
              <a:off x="5335644" y="12053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3" name="Hexagon 1242">
              <a:extLst>
                <a:ext uri="{FF2B5EF4-FFF2-40B4-BE49-F238E27FC236}">
                  <a16:creationId xmlns:a16="http://schemas.microsoft.com/office/drawing/2014/main" id="{BEDC3BBB-6D0D-4AF1-8DBB-B8078311F018}"/>
                </a:ext>
              </a:extLst>
            </p:cNvPr>
            <p:cNvSpPr/>
            <p:nvPr/>
          </p:nvSpPr>
          <p:spPr>
            <a:xfrm>
              <a:off x="5808084" y="19502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4" name="Hexagon 1243">
              <a:extLst>
                <a:ext uri="{FF2B5EF4-FFF2-40B4-BE49-F238E27FC236}">
                  <a16:creationId xmlns:a16="http://schemas.microsoft.com/office/drawing/2014/main" id="{13BF057D-FB99-4AEB-B94F-79F3EAB1DADA}"/>
                </a:ext>
              </a:extLst>
            </p:cNvPr>
            <p:cNvSpPr/>
            <p:nvPr/>
          </p:nvSpPr>
          <p:spPr>
            <a:xfrm>
              <a:off x="5569959" y="20454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5" name="Hexagon 1244">
              <a:extLst>
                <a:ext uri="{FF2B5EF4-FFF2-40B4-BE49-F238E27FC236}">
                  <a16:creationId xmlns:a16="http://schemas.microsoft.com/office/drawing/2014/main" id="{12F64503-E438-4D94-8F43-EF6545E75CDA}"/>
                </a:ext>
              </a:extLst>
            </p:cNvPr>
            <p:cNvSpPr/>
            <p:nvPr/>
          </p:nvSpPr>
          <p:spPr>
            <a:xfrm>
              <a:off x="5337549" y="21293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6" name="Hexagon 1245">
              <a:extLst>
                <a:ext uri="{FF2B5EF4-FFF2-40B4-BE49-F238E27FC236}">
                  <a16:creationId xmlns:a16="http://schemas.microsoft.com/office/drawing/2014/main" id="{40DF5A98-FEED-4575-87A9-76CF6CFBBF76}"/>
                </a:ext>
              </a:extLst>
            </p:cNvPr>
            <p:cNvSpPr/>
            <p:nvPr/>
          </p:nvSpPr>
          <p:spPr>
            <a:xfrm>
              <a:off x="5097519" y="18492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7" name="Hexagon 1246">
              <a:extLst>
                <a:ext uri="{FF2B5EF4-FFF2-40B4-BE49-F238E27FC236}">
                  <a16:creationId xmlns:a16="http://schemas.microsoft.com/office/drawing/2014/main" id="{91A1D5E5-DBDA-4B33-AE3A-715513E60FAB}"/>
                </a:ext>
              </a:extLst>
            </p:cNvPr>
            <p:cNvSpPr/>
            <p:nvPr/>
          </p:nvSpPr>
          <p:spPr>
            <a:xfrm>
              <a:off x="5093709" y="16644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8" name="Hexagon 1247">
              <a:extLst>
                <a:ext uri="{FF2B5EF4-FFF2-40B4-BE49-F238E27FC236}">
                  <a16:creationId xmlns:a16="http://schemas.microsoft.com/office/drawing/2014/main" id="{6489DAE0-464B-47E8-88D6-8E68D4A44C79}"/>
                </a:ext>
              </a:extLst>
            </p:cNvPr>
            <p:cNvSpPr/>
            <p:nvPr/>
          </p:nvSpPr>
          <p:spPr>
            <a:xfrm>
              <a:off x="5101329" y="14873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9" name="Hexagon 1248">
              <a:extLst>
                <a:ext uri="{FF2B5EF4-FFF2-40B4-BE49-F238E27FC236}">
                  <a16:creationId xmlns:a16="http://schemas.microsoft.com/office/drawing/2014/main" id="{27745BF1-0451-42F8-9D88-9292064B6484}"/>
                </a:ext>
              </a:extLst>
            </p:cNvPr>
            <p:cNvSpPr/>
            <p:nvPr/>
          </p:nvSpPr>
          <p:spPr>
            <a:xfrm>
              <a:off x="4861299" y="17540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0" name="Hexagon 1249">
              <a:extLst>
                <a:ext uri="{FF2B5EF4-FFF2-40B4-BE49-F238E27FC236}">
                  <a16:creationId xmlns:a16="http://schemas.microsoft.com/office/drawing/2014/main" id="{BE680CDB-99D5-4BAE-B818-548D7739BFE0}"/>
                </a:ext>
              </a:extLst>
            </p:cNvPr>
            <p:cNvSpPr/>
            <p:nvPr/>
          </p:nvSpPr>
          <p:spPr>
            <a:xfrm>
              <a:off x="4868919" y="15768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1" name="Hexagon 1250">
              <a:extLst>
                <a:ext uri="{FF2B5EF4-FFF2-40B4-BE49-F238E27FC236}">
                  <a16:creationId xmlns:a16="http://schemas.microsoft.com/office/drawing/2014/main" id="{69781086-DD9D-42AF-9798-CE1C49B5A32E}"/>
                </a:ext>
              </a:extLst>
            </p:cNvPr>
            <p:cNvSpPr/>
            <p:nvPr/>
          </p:nvSpPr>
          <p:spPr>
            <a:xfrm>
              <a:off x="4625079" y="18511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2" name="Hexagon 1251">
              <a:extLst>
                <a:ext uri="{FF2B5EF4-FFF2-40B4-BE49-F238E27FC236}">
                  <a16:creationId xmlns:a16="http://schemas.microsoft.com/office/drawing/2014/main" id="{15CD3725-203E-4B2B-9FEF-54948F2D2AFB}"/>
                </a:ext>
              </a:extLst>
            </p:cNvPr>
            <p:cNvSpPr/>
            <p:nvPr/>
          </p:nvSpPr>
          <p:spPr>
            <a:xfrm>
              <a:off x="4392669" y="19426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3" name="Hexagon 1252">
              <a:extLst>
                <a:ext uri="{FF2B5EF4-FFF2-40B4-BE49-F238E27FC236}">
                  <a16:creationId xmlns:a16="http://schemas.microsoft.com/office/drawing/2014/main" id="{1CDA408C-9155-4C5D-91CE-5A41FBB422CB}"/>
                </a:ext>
              </a:extLst>
            </p:cNvPr>
            <p:cNvSpPr/>
            <p:nvPr/>
          </p:nvSpPr>
          <p:spPr>
            <a:xfrm>
              <a:off x="4388859" y="21255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4" name="Hexagon 1253">
              <a:extLst>
                <a:ext uri="{FF2B5EF4-FFF2-40B4-BE49-F238E27FC236}">
                  <a16:creationId xmlns:a16="http://schemas.microsoft.com/office/drawing/2014/main" id="{89A9512F-740E-44E6-9A20-E407700E5FAB}"/>
                </a:ext>
              </a:extLst>
            </p:cNvPr>
            <p:cNvSpPr/>
            <p:nvPr/>
          </p:nvSpPr>
          <p:spPr>
            <a:xfrm>
              <a:off x="4396479" y="2312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5" name="Hexagon 1254">
              <a:extLst>
                <a:ext uri="{FF2B5EF4-FFF2-40B4-BE49-F238E27FC236}">
                  <a16:creationId xmlns:a16="http://schemas.microsoft.com/office/drawing/2014/main" id="{325A578F-C50B-4E21-8449-FE4452B5F1FC}"/>
                </a:ext>
              </a:extLst>
            </p:cNvPr>
            <p:cNvSpPr/>
            <p:nvPr/>
          </p:nvSpPr>
          <p:spPr>
            <a:xfrm>
              <a:off x="463079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6" name="Hexagon 1255">
              <a:extLst>
                <a:ext uri="{FF2B5EF4-FFF2-40B4-BE49-F238E27FC236}">
                  <a16:creationId xmlns:a16="http://schemas.microsoft.com/office/drawing/2014/main" id="{86712C54-223C-4300-BFB8-2E0295B3D9A0}"/>
                </a:ext>
              </a:extLst>
            </p:cNvPr>
            <p:cNvSpPr/>
            <p:nvPr/>
          </p:nvSpPr>
          <p:spPr>
            <a:xfrm>
              <a:off x="4870824" y="24988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7" name="Hexagon 1256">
              <a:extLst>
                <a:ext uri="{FF2B5EF4-FFF2-40B4-BE49-F238E27FC236}">
                  <a16:creationId xmlns:a16="http://schemas.microsoft.com/office/drawing/2014/main" id="{DE52A9A1-2944-47A0-92DB-118C91FEC150}"/>
                </a:ext>
              </a:extLst>
            </p:cNvPr>
            <p:cNvSpPr/>
            <p:nvPr/>
          </p:nvSpPr>
          <p:spPr>
            <a:xfrm>
              <a:off x="5110854" y="2407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8" name="Hexagon 1257">
              <a:extLst>
                <a:ext uri="{FF2B5EF4-FFF2-40B4-BE49-F238E27FC236}">
                  <a16:creationId xmlns:a16="http://schemas.microsoft.com/office/drawing/2014/main" id="{FA68FF4A-9562-4E13-A869-2BB392A3A62E}"/>
                </a:ext>
              </a:extLst>
            </p:cNvPr>
            <p:cNvSpPr/>
            <p:nvPr/>
          </p:nvSpPr>
          <p:spPr>
            <a:xfrm>
              <a:off x="5345169" y="23102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9" name="Hexagon 1258">
              <a:extLst>
                <a:ext uri="{FF2B5EF4-FFF2-40B4-BE49-F238E27FC236}">
                  <a16:creationId xmlns:a16="http://schemas.microsoft.com/office/drawing/2014/main" id="{7772ADAB-A50D-4C07-9FE4-7E638D40E64F}"/>
                </a:ext>
              </a:extLst>
            </p:cNvPr>
            <p:cNvSpPr/>
            <p:nvPr/>
          </p:nvSpPr>
          <p:spPr>
            <a:xfrm>
              <a:off x="5569959" y="22188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0" name="Hexagon 1259">
              <a:extLst>
                <a:ext uri="{FF2B5EF4-FFF2-40B4-BE49-F238E27FC236}">
                  <a16:creationId xmlns:a16="http://schemas.microsoft.com/office/drawing/2014/main" id="{0BA26424-B2DB-4E7E-AE57-1AF04742331C}"/>
                </a:ext>
              </a:extLst>
            </p:cNvPr>
            <p:cNvSpPr/>
            <p:nvPr/>
          </p:nvSpPr>
          <p:spPr>
            <a:xfrm>
              <a:off x="5577579" y="23998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1" name="Hexagon 1260">
              <a:extLst>
                <a:ext uri="{FF2B5EF4-FFF2-40B4-BE49-F238E27FC236}">
                  <a16:creationId xmlns:a16="http://schemas.microsoft.com/office/drawing/2014/main" id="{0F558ED4-AD59-45BD-B4BC-9EBB54C14497}"/>
                </a:ext>
              </a:extLst>
            </p:cNvPr>
            <p:cNvSpPr/>
            <p:nvPr/>
          </p:nvSpPr>
          <p:spPr>
            <a:xfrm>
              <a:off x="5573769" y="31370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2" name="Hexagon 1261">
              <a:extLst>
                <a:ext uri="{FF2B5EF4-FFF2-40B4-BE49-F238E27FC236}">
                  <a16:creationId xmlns:a16="http://schemas.microsoft.com/office/drawing/2014/main" id="{7E558B26-BF1D-4F75-AD6A-A35CF0824531}"/>
                </a:ext>
              </a:extLst>
            </p:cNvPr>
            <p:cNvSpPr/>
            <p:nvPr/>
          </p:nvSpPr>
          <p:spPr>
            <a:xfrm>
              <a:off x="5575674" y="2957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3" name="Hexagon 1262">
              <a:extLst>
                <a:ext uri="{FF2B5EF4-FFF2-40B4-BE49-F238E27FC236}">
                  <a16:creationId xmlns:a16="http://schemas.microsoft.com/office/drawing/2014/main" id="{8CF60FB0-B0B3-4683-B1EC-94A50FFE1143}"/>
                </a:ext>
              </a:extLst>
            </p:cNvPr>
            <p:cNvSpPr/>
            <p:nvPr/>
          </p:nvSpPr>
          <p:spPr>
            <a:xfrm>
              <a:off x="5568054" y="27713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4" name="Hexagon 1263">
              <a:extLst>
                <a:ext uri="{FF2B5EF4-FFF2-40B4-BE49-F238E27FC236}">
                  <a16:creationId xmlns:a16="http://schemas.microsoft.com/office/drawing/2014/main" id="{41D3A7C1-17F0-4B54-842E-F4D726F18AE8}"/>
                </a:ext>
              </a:extLst>
            </p:cNvPr>
            <p:cNvSpPr/>
            <p:nvPr/>
          </p:nvSpPr>
          <p:spPr>
            <a:xfrm>
              <a:off x="5571864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5" name="Hexagon 1264">
              <a:extLst>
                <a:ext uri="{FF2B5EF4-FFF2-40B4-BE49-F238E27FC236}">
                  <a16:creationId xmlns:a16="http://schemas.microsoft.com/office/drawing/2014/main" id="{B0111CFD-533E-4714-B0D6-3F22217E2170}"/>
                </a:ext>
              </a:extLst>
            </p:cNvPr>
            <p:cNvSpPr/>
            <p:nvPr/>
          </p:nvSpPr>
          <p:spPr>
            <a:xfrm>
              <a:off x="5341359" y="25007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6" name="Hexagon 1265">
              <a:extLst>
                <a:ext uri="{FF2B5EF4-FFF2-40B4-BE49-F238E27FC236}">
                  <a16:creationId xmlns:a16="http://schemas.microsoft.com/office/drawing/2014/main" id="{281F6952-83B8-4920-840C-F61FDAC52CB3}"/>
                </a:ext>
              </a:extLst>
            </p:cNvPr>
            <p:cNvSpPr/>
            <p:nvPr/>
          </p:nvSpPr>
          <p:spPr>
            <a:xfrm>
              <a:off x="5337549" y="30532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7" name="Hexagon 1266">
              <a:extLst>
                <a:ext uri="{FF2B5EF4-FFF2-40B4-BE49-F238E27FC236}">
                  <a16:creationId xmlns:a16="http://schemas.microsoft.com/office/drawing/2014/main" id="{07037B7D-9E2D-4164-8511-B6C19C8A3151}"/>
                </a:ext>
              </a:extLst>
            </p:cNvPr>
            <p:cNvSpPr/>
            <p:nvPr/>
          </p:nvSpPr>
          <p:spPr>
            <a:xfrm>
              <a:off x="5337549" y="28665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8" name="Hexagon 1267">
              <a:extLst>
                <a:ext uri="{FF2B5EF4-FFF2-40B4-BE49-F238E27FC236}">
                  <a16:creationId xmlns:a16="http://schemas.microsoft.com/office/drawing/2014/main" id="{FCBF605D-3E6A-4CED-8731-8E9AC508B655}"/>
                </a:ext>
              </a:extLst>
            </p:cNvPr>
            <p:cNvSpPr/>
            <p:nvPr/>
          </p:nvSpPr>
          <p:spPr>
            <a:xfrm>
              <a:off x="5343264" y="34132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9" name="Hexagon 1268">
              <a:extLst>
                <a:ext uri="{FF2B5EF4-FFF2-40B4-BE49-F238E27FC236}">
                  <a16:creationId xmlns:a16="http://schemas.microsoft.com/office/drawing/2014/main" id="{E7E632BB-C1CE-40F4-A172-8CB12D64C46A}"/>
                </a:ext>
              </a:extLst>
            </p:cNvPr>
            <p:cNvSpPr/>
            <p:nvPr/>
          </p:nvSpPr>
          <p:spPr>
            <a:xfrm>
              <a:off x="5348344" y="32291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0" name="Hexagon 1269">
              <a:extLst>
                <a:ext uri="{FF2B5EF4-FFF2-40B4-BE49-F238E27FC236}">
                  <a16:creationId xmlns:a16="http://schemas.microsoft.com/office/drawing/2014/main" id="{84F68120-C53F-4555-AF64-B5885B09469F}"/>
                </a:ext>
              </a:extLst>
            </p:cNvPr>
            <p:cNvSpPr/>
            <p:nvPr/>
          </p:nvSpPr>
          <p:spPr>
            <a:xfrm>
              <a:off x="5105139" y="2957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1" name="Hexagon 1270">
              <a:extLst>
                <a:ext uri="{FF2B5EF4-FFF2-40B4-BE49-F238E27FC236}">
                  <a16:creationId xmlns:a16="http://schemas.microsoft.com/office/drawing/2014/main" id="{B18C5F5B-3FB4-4E7E-972C-A296FCEAA360}"/>
                </a:ext>
              </a:extLst>
            </p:cNvPr>
            <p:cNvSpPr/>
            <p:nvPr/>
          </p:nvSpPr>
          <p:spPr>
            <a:xfrm>
              <a:off x="4867014" y="2868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2" name="Hexagon 1271">
              <a:extLst>
                <a:ext uri="{FF2B5EF4-FFF2-40B4-BE49-F238E27FC236}">
                  <a16:creationId xmlns:a16="http://schemas.microsoft.com/office/drawing/2014/main" id="{411A98D3-F8E1-43AA-A635-174FDED15D94}"/>
                </a:ext>
              </a:extLst>
            </p:cNvPr>
            <p:cNvSpPr/>
            <p:nvPr/>
          </p:nvSpPr>
          <p:spPr>
            <a:xfrm>
              <a:off x="4628889" y="29637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3" name="Hexagon 1272">
              <a:extLst>
                <a:ext uri="{FF2B5EF4-FFF2-40B4-BE49-F238E27FC236}">
                  <a16:creationId xmlns:a16="http://schemas.microsoft.com/office/drawing/2014/main" id="{B48BD1B0-511B-4CE5-937E-0EDF1C1E4D7F}"/>
                </a:ext>
              </a:extLst>
            </p:cNvPr>
            <p:cNvSpPr/>
            <p:nvPr/>
          </p:nvSpPr>
          <p:spPr>
            <a:xfrm>
              <a:off x="5099424" y="27732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4" name="Hexagon 1273">
              <a:extLst>
                <a:ext uri="{FF2B5EF4-FFF2-40B4-BE49-F238E27FC236}">
                  <a16:creationId xmlns:a16="http://schemas.microsoft.com/office/drawing/2014/main" id="{2046ECAB-E5CF-49A0-877E-C27651315C07}"/>
                </a:ext>
              </a:extLst>
            </p:cNvPr>
            <p:cNvSpPr/>
            <p:nvPr/>
          </p:nvSpPr>
          <p:spPr>
            <a:xfrm>
              <a:off x="4861299" y="26836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5" name="Hexagon 1274">
              <a:extLst>
                <a:ext uri="{FF2B5EF4-FFF2-40B4-BE49-F238E27FC236}">
                  <a16:creationId xmlns:a16="http://schemas.microsoft.com/office/drawing/2014/main" id="{5972CE6E-0D86-4F0B-9001-0946529498B3}"/>
                </a:ext>
              </a:extLst>
            </p:cNvPr>
            <p:cNvSpPr/>
            <p:nvPr/>
          </p:nvSpPr>
          <p:spPr>
            <a:xfrm>
              <a:off x="4623174" y="2778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6" name="Hexagon 1275">
              <a:extLst>
                <a:ext uri="{FF2B5EF4-FFF2-40B4-BE49-F238E27FC236}">
                  <a16:creationId xmlns:a16="http://schemas.microsoft.com/office/drawing/2014/main" id="{8A6DDF6F-B6B5-4F1C-9011-3F1F9C6F73CC}"/>
                </a:ext>
              </a:extLst>
            </p:cNvPr>
            <p:cNvSpPr/>
            <p:nvPr/>
          </p:nvSpPr>
          <p:spPr>
            <a:xfrm>
              <a:off x="5097519" y="25884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7" name="Hexagon 1276">
              <a:extLst>
                <a:ext uri="{FF2B5EF4-FFF2-40B4-BE49-F238E27FC236}">
                  <a16:creationId xmlns:a16="http://schemas.microsoft.com/office/drawing/2014/main" id="{8AA8B8D1-6A31-4182-9103-AA37856A35DB}"/>
                </a:ext>
              </a:extLst>
            </p:cNvPr>
            <p:cNvSpPr/>
            <p:nvPr/>
          </p:nvSpPr>
          <p:spPr>
            <a:xfrm>
              <a:off x="4626984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8" name="Hexagon 1277">
              <a:extLst>
                <a:ext uri="{FF2B5EF4-FFF2-40B4-BE49-F238E27FC236}">
                  <a16:creationId xmlns:a16="http://schemas.microsoft.com/office/drawing/2014/main" id="{1874D48A-F846-479E-BD44-1F4FD409CC96}"/>
                </a:ext>
              </a:extLst>
            </p:cNvPr>
            <p:cNvSpPr/>
            <p:nvPr/>
          </p:nvSpPr>
          <p:spPr>
            <a:xfrm>
              <a:off x="5103869" y="35072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9" name="Hexagon 1278">
              <a:extLst>
                <a:ext uri="{FF2B5EF4-FFF2-40B4-BE49-F238E27FC236}">
                  <a16:creationId xmlns:a16="http://schemas.microsoft.com/office/drawing/2014/main" id="{336BB52D-6C87-4F51-8AD4-B24B2C36A6FA}"/>
                </a:ext>
              </a:extLst>
            </p:cNvPr>
            <p:cNvSpPr/>
            <p:nvPr/>
          </p:nvSpPr>
          <p:spPr>
            <a:xfrm>
              <a:off x="4863204" y="35980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0" name="Hexagon 1279">
              <a:extLst>
                <a:ext uri="{FF2B5EF4-FFF2-40B4-BE49-F238E27FC236}">
                  <a16:creationId xmlns:a16="http://schemas.microsoft.com/office/drawing/2014/main" id="{2DA2CD5A-60C9-49DD-BCE2-39066B0F9359}"/>
                </a:ext>
              </a:extLst>
            </p:cNvPr>
            <p:cNvSpPr/>
            <p:nvPr/>
          </p:nvSpPr>
          <p:spPr>
            <a:xfrm>
              <a:off x="4628889" y="35085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1" name="Hexagon 1280">
              <a:extLst>
                <a:ext uri="{FF2B5EF4-FFF2-40B4-BE49-F238E27FC236}">
                  <a16:creationId xmlns:a16="http://schemas.microsoft.com/office/drawing/2014/main" id="{749E84D0-A6C8-4BDC-95DA-78E8431086A0}"/>
                </a:ext>
              </a:extLst>
            </p:cNvPr>
            <p:cNvSpPr/>
            <p:nvPr/>
          </p:nvSpPr>
          <p:spPr>
            <a:xfrm>
              <a:off x="4394574" y="3415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2" name="Hexagon 1281">
              <a:extLst>
                <a:ext uri="{FF2B5EF4-FFF2-40B4-BE49-F238E27FC236}">
                  <a16:creationId xmlns:a16="http://schemas.microsoft.com/office/drawing/2014/main" id="{BA127BD3-0EF4-4877-B69C-C9671EF462DE}"/>
                </a:ext>
              </a:extLst>
            </p:cNvPr>
            <p:cNvSpPr/>
            <p:nvPr/>
          </p:nvSpPr>
          <p:spPr>
            <a:xfrm>
              <a:off x="4392669" y="32361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3" name="Hexagon 1282">
              <a:extLst>
                <a:ext uri="{FF2B5EF4-FFF2-40B4-BE49-F238E27FC236}">
                  <a16:creationId xmlns:a16="http://schemas.microsoft.com/office/drawing/2014/main" id="{456871F3-A0BF-4AF6-968B-DF84D7CDB838}"/>
                </a:ext>
              </a:extLst>
            </p:cNvPr>
            <p:cNvSpPr/>
            <p:nvPr/>
          </p:nvSpPr>
          <p:spPr>
            <a:xfrm>
              <a:off x="4392669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4" name="Hexagon 1283">
              <a:extLst>
                <a:ext uri="{FF2B5EF4-FFF2-40B4-BE49-F238E27FC236}">
                  <a16:creationId xmlns:a16="http://schemas.microsoft.com/office/drawing/2014/main" id="{12D62151-D176-46EA-A671-DD7515A66973}"/>
                </a:ext>
              </a:extLst>
            </p:cNvPr>
            <p:cNvSpPr/>
            <p:nvPr/>
          </p:nvSpPr>
          <p:spPr>
            <a:xfrm>
              <a:off x="4156449" y="3140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5" name="Hexagon 1284">
              <a:extLst>
                <a:ext uri="{FF2B5EF4-FFF2-40B4-BE49-F238E27FC236}">
                  <a16:creationId xmlns:a16="http://schemas.microsoft.com/office/drawing/2014/main" id="{F3392DA1-4B73-49EE-8F86-E0B75FFD8CF3}"/>
                </a:ext>
              </a:extLst>
            </p:cNvPr>
            <p:cNvSpPr/>
            <p:nvPr/>
          </p:nvSpPr>
          <p:spPr>
            <a:xfrm>
              <a:off x="4154544" y="29618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6" name="Hexagon 1285">
              <a:extLst>
                <a:ext uri="{FF2B5EF4-FFF2-40B4-BE49-F238E27FC236}">
                  <a16:creationId xmlns:a16="http://schemas.microsoft.com/office/drawing/2014/main" id="{87B5FF7C-4CCF-4FDA-93E5-DD19A35F96F4}"/>
                </a:ext>
              </a:extLst>
            </p:cNvPr>
            <p:cNvSpPr/>
            <p:nvPr/>
          </p:nvSpPr>
          <p:spPr>
            <a:xfrm>
              <a:off x="4154544" y="27751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7" name="Hexagon 1286">
              <a:extLst>
                <a:ext uri="{FF2B5EF4-FFF2-40B4-BE49-F238E27FC236}">
                  <a16:creationId xmlns:a16="http://schemas.microsoft.com/office/drawing/2014/main" id="{F7941032-E7A2-4909-A74E-A3FFF0E121C2}"/>
                </a:ext>
              </a:extLst>
            </p:cNvPr>
            <p:cNvSpPr/>
            <p:nvPr/>
          </p:nvSpPr>
          <p:spPr>
            <a:xfrm>
              <a:off x="4392669" y="249698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8" name="Hexagon 1287">
              <a:extLst>
                <a:ext uri="{FF2B5EF4-FFF2-40B4-BE49-F238E27FC236}">
                  <a16:creationId xmlns:a16="http://schemas.microsoft.com/office/drawing/2014/main" id="{E36BD899-C4BB-4C11-BE3E-5BFF4E0D8F73}"/>
                </a:ext>
              </a:extLst>
            </p:cNvPr>
            <p:cNvSpPr/>
            <p:nvPr/>
          </p:nvSpPr>
          <p:spPr>
            <a:xfrm>
              <a:off x="4388859" y="26798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9" name="Hexagon 1288">
              <a:extLst>
                <a:ext uri="{FF2B5EF4-FFF2-40B4-BE49-F238E27FC236}">
                  <a16:creationId xmlns:a16="http://schemas.microsoft.com/office/drawing/2014/main" id="{6912EBAA-6A6C-4E76-89BC-E33DC12ED569}"/>
                </a:ext>
              </a:extLst>
            </p:cNvPr>
            <p:cNvSpPr/>
            <p:nvPr/>
          </p:nvSpPr>
          <p:spPr>
            <a:xfrm>
              <a:off x="4160259" y="22207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0" name="Hexagon 1289">
              <a:extLst>
                <a:ext uri="{FF2B5EF4-FFF2-40B4-BE49-F238E27FC236}">
                  <a16:creationId xmlns:a16="http://schemas.microsoft.com/office/drawing/2014/main" id="{9AA7EA03-5F40-45B6-A491-8E612705EC46}"/>
                </a:ext>
              </a:extLst>
            </p:cNvPr>
            <p:cNvSpPr/>
            <p:nvPr/>
          </p:nvSpPr>
          <p:spPr>
            <a:xfrm>
              <a:off x="4158354" y="24036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1" name="Hexagon 1290">
              <a:extLst>
                <a:ext uri="{FF2B5EF4-FFF2-40B4-BE49-F238E27FC236}">
                  <a16:creationId xmlns:a16="http://schemas.microsoft.com/office/drawing/2014/main" id="{1203F738-52F2-4CAB-95AA-41B07FFD7DE2}"/>
                </a:ext>
              </a:extLst>
            </p:cNvPr>
            <p:cNvSpPr/>
            <p:nvPr/>
          </p:nvSpPr>
          <p:spPr>
            <a:xfrm>
              <a:off x="4156449" y="18511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2" name="Hexagon 1291">
              <a:extLst>
                <a:ext uri="{FF2B5EF4-FFF2-40B4-BE49-F238E27FC236}">
                  <a16:creationId xmlns:a16="http://schemas.microsoft.com/office/drawing/2014/main" id="{A58446ED-816C-4B08-A17F-DDABF3B2842B}"/>
                </a:ext>
              </a:extLst>
            </p:cNvPr>
            <p:cNvSpPr/>
            <p:nvPr/>
          </p:nvSpPr>
          <p:spPr>
            <a:xfrm>
              <a:off x="4152639" y="20340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3" name="Hexagon 1292">
              <a:extLst>
                <a:ext uri="{FF2B5EF4-FFF2-40B4-BE49-F238E27FC236}">
                  <a16:creationId xmlns:a16="http://schemas.microsoft.com/office/drawing/2014/main" id="{069F44E0-12AD-4E6B-8947-0A4D0E5ED0FC}"/>
                </a:ext>
              </a:extLst>
            </p:cNvPr>
            <p:cNvSpPr/>
            <p:nvPr/>
          </p:nvSpPr>
          <p:spPr>
            <a:xfrm>
              <a:off x="3925944" y="19388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4" name="Hexagon 1293">
              <a:extLst>
                <a:ext uri="{FF2B5EF4-FFF2-40B4-BE49-F238E27FC236}">
                  <a16:creationId xmlns:a16="http://schemas.microsoft.com/office/drawing/2014/main" id="{586D1AFC-E2CD-4F0E-AF49-44242DB1E7BA}"/>
                </a:ext>
              </a:extLst>
            </p:cNvPr>
            <p:cNvSpPr/>
            <p:nvPr/>
          </p:nvSpPr>
          <p:spPr>
            <a:xfrm>
              <a:off x="3687819" y="20359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5" name="Hexagon 1294">
              <a:extLst>
                <a:ext uri="{FF2B5EF4-FFF2-40B4-BE49-F238E27FC236}">
                  <a16:creationId xmlns:a16="http://schemas.microsoft.com/office/drawing/2014/main" id="{F340AD56-9A25-4181-A9BB-223D350B607B}"/>
                </a:ext>
              </a:extLst>
            </p:cNvPr>
            <p:cNvSpPr/>
            <p:nvPr/>
          </p:nvSpPr>
          <p:spPr>
            <a:xfrm>
              <a:off x="3920229" y="2312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6" name="Hexagon 1295">
              <a:extLst>
                <a:ext uri="{FF2B5EF4-FFF2-40B4-BE49-F238E27FC236}">
                  <a16:creationId xmlns:a16="http://schemas.microsoft.com/office/drawing/2014/main" id="{EE2C34A2-3425-469B-A782-0D22ED0DFADF}"/>
                </a:ext>
              </a:extLst>
            </p:cNvPr>
            <p:cNvSpPr/>
            <p:nvPr/>
          </p:nvSpPr>
          <p:spPr>
            <a:xfrm>
              <a:off x="3687819" y="22169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7" name="Hexagon 1296">
              <a:extLst>
                <a:ext uri="{FF2B5EF4-FFF2-40B4-BE49-F238E27FC236}">
                  <a16:creationId xmlns:a16="http://schemas.microsoft.com/office/drawing/2014/main" id="{60E90C0E-074C-48ED-944A-DC10FBE5AFC0}"/>
                </a:ext>
              </a:extLst>
            </p:cNvPr>
            <p:cNvSpPr/>
            <p:nvPr/>
          </p:nvSpPr>
          <p:spPr>
            <a:xfrm>
              <a:off x="3920229" y="26798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8" name="Hexagon 1297">
              <a:extLst>
                <a:ext uri="{FF2B5EF4-FFF2-40B4-BE49-F238E27FC236}">
                  <a16:creationId xmlns:a16="http://schemas.microsoft.com/office/drawing/2014/main" id="{EB7C61A0-04B1-4065-8B1F-C5382E46ACCA}"/>
                </a:ext>
              </a:extLst>
            </p:cNvPr>
            <p:cNvSpPr/>
            <p:nvPr/>
          </p:nvSpPr>
          <p:spPr>
            <a:xfrm>
              <a:off x="3685914" y="25903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9" name="Hexagon 1298">
              <a:extLst>
                <a:ext uri="{FF2B5EF4-FFF2-40B4-BE49-F238E27FC236}">
                  <a16:creationId xmlns:a16="http://schemas.microsoft.com/office/drawing/2014/main" id="{30903F11-0A38-4F7B-88B8-646111520DAA}"/>
                </a:ext>
              </a:extLst>
            </p:cNvPr>
            <p:cNvSpPr/>
            <p:nvPr/>
          </p:nvSpPr>
          <p:spPr>
            <a:xfrm>
              <a:off x="3689724" y="24017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0" name="Hexagon 1299">
              <a:extLst>
                <a:ext uri="{FF2B5EF4-FFF2-40B4-BE49-F238E27FC236}">
                  <a16:creationId xmlns:a16="http://schemas.microsoft.com/office/drawing/2014/main" id="{4911BDE9-4A92-4C72-AE36-96E8F578BEA4}"/>
                </a:ext>
              </a:extLst>
            </p:cNvPr>
            <p:cNvSpPr/>
            <p:nvPr/>
          </p:nvSpPr>
          <p:spPr>
            <a:xfrm>
              <a:off x="3451599" y="249126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1" name="Hexagon 1300">
              <a:extLst>
                <a:ext uri="{FF2B5EF4-FFF2-40B4-BE49-F238E27FC236}">
                  <a16:creationId xmlns:a16="http://schemas.microsoft.com/office/drawing/2014/main" id="{FD1BD07E-31B7-46AF-924C-940C7ADCA1C7}"/>
                </a:ext>
              </a:extLst>
            </p:cNvPr>
            <p:cNvSpPr/>
            <p:nvPr/>
          </p:nvSpPr>
          <p:spPr>
            <a:xfrm>
              <a:off x="3914514" y="286845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2" name="Hexagon 1301">
              <a:extLst>
                <a:ext uri="{FF2B5EF4-FFF2-40B4-BE49-F238E27FC236}">
                  <a16:creationId xmlns:a16="http://schemas.microsoft.com/office/drawing/2014/main" id="{61B7776A-4806-42B2-A3C1-E692CC02075F}"/>
                </a:ext>
              </a:extLst>
            </p:cNvPr>
            <p:cNvSpPr/>
            <p:nvPr/>
          </p:nvSpPr>
          <p:spPr>
            <a:xfrm>
              <a:off x="3680199" y="27789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4" name="Hexagon 1303">
              <a:extLst>
                <a:ext uri="{FF2B5EF4-FFF2-40B4-BE49-F238E27FC236}">
                  <a16:creationId xmlns:a16="http://schemas.microsoft.com/office/drawing/2014/main" id="{A785F708-14C4-4BA8-8DA9-E877E93F3FDD}"/>
                </a:ext>
              </a:extLst>
            </p:cNvPr>
            <p:cNvSpPr/>
            <p:nvPr/>
          </p:nvSpPr>
          <p:spPr>
            <a:xfrm>
              <a:off x="3914514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5" name="Hexagon 1304">
              <a:extLst>
                <a:ext uri="{FF2B5EF4-FFF2-40B4-BE49-F238E27FC236}">
                  <a16:creationId xmlns:a16="http://schemas.microsoft.com/office/drawing/2014/main" id="{E991C755-76B9-439E-9C29-B01C79749BD4}"/>
                </a:ext>
              </a:extLst>
            </p:cNvPr>
            <p:cNvSpPr/>
            <p:nvPr/>
          </p:nvSpPr>
          <p:spPr>
            <a:xfrm>
              <a:off x="3680199" y="29598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6" name="Hexagon 1305">
              <a:extLst>
                <a:ext uri="{FF2B5EF4-FFF2-40B4-BE49-F238E27FC236}">
                  <a16:creationId xmlns:a16="http://schemas.microsoft.com/office/drawing/2014/main" id="{D725D5E4-4AE8-4859-8B81-1EE2618E111F}"/>
                </a:ext>
              </a:extLst>
            </p:cNvPr>
            <p:cNvSpPr/>
            <p:nvPr/>
          </p:nvSpPr>
          <p:spPr>
            <a:xfrm>
              <a:off x="3445884" y="28627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7" name="Hexagon 1306">
              <a:extLst>
                <a:ext uri="{FF2B5EF4-FFF2-40B4-BE49-F238E27FC236}">
                  <a16:creationId xmlns:a16="http://schemas.microsoft.com/office/drawing/2014/main" id="{FECDAB97-3A21-49DE-9AB2-2CC352EF5BD4}"/>
                </a:ext>
              </a:extLst>
            </p:cNvPr>
            <p:cNvSpPr/>
            <p:nvPr/>
          </p:nvSpPr>
          <p:spPr>
            <a:xfrm>
              <a:off x="3684009" y="31484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8" name="Hexagon 1307">
              <a:extLst>
                <a:ext uri="{FF2B5EF4-FFF2-40B4-BE49-F238E27FC236}">
                  <a16:creationId xmlns:a16="http://schemas.microsoft.com/office/drawing/2014/main" id="{2EDF858D-BD81-4EDD-A858-C22CA18D73F4}"/>
                </a:ext>
              </a:extLst>
            </p:cNvPr>
            <p:cNvSpPr/>
            <p:nvPr/>
          </p:nvSpPr>
          <p:spPr>
            <a:xfrm>
              <a:off x="3449694" y="30513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9" name="Hexagon 1308">
              <a:extLst>
                <a:ext uri="{FF2B5EF4-FFF2-40B4-BE49-F238E27FC236}">
                  <a16:creationId xmlns:a16="http://schemas.microsoft.com/office/drawing/2014/main" id="{CCB57792-6E29-4DCA-B94A-55B6F8EF5A38}"/>
                </a:ext>
              </a:extLst>
            </p:cNvPr>
            <p:cNvSpPr/>
            <p:nvPr/>
          </p:nvSpPr>
          <p:spPr>
            <a:xfrm>
              <a:off x="6270999" y="23198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0" name="Hexagon 1309">
              <a:extLst>
                <a:ext uri="{FF2B5EF4-FFF2-40B4-BE49-F238E27FC236}">
                  <a16:creationId xmlns:a16="http://schemas.microsoft.com/office/drawing/2014/main" id="{66251ED0-CC39-4BCA-B4A3-6A5B640DE116}"/>
                </a:ext>
              </a:extLst>
            </p:cNvPr>
            <p:cNvSpPr/>
            <p:nvPr/>
          </p:nvSpPr>
          <p:spPr>
            <a:xfrm>
              <a:off x="6034779" y="24017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" name="6">
            <a:extLst>
              <a:ext uri="{FF2B5EF4-FFF2-40B4-BE49-F238E27FC236}">
                <a16:creationId xmlns:a16="http://schemas.microsoft.com/office/drawing/2014/main" id="{0D562D5E-E220-4EB2-9194-302F6C178A7A}"/>
              </a:ext>
            </a:extLst>
          </p:cNvPr>
          <p:cNvGrpSpPr/>
          <p:nvPr/>
        </p:nvGrpSpPr>
        <p:grpSpPr>
          <a:xfrm>
            <a:off x="3679180" y="1396761"/>
            <a:ext cx="5502575" cy="4022725"/>
            <a:chOff x="3679180" y="1398665"/>
            <a:chExt cx="5502575" cy="4022725"/>
          </a:xfrm>
        </p:grpSpPr>
        <p:sp>
          <p:nvSpPr>
            <p:cNvPr id="1697" name="Hexagon 1696">
              <a:extLst>
                <a:ext uri="{FF2B5EF4-FFF2-40B4-BE49-F238E27FC236}">
                  <a16:creationId xmlns:a16="http://schemas.microsoft.com/office/drawing/2014/main" id="{86105265-D6AB-4231-BADF-B324EA508049}"/>
                </a:ext>
              </a:extLst>
            </p:cNvPr>
            <p:cNvSpPr/>
            <p:nvPr/>
          </p:nvSpPr>
          <p:spPr>
            <a:xfrm>
              <a:off x="6279505" y="28693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1" name="Hexagon 1310">
              <a:extLst>
                <a:ext uri="{FF2B5EF4-FFF2-40B4-BE49-F238E27FC236}">
                  <a16:creationId xmlns:a16="http://schemas.microsoft.com/office/drawing/2014/main" id="{202C2BB4-4E44-493B-A5C5-65543C0012F5}"/>
                </a:ext>
              </a:extLst>
            </p:cNvPr>
            <p:cNvSpPr/>
            <p:nvPr/>
          </p:nvSpPr>
          <p:spPr>
            <a:xfrm>
              <a:off x="6517630" y="27740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3" name="Hexagon 1312">
              <a:extLst>
                <a:ext uri="{FF2B5EF4-FFF2-40B4-BE49-F238E27FC236}">
                  <a16:creationId xmlns:a16="http://schemas.microsoft.com/office/drawing/2014/main" id="{36ECD674-0913-4B8B-A8C9-40B1144675D8}"/>
                </a:ext>
              </a:extLst>
            </p:cNvPr>
            <p:cNvSpPr/>
            <p:nvPr/>
          </p:nvSpPr>
          <p:spPr>
            <a:xfrm>
              <a:off x="6513820" y="2593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4" name="Hexagon 1313">
              <a:extLst>
                <a:ext uri="{FF2B5EF4-FFF2-40B4-BE49-F238E27FC236}">
                  <a16:creationId xmlns:a16="http://schemas.microsoft.com/office/drawing/2014/main" id="{F5C9FA77-CE58-472D-B7E2-E7F2C71B90CE}"/>
                </a:ext>
              </a:extLst>
            </p:cNvPr>
            <p:cNvSpPr/>
            <p:nvPr/>
          </p:nvSpPr>
          <p:spPr>
            <a:xfrm>
              <a:off x="6273790" y="24997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5" name="Hexagon 1314">
              <a:extLst>
                <a:ext uri="{FF2B5EF4-FFF2-40B4-BE49-F238E27FC236}">
                  <a16:creationId xmlns:a16="http://schemas.microsoft.com/office/drawing/2014/main" id="{4B664708-4642-4E6E-BDF2-DBBF198D61D9}"/>
                </a:ext>
              </a:extLst>
            </p:cNvPr>
            <p:cNvSpPr/>
            <p:nvPr/>
          </p:nvSpPr>
          <p:spPr>
            <a:xfrm>
              <a:off x="6037570" y="25892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6" name="Hexagon 1315">
              <a:extLst>
                <a:ext uri="{FF2B5EF4-FFF2-40B4-BE49-F238E27FC236}">
                  <a16:creationId xmlns:a16="http://schemas.microsoft.com/office/drawing/2014/main" id="{9B88903E-4923-4AF2-BD23-8730FB8B9E13}"/>
                </a:ext>
              </a:extLst>
            </p:cNvPr>
            <p:cNvSpPr/>
            <p:nvPr/>
          </p:nvSpPr>
          <p:spPr>
            <a:xfrm>
              <a:off x="6037570" y="27759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7" name="Hexagon 1316">
              <a:extLst>
                <a:ext uri="{FF2B5EF4-FFF2-40B4-BE49-F238E27FC236}">
                  <a16:creationId xmlns:a16="http://schemas.microsoft.com/office/drawing/2014/main" id="{6FF003E4-1141-4051-991B-6C90A4E9F154}"/>
                </a:ext>
              </a:extLst>
            </p:cNvPr>
            <p:cNvSpPr/>
            <p:nvPr/>
          </p:nvSpPr>
          <p:spPr>
            <a:xfrm>
              <a:off x="7460605" y="31436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8" name="Hexagon 1317">
              <a:extLst>
                <a:ext uri="{FF2B5EF4-FFF2-40B4-BE49-F238E27FC236}">
                  <a16:creationId xmlns:a16="http://schemas.microsoft.com/office/drawing/2014/main" id="{B68CE386-6081-4BDB-8A24-665AC7303E05}"/>
                </a:ext>
              </a:extLst>
            </p:cNvPr>
            <p:cNvSpPr/>
            <p:nvPr/>
          </p:nvSpPr>
          <p:spPr>
            <a:xfrm>
              <a:off x="7694920" y="34236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9" name="Hexagon 1318">
              <a:extLst>
                <a:ext uri="{FF2B5EF4-FFF2-40B4-BE49-F238E27FC236}">
                  <a16:creationId xmlns:a16="http://schemas.microsoft.com/office/drawing/2014/main" id="{15DC5BC3-31D8-478D-954B-C540ECA096B1}"/>
                </a:ext>
              </a:extLst>
            </p:cNvPr>
            <p:cNvSpPr/>
            <p:nvPr/>
          </p:nvSpPr>
          <p:spPr>
            <a:xfrm>
              <a:off x="7933045" y="33322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0" name="Hexagon 1319">
              <a:extLst>
                <a:ext uri="{FF2B5EF4-FFF2-40B4-BE49-F238E27FC236}">
                  <a16:creationId xmlns:a16="http://schemas.microsoft.com/office/drawing/2014/main" id="{08EDCBB1-900A-4270-A1A3-0A206B70D4E4}"/>
                </a:ext>
              </a:extLst>
            </p:cNvPr>
            <p:cNvSpPr/>
            <p:nvPr/>
          </p:nvSpPr>
          <p:spPr>
            <a:xfrm>
              <a:off x="7929235" y="31512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1" name="Hexagon 1320">
              <a:extLst>
                <a:ext uri="{FF2B5EF4-FFF2-40B4-BE49-F238E27FC236}">
                  <a16:creationId xmlns:a16="http://schemas.microsoft.com/office/drawing/2014/main" id="{6E937221-114F-4306-AC6B-58503E7755C6}"/>
                </a:ext>
              </a:extLst>
            </p:cNvPr>
            <p:cNvSpPr/>
            <p:nvPr/>
          </p:nvSpPr>
          <p:spPr>
            <a:xfrm>
              <a:off x="7689205" y="305411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2" name="Hexagon 1321">
              <a:extLst>
                <a:ext uri="{FF2B5EF4-FFF2-40B4-BE49-F238E27FC236}">
                  <a16:creationId xmlns:a16="http://schemas.microsoft.com/office/drawing/2014/main" id="{B4BB22A7-516C-4C59-8CDD-80C96803A1EC}"/>
                </a:ext>
              </a:extLst>
            </p:cNvPr>
            <p:cNvSpPr/>
            <p:nvPr/>
          </p:nvSpPr>
          <p:spPr>
            <a:xfrm>
              <a:off x="7452985" y="33303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3" name="Hexagon 1322">
              <a:extLst>
                <a:ext uri="{FF2B5EF4-FFF2-40B4-BE49-F238E27FC236}">
                  <a16:creationId xmlns:a16="http://schemas.microsoft.com/office/drawing/2014/main" id="{89D3C235-AC52-4B62-A4CA-AC6288C664C6}"/>
                </a:ext>
              </a:extLst>
            </p:cNvPr>
            <p:cNvSpPr/>
            <p:nvPr/>
          </p:nvSpPr>
          <p:spPr>
            <a:xfrm>
              <a:off x="7460605" y="20368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4" name="Hexagon 1323">
              <a:extLst>
                <a:ext uri="{FF2B5EF4-FFF2-40B4-BE49-F238E27FC236}">
                  <a16:creationId xmlns:a16="http://schemas.microsoft.com/office/drawing/2014/main" id="{8DC8DD1B-8E63-4E30-970D-BAEC6CE7C0A9}"/>
                </a:ext>
              </a:extLst>
            </p:cNvPr>
            <p:cNvSpPr/>
            <p:nvPr/>
          </p:nvSpPr>
          <p:spPr>
            <a:xfrm>
              <a:off x="7694920" y="231687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5" name="Hexagon 1324">
              <a:extLst>
                <a:ext uri="{FF2B5EF4-FFF2-40B4-BE49-F238E27FC236}">
                  <a16:creationId xmlns:a16="http://schemas.microsoft.com/office/drawing/2014/main" id="{CF4457F6-8FC5-4999-92AA-7345C0ACAAEF}"/>
                </a:ext>
              </a:extLst>
            </p:cNvPr>
            <p:cNvSpPr/>
            <p:nvPr/>
          </p:nvSpPr>
          <p:spPr>
            <a:xfrm>
              <a:off x="7933045" y="22254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6" name="Hexagon 1325">
              <a:extLst>
                <a:ext uri="{FF2B5EF4-FFF2-40B4-BE49-F238E27FC236}">
                  <a16:creationId xmlns:a16="http://schemas.microsoft.com/office/drawing/2014/main" id="{05F6BCCF-7156-4749-831C-7EF42C29AD59}"/>
                </a:ext>
              </a:extLst>
            </p:cNvPr>
            <p:cNvSpPr/>
            <p:nvPr/>
          </p:nvSpPr>
          <p:spPr>
            <a:xfrm>
              <a:off x="7929235" y="2044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7" name="Hexagon 1326">
              <a:extLst>
                <a:ext uri="{FF2B5EF4-FFF2-40B4-BE49-F238E27FC236}">
                  <a16:creationId xmlns:a16="http://schemas.microsoft.com/office/drawing/2014/main" id="{7EC83ADA-5DC9-47FC-AD6D-139536A1C07C}"/>
                </a:ext>
              </a:extLst>
            </p:cNvPr>
            <p:cNvSpPr/>
            <p:nvPr/>
          </p:nvSpPr>
          <p:spPr>
            <a:xfrm>
              <a:off x="7699365" y="19473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8" name="Hexagon 1327">
              <a:extLst>
                <a:ext uri="{FF2B5EF4-FFF2-40B4-BE49-F238E27FC236}">
                  <a16:creationId xmlns:a16="http://schemas.microsoft.com/office/drawing/2014/main" id="{F3CEA021-FE1A-4F63-9A07-26C0D19D3D87}"/>
                </a:ext>
              </a:extLst>
            </p:cNvPr>
            <p:cNvSpPr/>
            <p:nvPr/>
          </p:nvSpPr>
          <p:spPr>
            <a:xfrm>
              <a:off x="7452985" y="222353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9" name="Hexagon 1328">
              <a:extLst>
                <a:ext uri="{FF2B5EF4-FFF2-40B4-BE49-F238E27FC236}">
                  <a16:creationId xmlns:a16="http://schemas.microsoft.com/office/drawing/2014/main" id="{F1D580FC-7795-4B03-ACF6-6AAE2ACF4AD7}"/>
                </a:ext>
              </a:extLst>
            </p:cNvPr>
            <p:cNvSpPr/>
            <p:nvPr/>
          </p:nvSpPr>
          <p:spPr>
            <a:xfrm>
              <a:off x="6047095" y="14882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7221537E-690A-4966-99AF-8B851BF3CAD9}"/>
                </a:ext>
              </a:extLst>
            </p:cNvPr>
            <p:cNvSpPr/>
            <p:nvPr/>
          </p:nvSpPr>
          <p:spPr>
            <a:xfrm>
              <a:off x="6281410" y="176823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1" name="Hexagon 1330">
              <a:extLst>
                <a:ext uri="{FF2B5EF4-FFF2-40B4-BE49-F238E27FC236}">
                  <a16:creationId xmlns:a16="http://schemas.microsoft.com/office/drawing/2014/main" id="{A6BFA3B2-5960-4BAB-8F28-34F042C29675}"/>
                </a:ext>
              </a:extLst>
            </p:cNvPr>
            <p:cNvSpPr/>
            <p:nvPr/>
          </p:nvSpPr>
          <p:spPr>
            <a:xfrm>
              <a:off x="6519535" y="16767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2" name="Hexagon 1331">
              <a:extLst>
                <a:ext uri="{FF2B5EF4-FFF2-40B4-BE49-F238E27FC236}">
                  <a16:creationId xmlns:a16="http://schemas.microsoft.com/office/drawing/2014/main" id="{F4B9611F-2E5C-448A-ABA1-5522EF7845C2}"/>
                </a:ext>
              </a:extLst>
            </p:cNvPr>
            <p:cNvSpPr/>
            <p:nvPr/>
          </p:nvSpPr>
          <p:spPr>
            <a:xfrm>
              <a:off x="6515725" y="14958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3" name="Hexagon 1332">
              <a:extLst>
                <a:ext uri="{FF2B5EF4-FFF2-40B4-BE49-F238E27FC236}">
                  <a16:creationId xmlns:a16="http://schemas.microsoft.com/office/drawing/2014/main" id="{DB016995-B2B2-43F2-B59E-BFE473555BC0}"/>
                </a:ext>
              </a:extLst>
            </p:cNvPr>
            <p:cNvSpPr/>
            <p:nvPr/>
          </p:nvSpPr>
          <p:spPr>
            <a:xfrm>
              <a:off x="6275695" y="13986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4" name="Hexagon 1333">
              <a:extLst>
                <a:ext uri="{FF2B5EF4-FFF2-40B4-BE49-F238E27FC236}">
                  <a16:creationId xmlns:a16="http://schemas.microsoft.com/office/drawing/2014/main" id="{F6DD0379-D29A-43F7-923B-A9885D6F78D0}"/>
                </a:ext>
              </a:extLst>
            </p:cNvPr>
            <p:cNvSpPr/>
            <p:nvPr/>
          </p:nvSpPr>
          <p:spPr>
            <a:xfrm>
              <a:off x="6039475" y="16748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5" name="Hexagon 1334">
              <a:extLst>
                <a:ext uri="{FF2B5EF4-FFF2-40B4-BE49-F238E27FC236}">
                  <a16:creationId xmlns:a16="http://schemas.microsoft.com/office/drawing/2014/main" id="{CC29CD91-7D09-404D-B4A9-1A347DDC0BE1}"/>
                </a:ext>
              </a:extLst>
            </p:cNvPr>
            <p:cNvSpPr/>
            <p:nvPr/>
          </p:nvSpPr>
          <p:spPr>
            <a:xfrm>
              <a:off x="4629775" y="20387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6" name="Hexagon 1335">
              <a:extLst>
                <a:ext uri="{FF2B5EF4-FFF2-40B4-BE49-F238E27FC236}">
                  <a16:creationId xmlns:a16="http://schemas.microsoft.com/office/drawing/2014/main" id="{7D00FBEA-4F4D-4678-A653-5F8C27E4135F}"/>
                </a:ext>
              </a:extLst>
            </p:cNvPr>
            <p:cNvSpPr/>
            <p:nvPr/>
          </p:nvSpPr>
          <p:spPr>
            <a:xfrm>
              <a:off x="4867900" y="23149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7" name="Hexagon 1336">
              <a:extLst>
                <a:ext uri="{FF2B5EF4-FFF2-40B4-BE49-F238E27FC236}">
                  <a16:creationId xmlns:a16="http://schemas.microsoft.com/office/drawing/2014/main" id="{F7026F95-72D6-48EA-8C25-DBDC42C5A65C}"/>
                </a:ext>
              </a:extLst>
            </p:cNvPr>
            <p:cNvSpPr/>
            <p:nvPr/>
          </p:nvSpPr>
          <p:spPr>
            <a:xfrm>
              <a:off x="5106025" y="222353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8" name="Hexagon 1337">
              <a:extLst>
                <a:ext uri="{FF2B5EF4-FFF2-40B4-BE49-F238E27FC236}">
                  <a16:creationId xmlns:a16="http://schemas.microsoft.com/office/drawing/2014/main" id="{E45776BB-3846-4DC5-8863-DAF53B6364A1}"/>
                </a:ext>
              </a:extLst>
            </p:cNvPr>
            <p:cNvSpPr/>
            <p:nvPr/>
          </p:nvSpPr>
          <p:spPr>
            <a:xfrm>
              <a:off x="5102215" y="20425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9" name="Hexagon 1338">
              <a:extLst>
                <a:ext uri="{FF2B5EF4-FFF2-40B4-BE49-F238E27FC236}">
                  <a16:creationId xmlns:a16="http://schemas.microsoft.com/office/drawing/2014/main" id="{683633AA-E454-4486-A04F-5768950AAF39}"/>
                </a:ext>
              </a:extLst>
            </p:cNvPr>
            <p:cNvSpPr/>
            <p:nvPr/>
          </p:nvSpPr>
          <p:spPr>
            <a:xfrm>
              <a:off x="4862185" y="19454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0" name="Hexagon 1339">
              <a:extLst>
                <a:ext uri="{FF2B5EF4-FFF2-40B4-BE49-F238E27FC236}">
                  <a16:creationId xmlns:a16="http://schemas.microsoft.com/office/drawing/2014/main" id="{0D703E17-848D-4989-B978-C26647641BA3}"/>
                </a:ext>
              </a:extLst>
            </p:cNvPr>
            <p:cNvSpPr/>
            <p:nvPr/>
          </p:nvSpPr>
          <p:spPr>
            <a:xfrm>
              <a:off x="4625965" y="2221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1" name="Hexagon 1340">
              <a:extLst>
                <a:ext uri="{FF2B5EF4-FFF2-40B4-BE49-F238E27FC236}">
                  <a16:creationId xmlns:a16="http://schemas.microsoft.com/office/drawing/2014/main" id="{A701089A-193D-4F59-A4A7-687301ADC3EA}"/>
                </a:ext>
              </a:extLst>
            </p:cNvPr>
            <p:cNvSpPr/>
            <p:nvPr/>
          </p:nvSpPr>
          <p:spPr>
            <a:xfrm>
              <a:off x="4630410" y="31417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2" name="Hexagon 1341">
              <a:extLst>
                <a:ext uri="{FF2B5EF4-FFF2-40B4-BE49-F238E27FC236}">
                  <a16:creationId xmlns:a16="http://schemas.microsoft.com/office/drawing/2014/main" id="{A5545191-8C8A-43DD-9343-2FB6A0CD2079}"/>
                </a:ext>
              </a:extLst>
            </p:cNvPr>
            <p:cNvSpPr/>
            <p:nvPr/>
          </p:nvSpPr>
          <p:spPr>
            <a:xfrm>
              <a:off x="4866630" y="34179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3" name="Hexagon 1342">
              <a:extLst>
                <a:ext uri="{FF2B5EF4-FFF2-40B4-BE49-F238E27FC236}">
                  <a16:creationId xmlns:a16="http://schemas.microsoft.com/office/drawing/2014/main" id="{04CBC865-A7AF-4BE2-BCFA-764EE1DE1F7D}"/>
                </a:ext>
              </a:extLst>
            </p:cNvPr>
            <p:cNvSpPr/>
            <p:nvPr/>
          </p:nvSpPr>
          <p:spPr>
            <a:xfrm>
              <a:off x="510666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4" name="Hexagon 1343">
              <a:extLst>
                <a:ext uri="{FF2B5EF4-FFF2-40B4-BE49-F238E27FC236}">
                  <a16:creationId xmlns:a16="http://schemas.microsoft.com/office/drawing/2014/main" id="{FC1EDA1B-86EE-449E-A918-031F2C6F3881}"/>
                </a:ext>
              </a:extLst>
            </p:cNvPr>
            <p:cNvSpPr/>
            <p:nvPr/>
          </p:nvSpPr>
          <p:spPr>
            <a:xfrm>
              <a:off x="5102850" y="314555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5" name="Hexagon 1344">
              <a:extLst>
                <a:ext uri="{FF2B5EF4-FFF2-40B4-BE49-F238E27FC236}">
                  <a16:creationId xmlns:a16="http://schemas.microsoft.com/office/drawing/2014/main" id="{1417314A-D355-4FB1-88EA-543A21357380}"/>
                </a:ext>
              </a:extLst>
            </p:cNvPr>
            <p:cNvSpPr/>
            <p:nvPr/>
          </p:nvSpPr>
          <p:spPr>
            <a:xfrm>
              <a:off x="4862820" y="30483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6" name="Hexagon 1345">
              <a:extLst>
                <a:ext uri="{FF2B5EF4-FFF2-40B4-BE49-F238E27FC236}">
                  <a16:creationId xmlns:a16="http://schemas.microsoft.com/office/drawing/2014/main" id="{72D2E407-B5FA-4F6A-A196-9F2CA8DD4875}"/>
                </a:ext>
              </a:extLst>
            </p:cNvPr>
            <p:cNvSpPr/>
            <p:nvPr/>
          </p:nvSpPr>
          <p:spPr>
            <a:xfrm>
              <a:off x="4626600" y="33246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7" name="Hexagon 1346">
              <a:extLst>
                <a:ext uri="{FF2B5EF4-FFF2-40B4-BE49-F238E27FC236}">
                  <a16:creationId xmlns:a16="http://schemas.microsoft.com/office/drawing/2014/main" id="{705B2899-60DE-4B51-B4F9-899B9AE6EE7D}"/>
                </a:ext>
              </a:extLst>
            </p:cNvPr>
            <p:cNvSpPr/>
            <p:nvPr/>
          </p:nvSpPr>
          <p:spPr>
            <a:xfrm>
              <a:off x="415543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8" name="Hexagon 1347">
              <a:extLst>
                <a:ext uri="{FF2B5EF4-FFF2-40B4-BE49-F238E27FC236}">
                  <a16:creationId xmlns:a16="http://schemas.microsoft.com/office/drawing/2014/main" id="{096CD39C-AA4A-457B-80D7-3E1FCC7CF088}"/>
                </a:ext>
              </a:extLst>
            </p:cNvPr>
            <p:cNvSpPr/>
            <p:nvPr/>
          </p:nvSpPr>
          <p:spPr>
            <a:xfrm>
              <a:off x="3915400" y="32331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9" name="Hexagon 1348">
              <a:extLst>
                <a:ext uri="{FF2B5EF4-FFF2-40B4-BE49-F238E27FC236}">
                  <a16:creationId xmlns:a16="http://schemas.microsoft.com/office/drawing/2014/main" id="{82F91282-1FED-4D4C-9E84-6EF2283CCB2E}"/>
                </a:ext>
              </a:extLst>
            </p:cNvPr>
            <p:cNvSpPr/>
            <p:nvPr/>
          </p:nvSpPr>
          <p:spPr>
            <a:xfrm>
              <a:off x="3921750" y="34230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0" name="Hexagon 1349">
              <a:extLst>
                <a:ext uri="{FF2B5EF4-FFF2-40B4-BE49-F238E27FC236}">
                  <a16:creationId xmlns:a16="http://schemas.microsoft.com/office/drawing/2014/main" id="{D70C5553-F38F-436C-9F8B-55532C8603A3}"/>
                </a:ext>
              </a:extLst>
            </p:cNvPr>
            <p:cNvSpPr/>
            <p:nvPr/>
          </p:nvSpPr>
          <p:spPr>
            <a:xfrm>
              <a:off x="3681720" y="33297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1" name="Hexagon 1350">
              <a:extLst>
                <a:ext uri="{FF2B5EF4-FFF2-40B4-BE49-F238E27FC236}">
                  <a16:creationId xmlns:a16="http://schemas.microsoft.com/office/drawing/2014/main" id="{8FBC7024-A011-4867-90B0-1C0CBDCA7A91}"/>
                </a:ext>
              </a:extLst>
            </p:cNvPr>
            <p:cNvSpPr/>
            <p:nvPr/>
          </p:nvSpPr>
          <p:spPr>
            <a:xfrm>
              <a:off x="4404350" y="3605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2" name="Hexagon 1351">
              <a:extLst>
                <a:ext uri="{FF2B5EF4-FFF2-40B4-BE49-F238E27FC236}">
                  <a16:creationId xmlns:a16="http://schemas.microsoft.com/office/drawing/2014/main" id="{691D3E58-7E9D-415D-834B-E0CA07F30DDA}"/>
                </a:ext>
              </a:extLst>
            </p:cNvPr>
            <p:cNvSpPr/>
            <p:nvPr/>
          </p:nvSpPr>
          <p:spPr>
            <a:xfrm>
              <a:off x="4164320" y="35125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3" name="Hexagon 1352">
              <a:extLst>
                <a:ext uri="{FF2B5EF4-FFF2-40B4-BE49-F238E27FC236}">
                  <a16:creationId xmlns:a16="http://schemas.microsoft.com/office/drawing/2014/main" id="{196B9689-BC4D-4E64-9F59-E80F7D0BB8D0}"/>
                </a:ext>
              </a:extLst>
            </p:cNvPr>
            <p:cNvSpPr/>
            <p:nvPr/>
          </p:nvSpPr>
          <p:spPr>
            <a:xfrm>
              <a:off x="4861550" y="378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4" name="Hexagon 1353">
              <a:extLst>
                <a:ext uri="{FF2B5EF4-FFF2-40B4-BE49-F238E27FC236}">
                  <a16:creationId xmlns:a16="http://schemas.microsoft.com/office/drawing/2014/main" id="{BA62C557-5CD2-4926-B58F-7DB4F364EA3A}"/>
                </a:ext>
              </a:extLst>
            </p:cNvPr>
            <p:cNvSpPr/>
            <p:nvPr/>
          </p:nvSpPr>
          <p:spPr>
            <a:xfrm>
              <a:off x="4621520" y="3695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5" name="Hexagon 1354">
              <a:extLst>
                <a:ext uri="{FF2B5EF4-FFF2-40B4-BE49-F238E27FC236}">
                  <a16:creationId xmlns:a16="http://schemas.microsoft.com/office/drawing/2014/main" id="{A6D703F8-95CB-4CC8-8F2C-133303227F10}"/>
                </a:ext>
              </a:extLst>
            </p:cNvPr>
            <p:cNvSpPr/>
            <p:nvPr/>
          </p:nvSpPr>
          <p:spPr>
            <a:xfrm>
              <a:off x="4160510" y="370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6" name="Hexagon 1355">
              <a:extLst>
                <a:ext uri="{FF2B5EF4-FFF2-40B4-BE49-F238E27FC236}">
                  <a16:creationId xmlns:a16="http://schemas.microsoft.com/office/drawing/2014/main" id="{6DA9C753-9131-4BB9-8288-4740A401E580}"/>
                </a:ext>
              </a:extLst>
            </p:cNvPr>
            <p:cNvSpPr/>
            <p:nvPr/>
          </p:nvSpPr>
          <p:spPr>
            <a:xfrm>
              <a:off x="3920480" y="3609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7" name="Hexagon 1356">
              <a:extLst>
                <a:ext uri="{FF2B5EF4-FFF2-40B4-BE49-F238E27FC236}">
                  <a16:creationId xmlns:a16="http://schemas.microsoft.com/office/drawing/2014/main" id="{3CFCE9B0-3BAC-4669-8FF2-69E6F850C601}"/>
                </a:ext>
              </a:extLst>
            </p:cNvPr>
            <p:cNvSpPr/>
            <p:nvPr/>
          </p:nvSpPr>
          <p:spPr>
            <a:xfrm>
              <a:off x="4630410" y="38853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8" name="Hexagon 1357">
              <a:extLst>
                <a:ext uri="{FF2B5EF4-FFF2-40B4-BE49-F238E27FC236}">
                  <a16:creationId xmlns:a16="http://schemas.microsoft.com/office/drawing/2014/main" id="{EA7047C6-F69B-49C4-91E8-4C25C902618E}"/>
                </a:ext>
              </a:extLst>
            </p:cNvPr>
            <p:cNvSpPr/>
            <p:nvPr/>
          </p:nvSpPr>
          <p:spPr>
            <a:xfrm>
              <a:off x="4390380" y="37919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9" name="Hexagon 1358">
              <a:extLst>
                <a:ext uri="{FF2B5EF4-FFF2-40B4-BE49-F238E27FC236}">
                  <a16:creationId xmlns:a16="http://schemas.microsoft.com/office/drawing/2014/main" id="{CC06BD1E-E72D-41C0-9562-82A590DCCF45}"/>
                </a:ext>
              </a:extLst>
            </p:cNvPr>
            <p:cNvSpPr/>
            <p:nvPr/>
          </p:nvSpPr>
          <p:spPr>
            <a:xfrm>
              <a:off x="5102850" y="40631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0" name="Hexagon 1359">
              <a:extLst>
                <a:ext uri="{FF2B5EF4-FFF2-40B4-BE49-F238E27FC236}">
                  <a16:creationId xmlns:a16="http://schemas.microsoft.com/office/drawing/2014/main" id="{15234A8A-311C-4643-99AE-B1CCEC858F0E}"/>
                </a:ext>
              </a:extLst>
            </p:cNvPr>
            <p:cNvSpPr/>
            <p:nvPr/>
          </p:nvSpPr>
          <p:spPr>
            <a:xfrm>
              <a:off x="4862820" y="39697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1" name="Hexagon 1360">
              <a:extLst>
                <a:ext uri="{FF2B5EF4-FFF2-40B4-BE49-F238E27FC236}">
                  <a16:creationId xmlns:a16="http://schemas.microsoft.com/office/drawing/2014/main" id="{A4894ACF-D3AE-488A-88AF-DB3EAA036FB5}"/>
                </a:ext>
              </a:extLst>
            </p:cNvPr>
            <p:cNvSpPr/>
            <p:nvPr/>
          </p:nvSpPr>
          <p:spPr>
            <a:xfrm>
              <a:off x="5100310" y="369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2" name="Hexagon 1361">
              <a:extLst>
                <a:ext uri="{FF2B5EF4-FFF2-40B4-BE49-F238E27FC236}">
                  <a16:creationId xmlns:a16="http://schemas.microsoft.com/office/drawing/2014/main" id="{033C894F-D452-4F0C-9F4E-EFEAA544A816}"/>
                </a:ext>
              </a:extLst>
            </p:cNvPr>
            <p:cNvSpPr/>
            <p:nvPr/>
          </p:nvSpPr>
          <p:spPr>
            <a:xfrm>
              <a:off x="5101580" y="3875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3" name="Hexagon 1362">
              <a:extLst>
                <a:ext uri="{FF2B5EF4-FFF2-40B4-BE49-F238E27FC236}">
                  <a16:creationId xmlns:a16="http://schemas.microsoft.com/office/drawing/2014/main" id="{5DC72F6B-CFC6-43C0-B337-427D4F406746}"/>
                </a:ext>
              </a:extLst>
            </p:cNvPr>
            <p:cNvSpPr/>
            <p:nvPr/>
          </p:nvSpPr>
          <p:spPr>
            <a:xfrm>
              <a:off x="5339070" y="3964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4" name="Hexagon 1363">
              <a:extLst>
                <a:ext uri="{FF2B5EF4-FFF2-40B4-BE49-F238E27FC236}">
                  <a16:creationId xmlns:a16="http://schemas.microsoft.com/office/drawing/2014/main" id="{B09657D8-577B-4672-87D6-2C2BF8723BF0}"/>
                </a:ext>
              </a:extLst>
            </p:cNvPr>
            <p:cNvSpPr/>
            <p:nvPr/>
          </p:nvSpPr>
          <p:spPr>
            <a:xfrm>
              <a:off x="5340340" y="41450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5" name="Hexagon 1364">
              <a:extLst>
                <a:ext uri="{FF2B5EF4-FFF2-40B4-BE49-F238E27FC236}">
                  <a16:creationId xmlns:a16="http://schemas.microsoft.com/office/drawing/2014/main" id="{A987359F-9418-4CBA-BAE6-C92F5FB8AED4}"/>
                </a:ext>
              </a:extLst>
            </p:cNvPr>
            <p:cNvSpPr/>
            <p:nvPr/>
          </p:nvSpPr>
          <p:spPr>
            <a:xfrm>
              <a:off x="5577830" y="3872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6" name="Hexagon 1365">
              <a:extLst>
                <a:ext uri="{FF2B5EF4-FFF2-40B4-BE49-F238E27FC236}">
                  <a16:creationId xmlns:a16="http://schemas.microsoft.com/office/drawing/2014/main" id="{EE0392B8-9D30-4256-908E-53A2F6FE1A54}"/>
                </a:ext>
              </a:extLst>
            </p:cNvPr>
            <p:cNvSpPr/>
            <p:nvPr/>
          </p:nvSpPr>
          <p:spPr>
            <a:xfrm>
              <a:off x="5579100" y="40536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7" name="Hexagon 1366">
              <a:extLst>
                <a:ext uri="{FF2B5EF4-FFF2-40B4-BE49-F238E27FC236}">
                  <a16:creationId xmlns:a16="http://schemas.microsoft.com/office/drawing/2014/main" id="{2320341B-B53D-49BC-933D-EAE6745D9DE6}"/>
                </a:ext>
              </a:extLst>
            </p:cNvPr>
            <p:cNvSpPr/>
            <p:nvPr/>
          </p:nvSpPr>
          <p:spPr>
            <a:xfrm>
              <a:off x="558291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8" name="Hexagon 1367">
              <a:extLst>
                <a:ext uri="{FF2B5EF4-FFF2-40B4-BE49-F238E27FC236}">
                  <a16:creationId xmlns:a16="http://schemas.microsoft.com/office/drawing/2014/main" id="{6C478AFC-B285-462A-93E6-D54F509DEB9D}"/>
                </a:ext>
              </a:extLst>
            </p:cNvPr>
            <p:cNvSpPr/>
            <p:nvPr/>
          </p:nvSpPr>
          <p:spPr>
            <a:xfrm>
              <a:off x="5584180" y="3507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9" name="Hexagon 1368">
              <a:extLst>
                <a:ext uri="{FF2B5EF4-FFF2-40B4-BE49-F238E27FC236}">
                  <a16:creationId xmlns:a16="http://schemas.microsoft.com/office/drawing/2014/main" id="{D7673E19-BD3E-4B41-97CD-348AAF4FE615}"/>
                </a:ext>
              </a:extLst>
            </p:cNvPr>
            <p:cNvSpPr/>
            <p:nvPr/>
          </p:nvSpPr>
          <p:spPr>
            <a:xfrm>
              <a:off x="5819130" y="3412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0" name="Hexagon 1369">
              <a:extLst>
                <a:ext uri="{FF2B5EF4-FFF2-40B4-BE49-F238E27FC236}">
                  <a16:creationId xmlns:a16="http://schemas.microsoft.com/office/drawing/2014/main" id="{9C8173FF-80DF-4695-B41E-04419F56EE72}"/>
                </a:ext>
              </a:extLst>
            </p:cNvPr>
            <p:cNvSpPr/>
            <p:nvPr/>
          </p:nvSpPr>
          <p:spPr>
            <a:xfrm>
              <a:off x="5817860" y="35989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1" name="Hexagon 1370">
              <a:extLst>
                <a:ext uri="{FF2B5EF4-FFF2-40B4-BE49-F238E27FC236}">
                  <a16:creationId xmlns:a16="http://schemas.microsoft.com/office/drawing/2014/main" id="{949C418C-1CC9-4991-9B67-0F9E46C0AEDD}"/>
                </a:ext>
              </a:extLst>
            </p:cNvPr>
            <p:cNvSpPr/>
            <p:nvPr/>
          </p:nvSpPr>
          <p:spPr>
            <a:xfrm>
              <a:off x="6050270" y="33189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2" name="Hexagon 1371">
              <a:extLst>
                <a:ext uri="{FF2B5EF4-FFF2-40B4-BE49-F238E27FC236}">
                  <a16:creationId xmlns:a16="http://schemas.microsoft.com/office/drawing/2014/main" id="{801EB85B-6FCB-41BD-A297-EB837EB78BE9}"/>
                </a:ext>
              </a:extLst>
            </p:cNvPr>
            <p:cNvSpPr/>
            <p:nvPr/>
          </p:nvSpPr>
          <p:spPr>
            <a:xfrm>
              <a:off x="6054080" y="35049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3" name="Hexagon 1372">
              <a:extLst>
                <a:ext uri="{FF2B5EF4-FFF2-40B4-BE49-F238E27FC236}">
                  <a16:creationId xmlns:a16="http://schemas.microsoft.com/office/drawing/2014/main" id="{C42293A7-172B-4471-82BD-84ABDAB5AF3F}"/>
                </a:ext>
              </a:extLst>
            </p:cNvPr>
            <p:cNvSpPr/>
            <p:nvPr/>
          </p:nvSpPr>
          <p:spPr>
            <a:xfrm>
              <a:off x="5808970" y="32325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4" name="Hexagon 1373">
              <a:extLst>
                <a:ext uri="{FF2B5EF4-FFF2-40B4-BE49-F238E27FC236}">
                  <a16:creationId xmlns:a16="http://schemas.microsoft.com/office/drawing/2014/main" id="{556F66C2-9B78-4A5B-9FEE-20CE25EE9D04}"/>
                </a:ext>
              </a:extLst>
            </p:cNvPr>
            <p:cNvSpPr/>
            <p:nvPr/>
          </p:nvSpPr>
          <p:spPr>
            <a:xfrm>
              <a:off x="6045190" y="31385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5" name="Hexagon 1374">
              <a:extLst>
                <a:ext uri="{FF2B5EF4-FFF2-40B4-BE49-F238E27FC236}">
                  <a16:creationId xmlns:a16="http://schemas.microsoft.com/office/drawing/2014/main" id="{45E81605-8C01-47E8-A6E6-0BF4CD0A96DB}"/>
                </a:ext>
              </a:extLst>
            </p:cNvPr>
            <p:cNvSpPr/>
            <p:nvPr/>
          </p:nvSpPr>
          <p:spPr>
            <a:xfrm>
              <a:off x="5340340" y="35989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6" name="Hexagon 1375">
              <a:extLst>
                <a:ext uri="{FF2B5EF4-FFF2-40B4-BE49-F238E27FC236}">
                  <a16:creationId xmlns:a16="http://schemas.microsoft.com/office/drawing/2014/main" id="{097FE068-A923-4AB9-9828-64C9468FF560}"/>
                </a:ext>
              </a:extLst>
            </p:cNvPr>
            <p:cNvSpPr/>
            <p:nvPr/>
          </p:nvSpPr>
          <p:spPr>
            <a:xfrm>
              <a:off x="6276330" y="32300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7" name="Hexagon 1376">
              <a:extLst>
                <a:ext uri="{FF2B5EF4-FFF2-40B4-BE49-F238E27FC236}">
                  <a16:creationId xmlns:a16="http://schemas.microsoft.com/office/drawing/2014/main" id="{C6BB0CF9-B55C-4456-B8BD-9C3B1BBF1139}"/>
                </a:ext>
              </a:extLst>
            </p:cNvPr>
            <p:cNvSpPr/>
            <p:nvPr/>
          </p:nvSpPr>
          <p:spPr>
            <a:xfrm>
              <a:off x="6517630" y="3321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8" name="Hexagon 1377">
              <a:extLst>
                <a:ext uri="{FF2B5EF4-FFF2-40B4-BE49-F238E27FC236}">
                  <a16:creationId xmlns:a16="http://schemas.microsoft.com/office/drawing/2014/main" id="{E27C5FAD-1EC5-4C65-8C91-04C100C086FF}"/>
                </a:ext>
              </a:extLst>
            </p:cNvPr>
            <p:cNvSpPr/>
            <p:nvPr/>
          </p:nvSpPr>
          <p:spPr>
            <a:xfrm>
              <a:off x="6521440" y="3507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9" name="Hexagon 1378">
              <a:extLst>
                <a:ext uri="{FF2B5EF4-FFF2-40B4-BE49-F238E27FC236}">
                  <a16:creationId xmlns:a16="http://schemas.microsoft.com/office/drawing/2014/main" id="{17413783-D8CC-4912-A44C-C9C4DC98D129}"/>
                </a:ext>
              </a:extLst>
            </p:cNvPr>
            <p:cNvSpPr/>
            <p:nvPr/>
          </p:nvSpPr>
          <p:spPr>
            <a:xfrm>
              <a:off x="6512550" y="31411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0" name="Hexagon 1379">
              <a:extLst>
                <a:ext uri="{FF2B5EF4-FFF2-40B4-BE49-F238E27FC236}">
                  <a16:creationId xmlns:a16="http://schemas.microsoft.com/office/drawing/2014/main" id="{326850FA-48AB-451E-9577-A8D400113A1F}"/>
                </a:ext>
              </a:extLst>
            </p:cNvPr>
            <p:cNvSpPr/>
            <p:nvPr/>
          </p:nvSpPr>
          <p:spPr>
            <a:xfrm>
              <a:off x="6753850" y="3412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1" name="Hexagon 1380">
              <a:extLst>
                <a:ext uri="{FF2B5EF4-FFF2-40B4-BE49-F238E27FC236}">
                  <a16:creationId xmlns:a16="http://schemas.microsoft.com/office/drawing/2014/main" id="{E4926DE7-DD09-433E-8BD6-A0AB7ADF5CBB}"/>
                </a:ext>
              </a:extLst>
            </p:cNvPr>
            <p:cNvSpPr/>
            <p:nvPr/>
          </p:nvSpPr>
          <p:spPr>
            <a:xfrm>
              <a:off x="6757660" y="35989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2" name="Hexagon 1381">
              <a:extLst>
                <a:ext uri="{FF2B5EF4-FFF2-40B4-BE49-F238E27FC236}">
                  <a16:creationId xmlns:a16="http://schemas.microsoft.com/office/drawing/2014/main" id="{168A6542-707E-4126-BE87-650C4FCDE531}"/>
                </a:ext>
              </a:extLst>
            </p:cNvPr>
            <p:cNvSpPr/>
            <p:nvPr/>
          </p:nvSpPr>
          <p:spPr>
            <a:xfrm>
              <a:off x="6748770" y="32325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3" name="Hexagon 1382">
              <a:extLst>
                <a:ext uri="{FF2B5EF4-FFF2-40B4-BE49-F238E27FC236}">
                  <a16:creationId xmlns:a16="http://schemas.microsoft.com/office/drawing/2014/main" id="{EADCD55F-37E0-4FCE-82E0-B667E3DC4787}"/>
                </a:ext>
              </a:extLst>
            </p:cNvPr>
            <p:cNvSpPr/>
            <p:nvPr/>
          </p:nvSpPr>
          <p:spPr>
            <a:xfrm>
              <a:off x="6987530" y="35068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4" name="Hexagon 1383">
              <a:extLst>
                <a:ext uri="{FF2B5EF4-FFF2-40B4-BE49-F238E27FC236}">
                  <a16:creationId xmlns:a16="http://schemas.microsoft.com/office/drawing/2014/main" id="{3EA2327A-13F3-4249-99E1-99208E935891}"/>
                </a:ext>
              </a:extLst>
            </p:cNvPr>
            <p:cNvSpPr/>
            <p:nvPr/>
          </p:nvSpPr>
          <p:spPr>
            <a:xfrm>
              <a:off x="698245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5" name="Hexagon 1384">
              <a:extLst>
                <a:ext uri="{FF2B5EF4-FFF2-40B4-BE49-F238E27FC236}">
                  <a16:creationId xmlns:a16="http://schemas.microsoft.com/office/drawing/2014/main" id="{CB406F85-EDA4-437C-9D2C-6B9B68D19DE9}"/>
                </a:ext>
              </a:extLst>
            </p:cNvPr>
            <p:cNvSpPr/>
            <p:nvPr/>
          </p:nvSpPr>
          <p:spPr>
            <a:xfrm>
              <a:off x="7216130" y="36033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6" name="Hexagon 1385">
              <a:extLst>
                <a:ext uri="{FF2B5EF4-FFF2-40B4-BE49-F238E27FC236}">
                  <a16:creationId xmlns:a16="http://schemas.microsoft.com/office/drawing/2014/main" id="{F93997F1-872E-4A6C-BEEE-768FF4B15CA5}"/>
                </a:ext>
              </a:extLst>
            </p:cNvPr>
            <p:cNvSpPr/>
            <p:nvPr/>
          </p:nvSpPr>
          <p:spPr>
            <a:xfrm>
              <a:off x="7452350" y="369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7" name="Hexagon 1386">
              <a:extLst>
                <a:ext uri="{FF2B5EF4-FFF2-40B4-BE49-F238E27FC236}">
                  <a16:creationId xmlns:a16="http://schemas.microsoft.com/office/drawing/2014/main" id="{876E9A22-3870-4E74-8CC9-F9F5AC1E3635}"/>
                </a:ext>
              </a:extLst>
            </p:cNvPr>
            <p:cNvSpPr/>
            <p:nvPr/>
          </p:nvSpPr>
          <p:spPr>
            <a:xfrm>
              <a:off x="7686030" y="378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8" name="Hexagon 1387">
              <a:extLst>
                <a:ext uri="{FF2B5EF4-FFF2-40B4-BE49-F238E27FC236}">
                  <a16:creationId xmlns:a16="http://schemas.microsoft.com/office/drawing/2014/main" id="{8F1AED93-942E-4B5E-9B4F-1285A740D42F}"/>
                </a:ext>
              </a:extLst>
            </p:cNvPr>
            <p:cNvSpPr/>
            <p:nvPr/>
          </p:nvSpPr>
          <p:spPr>
            <a:xfrm>
              <a:off x="7928600" y="3700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9" name="Hexagon 1388">
              <a:extLst>
                <a:ext uri="{FF2B5EF4-FFF2-40B4-BE49-F238E27FC236}">
                  <a16:creationId xmlns:a16="http://schemas.microsoft.com/office/drawing/2014/main" id="{FE959BBA-804B-4B49-BC07-C5F2F8D9888C}"/>
                </a:ext>
              </a:extLst>
            </p:cNvPr>
            <p:cNvSpPr/>
            <p:nvPr/>
          </p:nvSpPr>
          <p:spPr>
            <a:xfrm>
              <a:off x="8158470" y="3608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0" name="Hexagon 1389">
              <a:extLst>
                <a:ext uri="{FF2B5EF4-FFF2-40B4-BE49-F238E27FC236}">
                  <a16:creationId xmlns:a16="http://schemas.microsoft.com/office/drawing/2014/main" id="{21FAD88A-32CA-46F9-8AE9-7D8B4EFACE54}"/>
                </a:ext>
              </a:extLst>
            </p:cNvPr>
            <p:cNvSpPr/>
            <p:nvPr/>
          </p:nvSpPr>
          <p:spPr>
            <a:xfrm>
              <a:off x="7686030" y="3964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1" name="Hexagon 1390">
              <a:extLst>
                <a:ext uri="{FF2B5EF4-FFF2-40B4-BE49-F238E27FC236}">
                  <a16:creationId xmlns:a16="http://schemas.microsoft.com/office/drawing/2014/main" id="{1304417B-7D00-43A1-82A6-16BCC0CF0140}"/>
                </a:ext>
              </a:extLst>
            </p:cNvPr>
            <p:cNvSpPr/>
            <p:nvPr/>
          </p:nvSpPr>
          <p:spPr>
            <a:xfrm>
              <a:off x="7923520" y="3875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2" name="Hexagon 1391">
              <a:extLst>
                <a:ext uri="{FF2B5EF4-FFF2-40B4-BE49-F238E27FC236}">
                  <a16:creationId xmlns:a16="http://schemas.microsoft.com/office/drawing/2014/main" id="{F0BB636D-0E87-49DD-8479-1C2547940E3B}"/>
                </a:ext>
              </a:extLst>
            </p:cNvPr>
            <p:cNvSpPr/>
            <p:nvPr/>
          </p:nvSpPr>
          <p:spPr>
            <a:xfrm>
              <a:off x="8158470" y="37913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3" name="Hexagon 1392">
              <a:extLst>
                <a:ext uri="{FF2B5EF4-FFF2-40B4-BE49-F238E27FC236}">
                  <a16:creationId xmlns:a16="http://schemas.microsoft.com/office/drawing/2014/main" id="{3C5C9398-B395-4EE1-A92C-924033D55E99}"/>
                </a:ext>
              </a:extLst>
            </p:cNvPr>
            <p:cNvSpPr/>
            <p:nvPr/>
          </p:nvSpPr>
          <p:spPr>
            <a:xfrm>
              <a:off x="8397230" y="3329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4" name="Hexagon 1393">
              <a:extLst>
                <a:ext uri="{FF2B5EF4-FFF2-40B4-BE49-F238E27FC236}">
                  <a16:creationId xmlns:a16="http://schemas.microsoft.com/office/drawing/2014/main" id="{1D97DDD6-956C-4B9D-9E60-DC23C1868DC5}"/>
                </a:ext>
              </a:extLst>
            </p:cNvPr>
            <p:cNvSpPr/>
            <p:nvPr/>
          </p:nvSpPr>
          <p:spPr>
            <a:xfrm>
              <a:off x="8397230" y="35119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5" name="Hexagon 1394">
              <a:extLst>
                <a:ext uri="{FF2B5EF4-FFF2-40B4-BE49-F238E27FC236}">
                  <a16:creationId xmlns:a16="http://schemas.microsoft.com/office/drawing/2014/main" id="{2A5E4AA7-232F-4954-8F7D-2841A303B14E}"/>
                </a:ext>
              </a:extLst>
            </p:cNvPr>
            <p:cNvSpPr/>
            <p:nvPr/>
          </p:nvSpPr>
          <p:spPr>
            <a:xfrm>
              <a:off x="8399770" y="369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6" name="Hexagon 1395">
              <a:extLst>
                <a:ext uri="{FF2B5EF4-FFF2-40B4-BE49-F238E27FC236}">
                  <a16:creationId xmlns:a16="http://schemas.microsoft.com/office/drawing/2014/main" id="{3B89CEBE-C7B6-492A-9D22-6F463B22835E}"/>
                </a:ext>
              </a:extLst>
            </p:cNvPr>
            <p:cNvSpPr/>
            <p:nvPr/>
          </p:nvSpPr>
          <p:spPr>
            <a:xfrm>
              <a:off x="8625830" y="3237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7" name="Hexagon 1396">
              <a:extLst>
                <a:ext uri="{FF2B5EF4-FFF2-40B4-BE49-F238E27FC236}">
                  <a16:creationId xmlns:a16="http://schemas.microsoft.com/office/drawing/2014/main" id="{65E46A7B-A8D9-47AE-A02C-3814BCFA854C}"/>
                </a:ext>
              </a:extLst>
            </p:cNvPr>
            <p:cNvSpPr/>
            <p:nvPr/>
          </p:nvSpPr>
          <p:spPr>
            <a:xfrm>
              <a:off x="8625830" y="34205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8" name="Hexagon 1397">
              <a:extLst>
                <a:ext uri="{FF2B5EF4-FFF2-40B4-BE49-F238E27FC236}">
                  <a16:creationId xmlns:a16="http://schemas.microsoft.com/office/drawing/2014/main" id="{ADCBB646-1598-4CA6-B81F-49539466172D}"/>
                </a:ext>
              </a:extLst>
            </p:cNvPr>
            <p:cNvSpPr/>
            <p:nvPr/>
          </p:nvSpPr>
          <p:spPr>
            <a:xfrm>
              <a:off x="8630910" y="36008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9" name="Hexagon 1398">
              <a:extLst>
                <a:ext uri="{FF2B5EF4-FFF2-40B4-BE49-F238E27FC236}">
                  <a16:creationId xmlns:a16="http://schemas.microsoft.com/office/drawing/2014/main" id="{54AEB2AF-9CB2-44D9-A90F-E298974ADD61}"/>
                </a:ext>
              </a:extLst>
            </p:cNvPr>
            <p:cNvSpPr/>
            <p:nvPr/>
          </p:nvSpPr>
          <p:spPr>
            <a:xfrm>
              <a:off x="8867130" y="33265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0" name="Hexagon 1399">
              <a:extLst>
                <a:ext uri="{FF2B5EF4-FFF2-40B4-BE49-F238E27FC236}">
                  <a16:creationId xmlns:a16="http://schemas.microsoft.com/office/drawing/2014/main" id="{B39EA139-B21C-44F3-84BA-63E402621E15}"/>
                </a:ext>
              </a:extLst>
            </p:cNvPr>
            <p:cNvSpPr/>
            <p:nvPr/>
          </p:nvSpPr>
          <p:spPr>
            <a:xfrm>
              <a:off x="5097770" y="4240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1" name="Hexagon 1400">
              <a:extLst>
                <a:ext uri="{FF2B5EF4-FFF2-40B4-BE49-F238E27FC236}">
                  <a16:creationId xmlns:a16="http://schemas.microsoft.com/office/drawing/2014/main" id="{55C94EBC-53FD-41FD-AD85-9946DCE2DF46}"/>
                </a:ext>
              </a:extLst>
            </p:cNvPr>
            <p:cNvSpPr/>
            <p:nvPr/>
          </p:nvSpPr>
          <p:spPr>
            <a:xfrm>
              <a:off x="5335260" y="43228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2" name="Hexagon 1401">
              <a:extLst>
                <a:ext uri="{FF2B5EF4-FFF2-40B4-BE49-F238E27FC236}">
                  <a16:creationId xmlns:a16="http://schemas.microsoft.com/office/drawing/2014/main" id="{43A67A06-A459-473B-9EA0-4B231D2F041D}"/>
                </a:ext>
              </a:extLst>
            </p:cNvPr>
            <p:cNvSpPr/>
            <p:nvPr/>
          </p:nvSpPr>
          <p:spPr>
            <a:xfrm>
              <a:off x="5574020" y="42314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3" name="Hexagon 1402">
              <a:extLst>
                <a:ext uri="{FF2B5EF4-FFF2-40B4-BE49-F238E27FC236}">
                  <a16:creationId xmlns:a16="http://schemas.microsoft.com/office/drawing/2014/main" id="{33D3BDB9-2546-4905-8FC0-09C22AB48CC4}"/>
                </a:ext>
              </a:extLst>
            </p:cNvPr>
            <p:cNvSpPr/>
            <p:nvPr/>
          </p:nvSpPr>
          <p:spPr>
            <a:xfrm>
              <a:off x="5100310" y="4428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4" name="Hexagon 1403">
              <a:extLst>
                <a:ext uri="{FF2B5EF4-FFF2-40B4-BE49-F238E27FC236}">
                  <a16:creationId xmlns:a16="http://schemas.microsoft.com/office/drawing/2014/main" id="{6C37DA20-9691-4A6F-8B44-B733294DE9C0}"/>
                </a:ext>
              </a:extLst>
            </p:cNvPr>
            <p:cNvSpPr/>
            <p:nvPr/>
          </p:nvSpPr>
          <p:spPr>
            <a:xfrm>
              <a:off x="5337800" y="4510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1404">
              <a:extLst>
                <a:ext uri="{FF2B5EF4-FFF2-40B4-BE49-F238E27FC236}">
                  <a16:creationId xmlns:a16="http://schemas.microsoft.com/office/drawing/2014/main" id="{B3372E8A-3BAB-4F0C-A0CC-678B38E23E25}"/>
                </a:ext>
              </a:extLst>
            </p:cNvPr>
            <p:cNvSpPr/>
            <p:nvPr/>
          </p:nvSpPr>
          <p:spPr>
            <a:xfrm>
              <a:off x="5576560" y="44193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6" name="Hexagon 1405">
              <a:extLst>
                <a:ext uri="{FF2B5EF4-FFF2-40B4-BE49-F238E27FC236}">
                  <a16:creationId xmlns:a16="http://schemas.microsoft.com/office/drawing/2014/main" id="{5E9160EC-D617-4BFD-8B9E-A9AA1E1ABB43}"/>
                </a:ext>
              </a:extLst>
            </p:cNvPr>
            <p:cNvSpPr/>
            <p:nvPr/>
          </p:nvSpPr>
          <p:spPr>
            <a:xfrm>
              <a:off x="5812780" y="43279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7" name="Hexagon 1406">
              <a:extLst>
                <a:ext uri="{FF2B5EF4-FFF2-40B4-BE49-F238E27FC236}">
                  <a16:creationId xmlns:a16="http://schemas.microsoft.com/office/drawing/2014/main" id="{7D12B585-5029-460A-A303-EF60FA2D9680}"/>
                </a:ext>
              </a:extLst>
            </p:cNvPr>
            <p:cNvSpPr/>
            <p:nvPr/>
          </p:nvSpPr>
          <p:spPr>
            <a:xfrm>
              <a:off x="5817860" y="45108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8" name="Hexagon 1407">
              <a:extLst>
                <a:ext uri="{FF2B5EF4-FFF2-40B4-BE49-F238E27FC236}">
                  <a16:creationId xmlns:a16="http://schemas.microsoft.com/office/drawing/2014/main" id="{4DCE7F0B-EC91-4A0C-B135-E8D54536BE5F}"/>
                </a:ext>
              </a:extLst>
            </p:cNvPr>
            <p:cNvSpPr/>
            <p:nvPr/>
          </p:nvSpPr>
          <p:spPr>
            <a:xfrm>
              <a:off x="6051540" y="44193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9" name="Hexagon 1408">
              <a:extLst>
                <a:ext uri="{FF2B5EF4-FFF2-40B4-BE49-F238E27FC236}">
                  <a16:creationId xmlns:a16="http://schemas.microsoft.com/office/drawing/2014/main" id="{2D1EBA83-A7FE-46A6-91F2-834153968011}"/>
                </a:ext>
              </a:extLst>
            </p:cNvPr>
            <p:cNvSpPr/>
            <p:nvPr/>
          </p:nvSpPr>
          <p:spPr>
            <a:xfrm>
              <a:off x="6054080" y="46047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0" name="Hexagon 1409">
              <a:extLst>
                <a:ext uri="{FF2B5EF4-FFF2-40B4-BE49-F238E27FC236}">
                  <a16:creationId xmlns:a16="http://schemas.microsoft.com/office/drawing/2014/main" id="{28D50897-3D86-4747-85EB-8FECAD5CA668}"/>
                </a:ext>
              </a:extLst>
            </p:cNvPr>
            <p:cNvSpPr/>
            <p:nvPr/>
          </p:nvSpPr>
          <p:spPr>
            <a:xfrm>
              <a:off x="6043920" y="38783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1" name="Hexagon 1410">
              <a:extLst>
                <a:ext uri="{FF2B5EF4-FFF2-40B4-BE49-F238E27FC236}">
                  <a16:creationId xmlns:a16="http://schemas.microsoft.com/office/drawing/2014/main" id="{915DC491-694C-41CC-B5C9-B39DF3F7A86F}"/>
                </a:ext>
              </a:extLst>
            </p:cNvPr>
            <p:cNvSpPr/>
            <p:nvPr/>
          </p:nvSpPr>
          <p:spPr>
            <a:xfrm>
              <a:off x="6046460" y="40637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2" name="Hexagon 1411">
              <a:extLst>
                <a:ext uri="{FF2B5EF4-FFF2-40B4-BE49-F238E27FC236}">
                  <a16:creationId xmlns:a16="http://schemas.microsoft.com/office/drawing/2014/main" id="{72D280CA-BFD8-492C-BFFA-55AA0F809A26}"/>
                </a:ext>
              </a:extLst>
            </p:cNvPr>
            <p:cNvSpPr/>
            <p:nvPr/>
          </p:nvSpPr>
          <p:spPr>
            <a:xfrm>
              <a:off x="6283315" y="39729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3" name="Hexagon 1412">
              <a:extLst>
                <a:ext uri="{FF2B5EF4-FFF2-40B4-BE49-F238E27FC236}">
                  <a16:creationId xmlns:a16="http://schemas.microsoft.com/office/drawing/2014/main" id="{9943D5D5-B82F-48EE-B6D5-30ABB88CA57F}"/>
                </a:ext>
              </a:extLst>
            </p:cNvPr>
            <p:cNvSpPr/>
            <p:nvPr/>
          </p:nvSpPr>
          <p:spPr>
            <a:xfrm>
              <a:off x="6285855" y="415075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4" name="Hexagon 1413">
              <a:extLst>
                <a:ext uri="{FF2B5EF4-FFF2-40B4-BE49-F238E27FC236}">
                  <a16:creationId xmlns:a16="http://schemas.microsoft.com/office/drawing/2014/main" id="{2E35FBFA-BA78-4B85-95B1-FCCC06298FE7}"/>
                </a:ext>
              </a:extLst>
            </p:cNvPr>
            <p:cNvSpPr/>
            <p:nvPr/>
          </p:nvSpPr>
          <p:spPr>
            <a:xfrm>
              <a:off x="6523980" y="38783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5" name="Hexagon 1414">
              <a:extLst>
                <a:ext uri="{FF2B5EF4-FFF2-40B4-BE49-F238E27FC236}">
                  <a16:creationId xmlns:a16="http://schemas.microsoft.com/office/drawing/2014/main" id="{84A80A74-44A9-4C25-B9B7-E6751850861F}"/>
                </a:ext>
              </a:extLst>
            </p:cNvPr>
            <p:cNvSpPr/>
            <p:nvPr/>
          </p:nvSpPr>
          <p:spPr>
            <a:xfrm>
              <a:off x="6526520" y="40637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6" name="Hexagon 1415">
              <a:extLst>
                <a:ext uri="{FF2B5EF4-FFF2-40B4-BE49-F238E27FC236}">
                  <a16:creationId xmlns:a16="http://schemas.microsoft.com/office/drawing/2014/main" id="{57292667-8C11-4192-81CB-09DC5A50726D}"/>
                </a:ext>
              </a:extLst>
            </p:cNvPr>
            <p:cNvSpPr/>
            <p:nvPr/>
          </p:nvSpPr>
          <p:spPr>
            <a:xfrm>
              <a:off x="6283315" y="37862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7" name="Hexagon 1416">
              <a:extLst>
                <a:ext uri="{FF2B5EF4-FFF2-40B4-BE49-F238E27FC236}">
                  <a16:creationId xmlns:a16="http://schemas.microsoft.com/office/drawing/2014/main" id="{99BA1837-9E8A-4680-A260-9D7621B681B7}"/>
                </a:ext>
              </a:extLst>
            </p:cNvPr>
            <p:cNvSpPr/>
            <p:nvPr/>
          </p:nvSpPr>
          <p:spPr>
            <a:xfrm>
              <a:off x="6996420" y="40612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8" name="Hexagon 1417">
              <a:extLst>
                <a:ext uri="{FF2B5EF4-FFF2-40B4-BE49-F238E27FC236}">
                  <a16:creationId xmlns:a16="http://schemas.microsoft.com/office/drawing/2014/main" id="{56DEFCB5-90E9-4B4F-B67E-0822C7B87F45}"/>
                </a:ext>
              </a:extLst>
            </p:cNvPr>
            <p:cNvSpPr/>
            <p:nvPr/>
          </p:nvSpPr>
          <p:spPr>
            <a:xfrm>
              <a:off x="6762740" y="39672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9" name="Hexagon 1418">
              <a:extLst>
                <a:ext uri="{FF2B5EF4-FFF2-40B4-BE49-F238E27FC236}">
                  <a16:creationId xmlns:a16="http://schemas.microsoft.com/office/drawing/2014/main" id="{CC0F7D7B-29C4-4F1B-939A-81D66DA6831A}"/>
                </a:ext>
              </a:extLst>
            </p:cNvPr>
            <p:cNvSpPr/>
            <p:nvPr/>
          </p:nvSpPr>
          <p:spPr>
            <a:xfrm>
              <a:off x="7227560" y="39647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0" name="Hexagon 1419">
              <a:extLst>
                <a:ext uri="{FF2B5EF4-FFF2-40B4-BE49-F238E27FC236}">
                  <a16:creationId xmlns:a16="http://schemas.microsoft.com/office/drawing/2014/main" id="{0039D6A8-DDE7-4714-A04B-ABBD5EECBA01}"/>
                </a:ext>
              </a:extLst>
            </p:cNvPr>
            <p:cNvSpPr/>
            <p:nvPr/>
          </p:nvSpPr>
          <p:spPr>
            <a:xfrm>
              <a:off x="6996420" y="38707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1" name="Hexagon 1420">
              <a:extLst>
                <a:ext uri="{FF2B5EF4-FFF2-40B4-BE49-F238E27FC236}">
                  <a16:creationId xmlns:a16="http://schemas.microsoft.com/office/drawing/2014/main" id="{062FA152-8438-40AE-99D0-46EE6BA4C4BA}"/>
                </a:ext>
              </a:extLst>
            </p:cNvPr>
            <p:cNvSpPr/>
            <p:nvPr/>
          </p:nvSpPr>
          <p:spPr>
            <a:xfrm>
              <a:off x="7454890" y="38802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2" name="Hexagon 1421">
              <a:extLst>
                <a:ext uri="{FF2B5EF4-FFF2-40B4-BE49-F238E27FC236}">
                  <a16:creationId xmlns:a16="http://schemas.microsoft.com/office/drawing/2014/main" id="{498DC8AA-37AB-47C1-99C0-36A08E51F8F4}"/>
                </a:ext>
              </a:extLst>
            </p:cNvPr>
            <p:cNvSpPr/>
            <p:nvPr/>
          </p:nvSpPr>
          <p:spPr>
            <a:xfrm>
              <a:off x="7454890" y="40555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3" name="Hexagon 1422">
              <a:extLst>
                <a:ext uri="{FF2B5EF4-FFF2-40B4-BE49-F238E27FC236}">
                  <a16:creationId xmlns:a16="http://schemas.microsoft.com/office/drawing/2014/main" id="{F6C83A84-4938-4DCF-85A8-C6844BF4171D}"/>
                </a:ext>
              </a:extLst>
            </p:cNvPr>
            <p:cNvSpPr/>
            <p:nvPr/>
          </p:nvSpPr>
          <p:spPr>
            <a:xfrm>
              <a:off x="7454890" y="4243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4" name="Hexagon 1423">
              <a:extLst>
                <a:ext uri="{FF2B5EF4-FFF2-40B4-BE49-F238E27FC236}">
                  <a16:creationId xmlns:a16="http://schemas.microsoft.com/office/drawing/2014/main" id="{0BEBB641-676E-45DC-819D-ED1FE35E6D5D}"/>
                </a:ext>
              </a:extLst>
            </p:cNvPr>
            <p:cNvSpPr/>
            <p:nvPr/>
          </p:nvSpPr>
          <p:spPr>
            <a:xfrm>
              <a:off x="7454890" y="44187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5" name="Hexagon 1424">
              <a:extLst>
                <a:ext uri="{FF2B5EF4-FFF2-40B4-BE49-F238E27FC236}">
                  <a16:creationId xmlns:a16="http://schemas.microsoft.com/office/drawing/2014/main" id="{08A63E1A-BB75-4581-A557-E91CCD1EAFEE}"/>
                </a:ext>
              </a:extLst>
            </p:cNvPr>
            <p:cNvSpPr/>
            <p:nvPr/>
          </p:nvSpPr>
          <p:spPr>
            <a:xfrm>
              <a:off x="7223750" y="41520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6" name="Hexagon 1425">
              <a:extLst>
                <a:ext uri="{FF2B5EF4-FFF2-40B4-BE49-F238E27FC236}">
                  <a16:creationId xmlns:a16="http://schemas.microsoft.com/office/drawing/2014/main" id="{1BA4BE4B-B021-40AD-A6A7-06F985C9C4A2}"/>
                </a:ext>
              </a:extLst>
            </p:cNvPr>
            <p:cNvSpPr/>
            <p:nvPr/>
          </p:nvSpPr>
          <p:spPr>
            <a:xfrm>
              <a:off x="7223750" y="43272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7" name="Hexagon 1426">
              <a:extLst>
                <a:ext uri="{FF2B5EF4-FFF2-40B4-BE49-F238E27FC236}">
                  <a16:creationId xmlns:a16="http://schemas.microsoft.com/office/drawing/2014/main" id="{29C43FAC-1AC5-46AF-AA6E-E4A14E0E48AB}"/>
                </a:ext>
              </a:extLst>
            </p:cNvPr>
            <p:cNvSpPr/>
            <p:nvPr/>
          </p:nvSpPr>
          <p:spPr>
            <a:xfrm>
              <a:off x="6987530" y="4243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8" name="Hexagon 1427">
              <a:extLst>
                <a:ext uri="{FF2B5EF4-FFF2-40B4-BE49-F238E27FC236}">
                  <a16:creationId xmlns:a16="http://schemas.microsoft.com/office/drawing/2014/main" id="{B777F6E8-9E7A-4E27-B35B-4E247D19FB72}"/>
                </a:ext>
              </a:extLst>
            </p:cNvPr>
            <p:cNvSpPr/>
            <p:nvPr/>
          </p:nvSpPr>
          <p:spPr>
            <a:xfrm>
              <a:off x="6987530" y="44187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9" name="Hexagon 1428">
              <a:extLst>
                <a:ext uri="{FF2B5EF4-FFF2-40B4-BE49-F238E27FC236}">
                  <a16:creationId xmlns:a16="http://schemas.microsoft.com/office/drawing/2014/main" id="{6810CFF2-B9D7-476F-A685-06401B13B338}"/>
                </a:ext>
              </a:extLst>
            </p:cNvPr>
            <p:cNvSpPr/>
            <p:nvPr/>
          </p:nvSpPr>
          <p:spPr>
            <a:xfrm>
              <a:off x="6746230" y="43323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0" name="Hexagon 1429">
              <a:extLst>
                <a:ext uri="{FF2B5EF4-FFF2-40B4-BE49-F238E27FC236}">
                  <a16:creationId xmlns:a16="http://schemas.microsoft.com/office/drawing/2014/main" id="{E99AB80D-BD82-4250-A8AB-DB52F4D254F2}"/>
                </a:ext>
              </a:extLst>
            </p:cNvPr>
            <p:cNvSpPr/>
            <p:nvPr/>
          </p:nvSpPr>
          <p:spPr>
            <a:xfrm>
              <a:off x="6746230" y="4507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1" name="Hexagon 1430">
              <a:extLst>
                <a:ext uri="{FF2B5EF4-FFF2-40B4-BE49-F238E27FC236}">
                  <a16:creationId xmlns:a16="http://schemas.microsoft.com/office/drawing/2014/main" id="{DFBB80F6-C45F-4CA7-ABEC-DDCF4A44A2FF}"/>
                </a:ext>
              </a:extLst>
            </p:cNvPr>
            <p:cNvSpPr/>
            <p:nvPr/>
          </p:nvSpPr>
          <p:spPr>
            <a:xfrm>
              <a:off x="6504930" y="4423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2" name="Hexagon 1431">
              <a:extLst>
                <a:ext uri="{FF2B5EF4-FFF2-40B4-BE49-F238E27FC236}">
                  <a16:creationId xmlns:a16="http://schemas.microsoft.com/office/drawing/2014/main" id="{D096F024-1EEA-4269-B1CE-835F2208D6A5}"/>
                </a:ext>
              </a:extLst>
            </p:cNvPr>
            <p:cNvSpPr/>
            <p:nvPr/>
          </p:nvSpPr>
          <p:spPr>
            <a:xfrm>
              <a:off x="6504930" y="4599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3" name="Hexagon 1432">
              <a:extLst>
                <a:ext uri="{FF2B5EF4-FFF2-40B4-BE49-F238E27FC236}">
                  <a16:creationId xmlns:a16="http://schemas.microsoft.com/office/drawing/2014/main" id="{8879AA38-1EF3-45DC-847F-9D3C46260C95}"/>
                </a:ext>
              </a:extLst>
            </p:cNvPr>
            <p:cNvSpPr/>
            <p:nvPr/>
          </p:nvSpPr>
          <p:spPr>
            <a:xfrm>
              <a:off x="7221210" y="45152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4" name="Hexagon 1433">
              <a:extLst>
                <a:ext uri="{FF2B5EF4-FFF2-40B4-BE49-F238E27FC236}">
                  <a16:creationId xmlns:a16="http://schemas.microsoft.com/office/drawing/2014/main" id="{F35FD134-73BC-4DEA-8B4E-5DADC94450A7}"/>
                </a:ext>
              </a:extLst>
            </p:cNvPr>
            <p:cNvSpPr/>
            <p:nvPr/>
          </p:nvSpPr>
          <p:spPr>
            <a:xfrm>
              <a:off x="8163550" y="39716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5" name="Hexagon 1434">
              <a:extLst>
                <a:ext uri="{FF2B5EF4-FFF2-40B4-BE49-F238E27FC236}">
                  <a16:creationId xmlns:a16="http://schemas.microsoft.com/office/drawing/2014/main" id="{8C3A9BF1-FF93-4101-BF7D-731FF7DE9DD1}"/>
                </a:ext>
              </a:extLst>
            </p:cNvPr>
            <p:cNvSpPr/>
            <p:nvPr/>
          </p:nvSpPr>
          <p:spPr>
            <a:xfrm>
              <a:off x="8401040" y="40586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6" name="Hexagon 1435">
              <a:extLst>
                <a:ext uri="{FF2B5EF4-FFF2-40B4-BE49-F238E27FC236}">
                  <a16:creationId xmlns:a16="http://schemas.microsoft.com/office/drawing/2014/main" id="{20118C98-CCE2-4BF9-B2F0-36558B3B5D32}"/>
                </a:ext>
              </a:extLst>
            </p:cNvPr>
            <p:cNvSpPr/>
            <p:nvPr/>
          </p:nvSpPr>
          <p:spPr>
            <a:xfrm>
              <a:off x="8630910" y="39716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7" name="Hexagon 1436">
              <a:extLst>
                <a:ext uri="{FF2B5EF4-FFF2-40B4-BE49-F238E27FC236}">
                  <a16:creationId xmlns:a16="http://schemas.microsoft.com/office/drawing/2014/main" id="{D003D010-A14B-4C8C-9E8A-5DA98F60F19C}"/>
                </a:ext>
              </a:extLst>
            </p:cNvPr>
            <p:cNvSpPr/>
            <p:nvPr/>
          </p:nvSpPr>
          <p:spPr>
            <a:xfrm>
              <a:off x="8868400" y="40586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8" name="Hexagon 1437">
              <a:extLst>
                <a:ext uri="{FF2B5EF4-FFF2-40B4-BE49-F238E27FC236}">
                  <a16:creationId xmlns:a16="http://schemas.microsoft.com/office/drawing/2014/main" id="{CD11B184-F819-4E62-BDED-2C67432F96DC}"/>
                </a:ext>
              </a:extLst>
            </p:cNvPr>
            <p:cNvSpPr/>
            <p:nvPr/>
          </p:nvSpPr>
          <p:spPr>
            <a:xfrm>
              <a:off x="8638530" y="41571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9" name="Hexagon 1438">
              <a:extLst>
                <a:ext uri="{FF2B5EF4-FFF2-40B4-BE49-F238E27FC236}">
                  <a16:creationId xmlns:a16="http://schemas.microsoft.com/office/drawing/2014/main" id="{9C85D284-A4B0-45A1-98F6-ACE9F6170454}"/>
                </a:ext>
              </a:extLst>
            </p:cNvPr>
            <p:cNvSpPr/>
            <p:nvPr/>
          </p:nvSpPr>
          <p:spPr>
            <a:xfrm>
              <a:off x="8876020" y="4244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0" name="Hexagon 1439">
              <a:extLst>
                <a:ext uri="{FF2B5EF4-FFF2-40B4-BE49-F238E27FC236}">
                  <a16:creationId xmlns:a16="http://schemas.microsoft.com/office/drawing/2014/main" id="{F471DA4E-A647-4DD1-8805-3C95B516E239}"/>
                </a:ext>
              </a:extLst>
            </p:cNvPr>
            <p:cNvSpPr/>
            <p:nvPr/>
          </p:nvSpPr>
          <p:spPr>
            <a:xfrm>
              <a:off x="8397230" y="42510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1" name="Hexagon 1440">
              <a:extLst>
                <a:ext uri="{FF2B5EF4-FFF2-40B4-BE49-F238E27FC236}">
                  <a16:creationId xmlns:a16="http://schemas.microsoft.com/office/drawing/2014/main" id="{78EC8EA6-EE2B-4103-A7B8-0ABDE00B7CA8}"/>
                </a:ext>
              </a:extLst>
            </p:cNvPr>
            <p:cNvSpPr/>
            <p:nvPr/>
          </p:nvSpPr>
          <p:spPr>
            <a:xfrm>
              <a:off x="8634720" y="43380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2" name="Hexagon 1441">
              <a:extLst>
                <a:ext uri="{FF2B5EF4-FFF2-40B4-BE49-F238E27FC236}">
                  <a16:creationId xmlns:a16="http://schemas.microsoft.com/office/drawing/2014/main" id="{FFED9602-0B45-4721-AE45-EAC4F59A6241}"/>
                </a:ext>
              </a:extLst>
            </p:cNvPr>
            <p:cNvSpPr/>
            <p:nvPr/>
          </p:nvSpPr>
          <p:spPr>
            <a:xfrm>
              <a:off x="7927330" y="42510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3" name="Hexagon 1442">
              <a:extLst>
                <a:ext uri="{FF2B5EF4-FFF2-40B4-BE49-F238E27FC236}">
                  <a16:creationId xmlns:a16="http://schemas.microsoft.com/office/drawing/2014/main" id="{4F946FF4-E321-49FC-B7DE-C398904479C1}"/>
                </a:ext>
              </a:extLst>
            </p:cNvPr>
            <p:cNvSpPr/>
            <p:nvPr/>
          </p:nvSpPr>
          <p:spPr>
            <a:xfrm>
              <a:off x="8164820" y="43380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4" name="Hexagon 1443">
              <a:extLst>
                <a:ext uri="{FF2B5EF4-FFF2-40B4-BE49-F238E27FC236}">
                  <a16:creationId xmlns:a16="http://schemas.microsoft.com/office/drawing/2014/main" id="{0B3C29F7-D870-4D27-977D-ECC5753E5E8C}"/>
                </a:ext>
              </a:extLst>
            </p:cNvPr>
            <p:cNvSpPr/>
            <p:nvPr/>
          </p:nvSpPr>
          <p:spPr>
            <a:xfrm>
              <a:off x="7929870" y="44365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5" name="Hexagon 1444">
              <a:extLst>
                <a:ext uri="{FF2B5EF4-FFF2-40B4-BE49-F238E27FC236}">
                  <a16:creationId xmlns:a16="http://schemas.microsoft.com/office/drawing/2014/main" id="{9C73B4C2-963A-4A14-B325-CA7FF9D33A58}"/>
                </a:ext>
              </a:extLst>
            </p:cNvPr>
            <p:cNvSpPr/>
            <p:nvPr/>
          </p:nvSpPr>
          <p:spPr>
            <a:xfrm>
              <a:off x="8167360" y="4523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6" name="Hexagon 1445">
              <a:extLst>
                <a:ext uri="{FF2B5EF4-FFF2-40B4-BE49-F238E27FC236}">
                  <a16:creationId xmlns:a16="http://schemas.microsoft.com/office/drawing/2014/main" id="{8A66B2BC-4D94-4C45-B531-D51C3D4F56D8}"/>
                </a:ext>
              </a:extLst>
            </p:cNvPr>
            <p:cNvSpPr/>
            <p:nvPr/>
          </p:nvSpPr>
          <p:spPr>
            <a:xfrm>
              <a:off x="8409930" y="46143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7" name="Hexagon 1446">
              <a:extLst>
                <a:ext uri="{FF2B5EF4-FFF2-40B4-BE49-F238E27FC236}">
                  <a16:creationId xmlns:a16="http://schemas.microsoft.com/office/drawing/2014/main" id="{76E951CA-B346-48B2-896D-941A5BA4FAD2}"/>
                </a:ext>
              </a:extLst>
            </p:cNvPr>
            <p:cNvSpPr/>
            <p:nvPr/>
          </p:nvSpPr>
          <p:spPr>
            <a:xfrm>
              <a:off x="8647420" y="47013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8" name="Hexagon 1447">
              <a:extLst>
                <a:ext uri="{FF2B5EF4-FFF2-40B4-BE49-F238E27FC236}">
                  <a16:creationId xmlns:a16="http://schemas.microsoft.com/office/drawing/2014/main" id="{E1C16332-44B2-4584-8F82-6C9126B8FA6E}"/>
                </a:ext>
              </a:extLst>
            </p:cNvPr>
            <p:cNvSpPr/>
            <p:nvPr/>
          </p:nvSpPr>
          <p:spPr>
            <a:xfrm>
              <a:off x="8171170" y="47032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9" name="Hexagon 1448">
              <a:extLst>
                <a:ext uri="{FF2B5EF4-FFF2-40B4-BE49-F238E27FC236}">
                  <a16:creationId xmlns:a16="http://schemas.microsoft.com/office/drawing/2014/main" id="{80FD46FF-2ADF-4CB9-9FC6-12A03C0CFD2E}"/>
                </a:ext>
              </a:extLst>
            </p:cNvPr>
            <p:cNvSpPr/>
            <p:nvPr/>
          </p:nvSpPr>
          <p:spPr>
            <a:xfrm>
              <a:off x="8408660" y="47902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0" name="Hexagon 1449">
              <a:extLst>
                <a:ext uri="{FF2B5EF4-FFF2-40B4-BE49-F238E27FC236}">
                  <a16:creationId xmlns:a16="http://schemas.microsoft.com/office/drawing/2014/main" id="{81710C3B-F965-4C92-80A0-330F5AA619E5}"/>
                </a:ext>
              </a:extLst>
            </p:cNvPr>
            <p:cNvSpPr/>
            <p:nvPr/>
          </p:nvSpPr>
          <p:spPr>
            <a:xfrm>
              <a:off x="8164820" y="41552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1" name="Hexagon 1450">
              <a:extLst>
                <a:ext uri="{FF2B5EF4-FFF2-40B4-BE49-F238E27FC236}">
                  <a16:creationId xmlns:a16="http://schemas.microsoft.com/office/drawing/2014/main" id="{67E2A655-C8B2-406E-8963-8B4AD0EBE786}"/>
                </a:ext>
              </a:extLst>
            </p:cNvPr>
            <p:cNvSpPr/>
            <p:nvPr/>
          </p:nvSpPr>
          <p:spPr>
            <a:xfrm>
              <a:off x="7927330" y="46168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2" name="Hexagon 1451">
              <a:extLst>
                <a:ext uri="{FF2B5EF4-FFF2-40B4-BE49-F238E27FC236}">
                  <a16:creationId xmlns:a16="http://schemas.microsoft.com/office/drawing/2014/main" id="{79FCD737-04EE-4BC4-9553-4A64C3D8F5E3}"/>
                </a:ext>
              </a:extLst>
            </p:cNvPr>
            <p:cNvSpPr/>
            <p:nvPr/>
          </p:nvSpPr>
          <p:spPr>
            <a:xfrm>
              <a:off x="7940030" y="47895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3" name="Hexagon 1452">
              <a:extLst>
                <a:ext uri="{FF2B5EF4-FFF2-40B4-BE49-F238E27FC236}">
                  <a16:creationId xmlns:a16="http://schemas.microsoft.com/office/drawing/2014/main" id="{87E0FD48-D918-4521-B3FA-A23256B5DC4A}"/>
                </a:ext>
              </a:extLst>
            </p:cNvPr>
            <p:cNvSpPr/>
            <p:nvPr/>
          </p:nvSpPr>
          <p:spPr>
            <a:xfrm>
              <a:off x="8177520" y="48765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4" name="Hexagon 1453">
              <a:extLst>
                <a:ext uri="{FF2B5EF4-FFF2-40B4-BE49-F238E27FC236}">
                  <a16:creationId xmlns:a16="http://schemas.microsoft.com/office/drawing/2014/main" id="{DE639620-4A98-4DBF-86FD-06B09A56E4DD}"/>
                </a:ext>
              </a:extLst>
            </p:cNvPr>
            <p:cNvSpPr/>
            <p:nvPr/>
          </p:nvSpPr>
          <p:spPr>
            <a:xfrm>
              <a:off x="7696190" y="47032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5" name="Hexagon 1454">
              <a:extLst>
                <a:ext uri="{FF2B5EF4-FFF2-40B4-BE49-F238E27FC236}">
                  <a16:creationId xmlns:a16="http://schemas.microsoft.com/office/drawing/2014/main" id="{762150E7-EACE-4E7E-A70F-E4746FD5B876}"/>
                </a:ext>
              </a:extLst>
            </p:cNvPr>
            <p:cNvSpPr/>
            <p:nvPr/>
          </p:nvSpPr>
          <p:spPr>
            <a:xfrm>
              <a:off x="7698730" y="48835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6" name="Hexagon 1455">
              <a:extLst>
                <a:ext uri="{FF2B5EF4-FFF2-40B4-BE49-F238E27FC236}">
                  <a16:creationId xmlns:a16="http://schemas.microsoft.com/office/drawing/2014/main" id="{E50D2369-4084-4CA8-B256-05483DDEDE38}"/>
                </a:ext>
              </a:extLst>
            </p:cNvPr>
            <p:cNvSpPr/>
            <p:nvPr/>
          </p:nvSpPr>
          <p:spPr>
            <a:xfrm>
              <a:off x="7936220" y="4970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7" name="Hexagon 1456">
              <a:extLst>
                <a:ext uri="{FF2B5EF4-FFF2-40B4-BE49-F238E27FC236}">
                  <a16:creationId xmlns:a16="http://schemas.microsoft.com/office/drawing/2014/main" id="{3727CF24-A1B0-4758-B84D-5DF424A6EAC3}"/>
                </a:ext>
              </a:extLst>
            </p:cNvPr>
            <p:cNvSpPr/>
            <p:nvPr/>
          </p:nvSpPr>
          <p:spPr>
            <a:xfrm>
              <a:off x="7454890" y="47921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8" name="Hexagon 1457">
              <a:extLst>
                <a:ext uri="{FF2B5EF4-FFF2-40B4-BE49-F238E27FC236}">
                  <a16:creationId xmlns:a16="http://schemas.microsoft.com/office/drawing/2014/main" id="{AF61FCA0-A180-4B60-B67F-30FE646ABB91}"/>
                </a:ext>
              </a:extLst>
            </p:cNvPr>
            <p:cNvSpPr/>
            <p:nvPr/>
          </p:nvSpPr>
          <p:spPr>
            <a:xfrm>
              <a:off x="7228830" y="48886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9" name="Hexagon 1458">
              <a:extLst>
                <a:ext uri="{FF2B5EF4-FFF2-40B4-BE49-F238E27FC236}">
                  <a16:creationId xmlns:a16="http://schemas.microsoft.com/office/drawing/2014/main" id="{F098C233-1E03-411A-9E0C-D270BFADDD69}"/>
                </a:ext>
              </a:extLst>
            </p:cNvPr>
            <p:cNvSpPr/>
            <p:nvPr/>
          </p:nvSpPr>
          <p:spPr>
            <a:xfrm>
              <a:off x="7463780" y="49781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0" name="Hexagon 1459">
              <a:extLst>
                <a:ext uri="{FF2B5EF4-FFF2-40B4-BE49-F238E27FC236}">
                  <a16:creationId xmlns:a16="http://schemas.microsoft.com/office/drawing/2014/main" id="{B84CE910-66B2-415F-93E3-B3A3050E232C}"/>
                </a:ext>
              </a:extLst>
            </p:cNvPr>
            <p:cNvSpPr/>
            <p:nvPr/>
          </p:nvSpPr>
          <p:spPr>
            <a:xfrm>
              <a:off x="6990070" y="47946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1" name="Hexagon 1460">
              <a:extLst>
                <a:ext uri="{FF2B5EF4-FFF2-40B4-BE49-F238E27FC236}">
                  <a16:creationId xmlns:a16="http://schemas.microsoft.com/office/drawing/2014/main" id="{D92CF144-F211-43DA-8C0A-D012433E1196}"/>
                </a:ext>
              </a:extLst>
            </p:cNvPr>
            <p:cNvSpPr/>
            <p:nvPr/>
          </p:nvSpPr>
          <p:spPr>
            <a:xfrm>
              <a:off x="6990070" y="497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2" name="Hexagon 1461">
              <a:extLst>
                <a:ext uri="{FF2B5EF4-FFF2-40B4-BE49-F238E27FC236}">
                  <a16:creationId xmlns:a16="http://schemas.microsoft.com/office/drawing/2014/main" id="{A893F13C-15DD-45F5-97D2-E8D34CF89B82}"/>
                </a:ext>
              </a:extLst>
            </p:cNvPr>
            <p:cNvSpPr/>
            <p:nvPr/>
          </p:nvSpPr>
          <p:spPr>
            <a:xfrm>
              <a:off x="7225020" y="50619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3" name="Hexagon 1462">
              <a:extLst>
                <a:ext uri="{FF2B5EF4-FFF2-40B4-BE49-F238E27FC236}">
                  <a16:creationId xmlns:a16="http://schemas.microsoft.com/office/drawing/2014/main" id="{BA498484-7271-4EBA-B011-4D65C39041E8}"/>
                </a:ext>
              </a:extLst>
            </p:cNvPr>
            <p:cNvSpPr/>
            <p:nvPr/>
          </p:nvSpPr>
          <p:spPr>
            <a:xfrm>
              <a:off x="6751310" y="4878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4" name="Hexagon 1463">
              <a:extLst>
                <a:ext uri="{FF2B5EF4-FFF2-40B4-BE49-F238E27FC236}">
                  <a16:creationId xmlns:a16="http://schemas.microsoft.com/office/drawing/2014/main" id="{20325323-2882-46A8-B89A-FE6E27CE02D8}"/>
                </a:ext>
              </a:extLst>
            </p:cNvPr>
            <p:cNvSpPr/>
            <p:nvPr/>
          </p:nvSpPr>
          <p:spPr>
            <a:xfrm>
              <a:off x="6756390" y="505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5" name="Hexagon 1464">
              <a:extLst>
                <a:ext uri="{FF2B5EF4-FFF2-40B4-BE49-F238E27FC236}">
                  <a16:creationId xmlns:a16="http://schemas.microsoft.com/office/drawing/2014/main" id="{14875ABF-DBD6-43CC-B7CB-CDA65DCCDDB5}"/>
                </a:ext>
              </a:extLst>
            </p:cNvPr>
            <p:cNvSpPr/>
            <p:nvPr/>
          </p:nvSpPr>
          <p:spPr>
            <a:xfrm>
              <a:off x="6991340" y="51483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6" name="Hexagon 1465">
              <a:extLst>
                <a:ext uri="{FF2B5EF4-FFF2-40B4-BE49-F238E27FC236}">
                  <a16:creationId xmlns:a16="http://schemas.microsoft.com/office/drawing/2014/main" id="{D1C2B251-A8D8-4D15-A492-AEF5AE1F3C2E}"/>
                </a:ext>
              </a:extLst>
            </p:cNvPr>
            <p:cNvSpPr/>
            <p:nvPr/>
          </p:nvSpPr>
          <p:spPr>
            <a:xfrm>
              <a:off x="6517630" y="49648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7" name="Hexagon 1466">
              <a:extLst>
                <a:ext uri="{FF2B5EF4-FFF2-40B4-BE49-F238E27FC236}">
                  <a16:creationId xmlns:a16="http://schemas.microsoft.com/office/drawing/2014/main" id="{859A5C37-BAA0-425B-9E8A-DD459A508CD7}"/>
                </a:ext>
              </a:extLst>
            </p:cNvPr>
            <p:cNvSpPr/>
            <p:nvPr/>
          </p:nvSpPr>
          <p:spPr>
            <a:xfrm>
              <a:off x="6278870" y="5063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8" name="Hexagon 1467">
              <a:extLst>
                <a:ext uri="{FF2B5EF4-FFF2-40B4-BE49-F238E27FC236}">
                  <a16:creationId xmlns:a16="http://schemas.microsoft.com/office/drawing/2014/main" id="{A2B63D77-94C3-4E38-9992-1CA879788B0C}"/>
                </a:ext>
              </a:extLst>
            </p:cNvPr>
            <p:cNvSpPr/>
            <p:nvPr/>
          </p:nvSpPr>
          <p:spPr>
            <a:xfrm>
              <a:off x="6513820" y="51534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9" name="Hexagon 1468">
              <a:extLst>
                <a:ext uri="{FF2B5EF4-FFF2-40B4-BE49-F238E27FC236}">
                  <a16:creationId xmlns:a16="http://schemas.microsoft.com/office/drawing/2014/main" id="{C85C1381-D175-43C7-8C1F-F49EAC0E557F}"/>
                </a:ext>
              </a:extLst>
            </p:cNvPr>
            <p:cNvSpPr/>
            <p:nvPr/>
          </p:nvSpPr>
          <p:spPr>
            <a:xfrm>
              <a:off x="6040110" y="49699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0" name="Hexagon 1469">
              <a:extLst>
                <a:ext uri="{FF2B5EF4-FFF2-40B4-BE49-F238E27FC236}">
                  <a16:creationId xmlns:a16="http://schemas.microsoft.com/office/drawing/2014/main" id="{B3C18A98-23DC-47EC-BEC3-6D3D59A78230}"/>
                </a:ext>
              </a:extLst>
            </p:cNvPr>
            <p:cNvSpPr/>
            <p:nvPr/>
          </p:nvSpPr>
          <p:spPr>
            <a:xfrm>
              <a:off x="6040110" y="51527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1" name="Hexagon 1470">
              <a:extLst>
                <a:ext uri="{FF2B5EF4-FFF2-40B4-BE49-F238E27FC236}">
                  <a16:creationId xmlns:a16="http://schemas.microsoft.com/office/drawing/2014/main" id="{0CE4ABAF-5777-4DE7-86A3-566AFA85A462}"/>
                </a:ext>
              </a:extLst>
            </p:cNvPr>
            <p:cNvSpPr/>
            <p:nvPr/>
          </p:nvSpPr>
          <p:spPr>
            <a:xfrm>
              <a:off x="6275060" y="52423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2" name="Hexagon 1471">
              <a:extLst>
                <a:ext uri="{FF2B5EF4-FFF2-40B4-BE49-F238E27FC236}">
                  <a16:creationId xmlns:a16="http://schemas.microsoft.com/office/drawing/2014/main" id="{812FA44C-54F5-4F0E-901F-B2A4C12206AE}"/>
                </a:ext>
              </a:extLst>
            </p:cNvPr>
            <p:cNvSpPr/>
            <p:nvPr/>
          </p:nvSpPr>
          <p:spPr>
            <a:xfrm>
              <a:off x="5801350" y="5058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3" name="Hexagon 1472">
              <a:extLst>
                <a:ext uri="{FF2B5EF4-FFF2-40B4-BE49-F238E27FC236}">
                  <a16:creationId xmlns:a16="http://schemas.microsoft.com/office/drawing/2014/main" id="{B91B0B87-4504-4EFE-B3C1-594B6899BED5}"/>
                </a:ext>
              </a:extLst>
            </p:cNvPr>
            <p:cNvSpPr/>
            <p:nvPr/>
          </p:nvSpPr>
          <p:spPr>
            <a:xfrm>
              <a:off x="5336530" y="48759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4" name="Hexagon 1473">
              <a:extLst>
                <a:ext uri="{FF2B5EF4-FFF2-40B4-BE49-F238E27FC236}">
                  <a16:creationId xmlns:a16="http://schemas.microsoft.com/office/drawing/2014/main" id="{62AC5448-12FE-43EB-AE07-AF99099FAFE2}"/>
                </a:ext>
              </a:extLst>
            </p:cNvPr>
            <p:cNvSpPr/>
            <p:nvPr/>
          </p:nvSpPr>
          <p:spPr>
            <a:xfrm>
              <a:off x="5566400" y="4965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5" name="Hexagon 1474">
              <a:extLst>
                <a:ext uri="{FF2B5EF4-FFF2-40B4-BE49-F238E27FC236}">
                  <a16:creationId xmlns:a16="http://schemas.microsoft.com/office/drawing/2014/main" id="{D7F2109C-4A99-4A02-A1DB-0D47F9C68431}"/>
                </a:ext>
              </a:extLst>
            </p:cNvPr>
            <p:cNvSpPr/>
            <p:nvPr/>
          </p:nvSpPr>
          <p:spPr>
            <a:xfrm>
              <a:off x="5100310" y="47870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6" name="Hexagon 1475">
              <a:extLst>
                <a:ext uri="{FF2B5EF4-FFF2-40B4-BE49-F238E27FC236}">
                  <a16:creationId xmlns:a16="http://schemas.microsoft.com/office/drawing/2014/main" id="{56943717-3138-4154-B177-0CE182D29F55}"/>
                </a:ext>
              </a:extLst>
            </p:cNvPr>
            <p:cNvSpPr/>
            <p:nvPr/>
          </p:nvSpPr>
          <p:spPr>
            <a:xfrm>
              <a:off x="5806430" y="48784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7" name="Hexagon 1476">
              <a:extLst>
                <a:ext uri="{FF2B5EF4-FFF2-40B4-BE49-F238E27FC236}">
                  <a16:creationId xmlns:a16="http://schemas.microsoft.com/office/drawing/2014/main" id="{A2F94240-9ADB-4FA5-845A-1E62838E257D}"/>
                </a:ext>
              </a:extLst>
            </p:cNvPr>
            <p:cNvSpPr/>
            <p:nvPr/>
          </p:nvSpPr>
          <p:spPr>
            <a:xfrm>
              <a:off x="5571480" y="47851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8" name="Hexagon 1477">
              <a:extLst>
                <a:ext uri="{FF2B5EF4-FFF2-40B4-BE49-F238E27FC236}">
                  <a16:creationId xmlns:a16="http://schemas.microsoft.com/office/drawing/2014/main" id="{E66DB85B-ECE6-4C4B-B80A-829A3B65AB62}"/>
                </a:ext>
              </a:extLst>
            </p:cNvPr>
            <p:cNvSpPr/>
            <p:nvPr/>
          </p:nvSpPr>
          <p:spPr>
            <a:xfrm>
              <a:off x="5570210" y="51527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9" name="Hexagon 1478">
              <a:extLst>
                <a:ext uri="{FF2B5EF4-FFF2-40B4-BE49-F238E27FC236}">
                  <a16:creationId xmlns:a16="http://schemas.microsoft.com/office/drawing/2014/main" id="{9B0D6897-ED45-4E1F-B479-2690300D9DED}"/>
                </a:ext>
              </a:extLst>
            </p:cNvPr>
            <p:cNvSpPr/>
            <p:nvPr/>
          </p:nvSpPr>
          <p:spPr>
            <a:xfrm>
              <a:off x="5335260" y="50594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0" name="Hexagon 1479">
              <a:extLst>
                <a:ext uri="{FF2B5EF4-FFF2-40B4-BE49-F238E27FC236}">
                  <a16:creationId xmlns:a16="http://schemas.microsoft.com/office/drawing/2014/main" id="{4B466594-55B7-4208-B425-586A9AB391B7}"/>
                </a:ext>
              </a:extLst>
            </p:cNvPr>
            <p:cNvSpPr/>
            <p:nvPr/>
          </p:nvSpPr>
          <p:spPr>
            <a:xfrm>
              <a:off x="6278870" y="48733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1" name="Hexagon 1480">
              <a:extLst>
                <a:ext uri="{FF2B5EF4-FFF2-40B4-BE49-F238E27FC236}">
                  <a16:creationId xmlns:a16="http://schemas.microsoft.com/office/drawing/2014/main" id="{794DF096-26B6-422C-88D1-335A2C4D9F48}"/>
                </a:ext>
              </a:extLst>
            </p:cNvPr>
            <p:cNvSpPr/>
            <p:nvPr/>
          </p:nvSpPr>
          <p:spPr>
            <a:xfrm>
              <a:off x="5100310" y="497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2" name="Hexagon 1481">
              <a:extLst>
                <a:ext uri="{FF2B5EF4-FFF2-40B4-BE49-F238E27FC236}">
                  <a16:creationId xmlns:a16="http://schemas.microsoft.com/office/drawing/2014/main" id="{EF402984-2500-4358-8FB4-4C79129F9BCA}"/>
                </a:ext>
              </a:extLst>
            </p:cNvPr>
            <p:cNvSpPr/>
            <p:nvPr/>
          </p:nvSpPr>
          <p:spPr>
            <a:xfrm>
              <a:off x="4865360" y="4879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3" name="Hexagon 1482">
              <a:extLst>
                <a:ext uri="{FF2B5EF4-FFF2-40B4-BE49-F238E27FC236}">
                  <a16:creationId xmlns:a16="http://schemas.microsoft.com/office/drawing/2014/main" id="{7D7978EA-C4EE-4FB0-BD9C-B7427C52E63F}"/>
                </a:ext>
              </a:extLst>
            </p:cNvPr>
            <p:cNvSpPr/>
            <p:nvPr/>
          </p:nvSpPr>
          <p:spPr>
            <a:xfrm>
              <a:off x="4861550" y="46981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4" name="Hexagon 1483">
              <a:extLst>
                <a:ext uri="{FF2B5EF4-FFF2-40B4-BE49-F238E27FC236}">
                  <a16:creationId xmlns:a16="http://schemas.microsoft.com/office/drawing/2014/main" id="{1B9BF422-2D6A-49E6-A97B-83A85043F5D9}"/>
                </a:ext>
              </a:extLst>
            </p:cNvPr>
            <p:cNvSpPr/>
            <p:nvPr/>
          </p:nvSpPr>
          <p:spPr>
            <a:xfrm>
              <a:off x="4626600" y="460478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5" name="Hexagon 1484">
              <a:extLst>
                <a:ext uri="{FF2B5EF4-FFF2-40B4-BE49-F238E27FC236}">
                  <a16:creationId xmlns:a16="http://schemas.microsoft.com/office/drawing/2014/main" id="{AB282970-2B2D-4F1C-AE05-EC693042C592}"/>
                </a:ext>
              </a:extLst>
            </p:cNvPr>
            <p:cNvSpPr/>
            <p:nvPr/>
          </p:nvSpPr>
          <p:spPr>
            <a:xfrm>
              <a:off x="4627870" y="47895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6" name="Hexagon 1485">
              <a:extLst>
                <a:ext uri="{FF2B5EF4-FFF2-40B4-BE49-F238E27FC236}">
                  <a16:creationId xmlns:a16="http://schemas.microsoft.com/office/drawing/2014/main" id="{B7228E30-6E63-4FED-819C-AE4C79F2BF4E}"/>
                </a:ext>
              </a:extLst>
            </p:cNvPr>
            <p:cNvSpPr/>
            <p:nvPr/>
          </p:nvSpPr>
          <p:spPr>
            <a:xfrm>
              <a:off x="4392920" y="46962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7" name="Hexagon 1486">
              <a:extLst>
                <a:ext uri="{FF2B5EF4-FFF2-40B4-BE49-F238E27FC236}">
                  <a16:creationId xmlns:a16="http://schemas.microsoft.com/office/drawing/2014/main" id="{5B437AC8-FD22-46B4-B641-9D911251B807}"/>
                </a:ext>
              </a:extLst>
            </p:cNvPr>
            <p:cNvSpPr/>
            <p:nvPr/>
          </p:nvSpPr>
          <p:spPr>
            <a:xfrm>
              <a:off x="4622790" y="49724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8" name="Hexagon 1487">
              <a:extLst>
                <a:ext uri="{FF2B5EF4-FFF2-40B4-BE49-F238E27FC236}">
                  <a16:creationId xmlns:a16="http://schemas.microsoft.com/office/drawing/2014/main" id="{CF649AA6-E411-436C-B730-A8E1CF939E04}"/>
                </a:ext>
              </a:extLst>
            </p:cNvPr>
            <p:cNvSpPr/>
            <p:nvPr/>
          </p:nvSpPr>
          <p:spPr>
            <a:xfrm>
              <a:off x="4387840" y="48791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9" name="Hexagon 1488">
              <a:extLst>
                <a:ext uri="{FF2B5EF4-FFF2-40B4-BE49-F238E27FC236}">
                  <a16:creationId xmlns:a16="http://schemas.microsoft.com/office/drawing/2014/main" id="{2B060EA1-5B50-490F-9A0B-6093216E6D19}"/>
                </a:ext>
              </a:extLst>
            </p:cNvPr>
            <p:cNvSpPr/>
            <p:nvPr/>
          </p:nvSpPr>
          <p:spPr>
            <a:xfrm>
              <a:off x="4622790" y="44238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0" name="Hexagon 1489">
              <a:extLst>
                <a:ext uri="{FF2B5EF4-FFF2-40B4-BE49-F238E27FC236}">
                  <a16:creationId xmlns:a16="http://schemas.microsoft.com/office/drawing/2014/main" id="{EF521E39-D40D-4587-8F9C-FA0037D38E87}"/>
                </a:ext>
              </a:extLst>
            </p:cNvPr>
            <p:cNvSpPr/>
            <p:nvPr/>
          </p:nvSpPr>
          <p:spPr>
            <a:xfrm>
              <a:off x="4387840" y="43304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1" name="Hexagon 1490">
              <a:extLst>
                <a:ext uri="{FF2B5EF4-FFF2-40B4-BE49-F238E27FC236}">
                  <a16:creationId xmlns:a16="http://schemas.microsoft.com/office/drawing/2014/main" id="{1ED5FF97-9A53-444E-BD3D-7CD23FF7B0CB}"/>
                </a:ext>
              </a:extLst>
            </p:cNvPr>
            <p:cNvSpPr/>
            <p:nvPr/>
          </p:nvSpPr>
          <p:spPr>
            <a:xfrm>
              <a:off x="4622790" y="42333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2" name="Hexagon 1491">
              <a:extLst>
                <a:ext uri="{FF2B5EF4-FFF2-40B4-BE49-F238E27FC236}">
                  <a16:creationId xmlns:a16="http://schemas.microsoft.com/office/drawing/2014/main" id="{19F9F566-26A6-47ED-904E-4418D31C17D3}"/>
                </a:ext>
              </a:extLst>
            </p:cNvPr>
            <p:cNvSpPr/>
            <p:nvPr/>
          </p:nvSpPr>
          <p:spPr>
            <a:xfrm>
              <a:off x="4387840" y="41399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3" name="Hexagon 1492">
              <a:extLst>
                <a:ext uri="{FF2B5EF4-FFF2-40B4-BE49-F238E27FC236}">
                  <a16:creationId xmlns:a16="http://schemas.microsoft.com/office/drawing/2014/main" id="{9AAE73F4-CEE8-40E3-A0BE-553A3D6F1CDF}"/>
                </a:ext>
              </a:extLst>
            </p:cNvPr>
            <p:cNvSpPr/>
            <p:nvPr/>
          </p:nvSpPr>
          <p:spPr>
            <a:xfrm>
              <a:off x="4152890" y="40478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4" name="Hexagon 1493">
              <a:extLst>
                <a:ext uri="{FF2B5EF4-FFF2-40B4-BE49-F238E27FC236}">
                  <a16:creationId xmlns:a16="http://schemas.microsoft.com/office/drawing/2014/main" id="{F98F5748-9D80-4C9D-930D-753E4786511D}"/>
                </a:ext>
              </a:extLst>
            </p:cNvPr>
            <p:cNvSpPr/>
            <p:nvPr/>
          </p:nvSpPr>
          <p:spPr>
            <a:xfrm>
              <a:off x="3917940" y="3954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5" name="Hexagon 1494">
              <a:extLst>
                <a:ext uri="{FF2B5EF4-FFF2-40B4-BE49-F238E27FC236}">
                  <a16:creationId xmlns:a16="http://schemas.microsoft.com/office/drawing/2014/main" id="{B9D94FB1-0879-4575-845B-889A8A264991}"/>
                </a:ext>
              </a:extLst>
            </p:cNvPr>
            <p:cNvSpPr/>
            <p:nvPr/>
          </p:nvSpPr>
          <p:spPr>
            <a:xfrm>
              <a:off x="4155430" y="42358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6" name="Hexagon 1495">
              <a:extLst>
                <a:ext uri="{FF2B5EF4-FFF2-40B4-BE49-F238E27FC236}">
                  <a16:creationId xmlns:a16="http://schemas.microsoft.com/office/drawing/2014/main" id="{EA518922-DEB7-4093-9029-BE37DAC9176D}"/>
                </a:ext>
              </a:extLst>
            </p:cNvPr>
            <p:cNvSpPr/>
            <p:nvPr/>
          </p:nvSpPr>
          <p:spPr>
            <a:xfrm>
              <a:off x="3920480" y="41425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7" name="Hexagon 1496">
              <a:extLst>
                <a:ext uri="{FF2B5EF4-FFF2-40B4-BE49-F238E27FC236}">
                  <a16:creationId xmlns:a16="http://schemas.microsoft.com/office/drawing/2014/main" id="{6D390B38-4D98-4514-9E12-F4A6D2C351EE}"/>
                </a:ext>
              </a:extLst>
            </p:cNvPr>
            <p:cNvSpPr/>
            <p:nvPr/>
          </p:nvSpPr>
          <p:spPr>
            <a:xfrm>
              <a:off x="3916670" y="433490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8" name="Hexagon 1497">
              <a:extLst>
                <a:ext uri="{FF2B5EF4-FFF2-40B4-BE49-F238E27FC236}">
                  <a16:creationId xmlns:a16="http://schemas.microsoft.com/office/drawing/2014/main" id="{BD7DE496-E025-4D7D-AB8C-8C75009B1E48}"/>
                </a:ext>
              </a:extLst>
            </p:cNvPr>
            <p:cNvSpPr/>
            <p:nvPr/>
          </p:nvSpPr>
          <p:spPr>
            <a:xfrm>
              <a:off x="3681720" y="42415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9" name="Hexagon 1498">
              <a:extLst>
                <a:ext uri="{FF2B5EF4-FFF2-40B4-BE49-F238E27FC236}">
                  <a16:creationId xmlns:a16="http://schemas.microsoft.com/office/drawing/2014/main" id="{5BE211D0-F23B-4F78-B1DF-6A5FE6C87D28}"/>
                </a:ext>
              </a:extLst>
            </p:cNvPr>
            <p:cNvSpPr/>
            <p:nvPr/>
          </p:nvSpPr>
          <p:spPr>
            <a:xfrm>
              <a:off x="3679180" y="40561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0" name="Hexagon 1499">
              <a:extLst>
                <a:ext uri="{FF2B5EF4-FFF2-40B4-BE49-F238E27FC236}">
                  <a16:creationId xmlns:a16="http://schemas.microsoft.com/office/drawing/2014/main" id="{F491468C-267C-49AE-B7E6-D0A74278FB59}"/>
                </a:ext>
              </a:extLst>
            </p:cNvPr>
            <p:cNvSpPr/>
            <p:nvPr/>
          </p:nvSpPr>
          <p:spPr>
            <a:xfrm>
              <a:off x="4395460" y="45082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1" name="Hexagon 1500">
              <a:extLst>
                <a:ext uri="{FF2B5EF4-FFF2-40B4-BE49-F238E27FC236}">
                  <a16:creationId xmlns:a16="http://schemas.microsoft.com/office/drawing/2014/main" id="{CA7DE3F7-0724-420A-A4EA-95DE970B26C9}"/>
                </a:ext>
              </a:extLst>
            </p:cNvPr>
            <p:cNvSpPr/>
            <p:nvPr/>
          </p:nvSpPr>
          <p:spPr>
            <a:xfrm>
              <a:off x="4159240" y="459970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2" name="Hexagon 1501">
              <a:extLst>
                <a:ext uri="{FF2B5EF4-FFF2-40B4-BE49-F238E27FC236}">
                  <a16:creationId xmlns:a16="http://schemas.microsoft.com/office/drawing/2014/main" id="{46D43379-157B-46AF-8D75-ADE20EEBD222}"/>
                </a:ext>
              </a:extLst>
            </p:cNvPr>
            <p:cNvSpPr/>
            <p:nvPr/>
          </p:nvSpPr>
          <p:spPr>
            <a:xfrm>
              <a:off x="4156700" y="478766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5" name="Hexagon 1514">
              <a:extLst>
                <a:ext uri="{FF2B5EF4-FFF2-40B4-BE49-F238E27FC236}">
                  <a16:creationId xmlns:a16="http://schemas.microsoft.com/office/drawing/2014/main" id="{9BCF7757-AFF3-47CC-876C-FF0D6E6F6D6B}"/>
                </a:ext>
              </a:extLst>
            </p:cNvPr>
            <p:cNvSpPr/>
            <p:nvPr/>
          </p:nvSpPr>
          <p:spPr>
            <a:xfrm>
              <a:off x="4867900" y="21320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7" name="Hexagon 1516">
              <a:extLst>
                <a:ext uri="{FF2B5EF4-FFF2-40B4-BE49-F238E27FC236}">
                  <a16:creationId xmlns:a16="http://schemas.microsoft.com/office/drawing/2014/main" id="{C48EF321-8FEE-4DFE-B558-91196AF4976A}"/>
                </a:ext>
              </a:extLst>
            </p:cNvPr>
            <p:cNvSpPr/>
            <p:nvPr/>
          </p:nvSpPr>
          <p:spPr>
            <a:xfrm>
              <a:off x="7694285" y="213272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塔">
            <a:extLst>
              <a:ext uri="{FF2B5EF4-FFF2-40B4-BE49-F238E27FC236}">
                <a16:creationId xmlns:a16="http://schemas.microsoft.com/office/drawing/2014/main" id="{DEC64F82-188F-4C17-9209-6C29699C7402}"/>
              </a:ext>
            </a:extLst>
          </p:cNvPr>
          <p:cNvGrpSpPr/>
          <p:nvPr/>
        </p:nvGrpSpPr>
        <p:grpSpPr>
          <a:xfrm>
            <a:off x="1569129" y="1592032"/>
            <a:ext cx="10217324" cy="7605938"/>
            <a:chOff x="1569129" y="1592031"/>
            <a:chExt cx="10217324" cy="7605938"/>
          </a:xfrm>
        </p:grpSpPr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6FE22C08-85CE-4A45-9E9D-E85E001EB6C0}"/>
                </a:ext>
              </a:extLst>
            </p:cNvPr>
            <p:cNvSpPr/>
            <p:nvPr/>
          </p:nvSpPr>
          <p:spPr>
            <a:xfrm>
              <a:off x="1569129" y="59854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4CD0CBD9-4A51-4E6E-8F41-B2C76954CC9A}"/>
                </a:ext>
              </a:extLst>
            </p:cNvPr>
            <p:cNvSpPr/>
            <p:nvPr/>
          </p:nvSpPr>
          <p:spPr>
            <a:xfrm>
              <a:off x="2519247" y="63450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2F46F213-AE74-4010-B335-104337557118}"/>
                </a:ext>
              </a:extLst>
            </p:cNvPr>
            <p:cNvSpPr/>
            <p:nvPr/>
          </p:nvSpPr>
          <p:spPr>
            <a:xfrm>
              <a:off x="2038235" y="68974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D35D2DA3-B3B1-4535-B6FD-B8700F25A2C9}"/>
                </a:ext>
              </a:extLst>
            </p:cNvPr>
            <p:cNvSpPr/>
            <p:nvPr/>
          </p:nvSpPr>
          <p:spPr>
            <a:xfrm>
              <a:off x="1573891" y="85548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724EF38C-A59C-4500-B8CB-547D58971AAC}"/>
                </a:ext>
              </a:extLst>
            </p:cNvPr>
            <p:cNvSpPr/>
            <p:nvPr/>
          </p:nvSpPr>
          <p:spPr>
            <a:xfrm>
              <a:off x="3219335" y="90215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53529F0B-8582-4653-B909-86E9BEB35D52}"/>
                </a:ext>
              </a:extLst>
            </p:cNvPr>
            <p:cNvSpPr/>
            <p:nvPr/>
          </p:nvSpPr>
          <p:spPr>
            <a:xfrm>
              <a:off x="6982504" y="73633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3E08451-9745-41B9-9292-0CC8FBCCB1D4}"/>
                </a:ext>
              </a:extLst>
            </p:cNvPr>
            <p:cNvSpPr/>
            <p:nvPr/>
          </p:nvSpPr>
          <p:spPr>
            <a:xfrm>
              <a:off x="5332297" y="800235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A5B01D3F-DDEB-4B77-A218-9E5A3E1033D0}"/>
                </a:ext>
              </a:extLst>
            </p:cNvPr>
            <p:cNvSpPr/>
            <p:nvPr/>
          </p:nvSpPr>
          <p:spPr>
            <a:xfrm>
              <a:off x="4630622" y="7551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2647CCEB-EA5A-44A1-AA90-C51BD2E4DF6E}"/>
                </a:ext>
              </a:extLst>
            </p:cNvPr>
            <p:cNvSpPr/>
            <p:nvPr/>
          </p:nvSpPr>
          <p:spPr>
            <a:xfrm>
              <a:off x="5570422" y="64466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3DB8C4AF-85AF-453C-A4C5-8168B3F7DB69}"/>
                </a:ext>
              </a:extLst>
            </p:cNvPr>
            <p:cNvSpPr/>
            <p:nvPr/>
          </p:nvSpPr>
          <p:spPr>
            <a:xfrm>
              <a:off x="7452404" y="64458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F9935F75-F55B-4AF7-8569-964969493B1F}"/>
                </a:ext>
              </a:extLst>
            </p:cNvPr>
            <p:cNvSpPr/>
            <p:nvPr/>
          </p:nvSpPr>
          <p:spPr>
            <a:xfrm>
              <a:off x="7694497" y="818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02E9516F-6247-4665-9066-4209C9B62782}"/>
                </a:ext>
              </a:extLst>
            </p:cNvPr>
            <p:cNvSpPr/>
            <p:nvPr/>
          </p:nvSpPr>
          <p:spPr>
            <a:xfrm>
              <a:off x="5335472" y="89326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C2193AB6-6560-4D2F-84F4-35C48C44EC10}"/>
                </a:ext>
              </a:extLst>
            </p:cNvPr>
            <p:cNvSpPr/>
            <p:nvPr/>
          </p:nvSpPr>
          <p:spPr>
            <a:xfrm>
              <a:off x="11482273" y="83738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9041E4E5-0141-4590-8171-59FF3190C83C}"/>
                </a:ext>
              </a:extLst>
            </p:cNvPr>
            <p:cNvSpPr/>
            <p:nvPr/>
          </p:nvSpPr>
          <p:spPr>
            <a:xfrm>
              <a:off x="10756784" y="77372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001D4288-DB4B-4746-B38D-09926901FAEB}"/>
                </a:ext>
              </a:extLst>
            </p:cNvPr>
            <p:cNvSpPr/>
            <p:nvPr/>
          </p:nvSpPr>
          <p:spPr>
            <a:xfrm>
              <a:off x="10763927" y="6629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FDF2F67-89EE-4485-AF7C-BD3345F6F1CE}"/>
                </a:ext>
              </a:extLst>
            </p:cNvPr>
            <p:cNvSpPr/>
            <p:nvPr/>
          </p:nvSpPr>
          <p:spPr>
            <a:xfrm>
              <a:off x="10291648" y="47971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27286F40-926E-4898-A349-899DD5E2B50C}"/>
                </a:ext>
              </a:extLst>
            </p:cNvPr>
            <p:cNvSpPr/>
            <p:nvPr/>
          </p:nvSpPr>
          <p:spPr>
            <a:xfrm>
              <a:off x="10754563" y="44333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DFFF6702-ECF1-4024-8CBB-C4AE3F7A6C40}"/>
                </a:ext>
              </a:extLst>
            </p:cNvPr>
            <p:cNvSpPr/>
            <p:nvPr/>
          </p:nvSpPr>
          <p:spPr>
            <a:xfrm>
              <a:off x="10515007" y="25024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9BD20949-C6FD-499D-A3E0-361DF8F1235D}"/>
                </a:ext>
              </a:extLst>
            </p:cNvPr>
            <p:cNvSpPr/>
            <p:nvPr/>
          </p:nvSpPr>
          <p:spPr>
            <a:xfrm>
              <a:off x="2505117" y="41515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D4B45293-D88C-4795-A889-FF9ADA8FF278}"/>
                </a:ext>
              </a:extLst>
            </p:cNvPr>
            <p:cNvSpPr/>
            <p:nvPr/>
          </p:nvSpPr>
          <p:spPr>
            <a:xfrm>
              <a:off x="4865572" y="5625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178A70D3-183B-4AF1-ACAD-575C123E978A}"/>
                </a:ext>
              </a:extLst>
            </p:cNvPr>
            <p:cNvSpPr/>
            <p:nvPr/>
          </p:nvSpPr>
          <p:spPr>
            <a:xfrm>
              <a:off x="6751522" y="56185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5F94518-D775-46AB-98F2-4EA668E1D218}"/>
                </a:ext>
              </a:extLst>
            </p:cNvPr>
            <p:cNvSpPr/>
            <p:nvPr/>
          </p:nvSpPr>
          <p:spPr>
            <a:xfrm>
              <a:off x="8168207" y="25064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93FE53F7-EC96-4205-8190-012D6E8033C1}"/>
                </a:ext>
              </a:extLst>
            </p:cNvPr>
            <p:cNvSpPr/>
            <p:nvPr/>
          </p:nvSpPr>
          <p:spPr>
            <a:xfrm>
              <a:off x="4396307" y="2874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CECCF572-F916-4A30-9B73-014A7E66EE4A}"/>
                </a:ext>
              </a:extLst>
            </p:cNvPr>
            <p:cNvSpPr/>
            <p:nvPr/>
          </p:nvSpPr>
          <p:spPr>
            <a:xfrm>
              <a:off x="6270827" y="15920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4" name="帐篷">
            <a:extLst>
              <a:ext uri="{FF2B5EF4-FFF2-40B4-BE49-F238E27FC236}">
                <a16:creationId xmlns:a16="http://schemas.microsoft.com/office/drawing/2014/main" id="{06CF0FD1-7807-4ED2-8BCC-4F07109764CF}"/>
              </a:ext>
            </a:extLst>
          </p:cNvPr>
          <p:cNvGrpSpPr/>
          <p:nvPr/>
        </p:nvGrpSpPr>
        <p:grpSpPr>
          <a:xfrm>
            <a:off x="1329445" y="2036031"/>
            <a:ext cx="9497441" cy="6602412"/>
            <a:chOff x="1331349" y="2039841"/>
            <a:chExt cx="9497441" cy="6602412"/>
          </a:xfrm>
        </p:grpSpPr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2A42A217-CB3B-45FA-BCB8-3981491C0DFB}"/>
                </a:ext>
              </a:extLst>
            </p:cNvPr>
            <p:cNvSpPr/>
            <p:nvPr/>
          </p:nvSpPr>
          <p:spPr>
            <a:xfrm>
              <a:off x="5345503" y="744972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2F1FCADE-A428-4E62-A90E-6D6ADA0C10BD}"/>
                </a:ext>
              </a:extLst>
            </p:cNvPr>
            <p:cNvSpPr/>
            <p:nvPr/>
          </p:nvSpPr>
          <p:spPr>
            <a:xfrm>
              <a:off x="7683890" y="78116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9057A9D6-14B7-45A5-B96D-44FF04C7F534}"/>
                </a:ext>
              </a:extLst>
            </p:cNvPr>
            <p:cNvSpPr/>
            <p:nvPr/>
          </p:nvSpPr>
          <p:spPr>
            <a:xfrm>
              <a:off x="10286596" y="8459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4E22CD0D-0D41-46D3-8BE1-9B5AC544EB26}"/>
                </a:ext>
              </a:extLst>
            </p:cNvPr>
            <p:cNvSpPr/>
            <p:nvPr/>
          </p:nvSpPr>
          <p:spPr>
            <a:xfrm>
              <a:off x="9812727" y="6440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2181157-FD57-4F8A-9C1E-BC132FE7E429}"/>
                </a:ext>
              </a:extLst>
            </p:cNvPr>
            <p:cNvSpPr/>
            <p:nvPr/>
          </p:nvSpPr>
          <p:spPr>
            <a:xfrm>
              <a:off x="1563283" y="70750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7868F4CF-8298-4288-800D-AB7FA4048947}"/>
                </a:ext>
              </a:extLst>
            </p:cNvPr>
            <p:cNvSpPr/>
            <p:nvPr/>
          </p:nvSpPr>
          <p:spPr>
            <a:xfrm>
              <a:off x="2518164" y="50605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6" name="Hexagon 1505">
              <a:extLst>
                <a:ext uri="{FF2B5EF4-FFF2-40B4-BE49-F238E27FC236}">
                  <a16:creationId xmlns:a16="http://schemas.microsoft.com/office/drawing/2014/main" id="{EE3B2B26-A8E0-4E83-A563-8A5C6AE60668}"/>
                </a:ext>
              </a:extLst>
            </p:cNvPr>
            <p:cNvSpPr/>
            <p:nvPr/>
          </p:nvSpPr>
          <p:spPr>
            <a:xfrm>
              <a:off x="1331349" y="4245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9" name="Hexagon 1508">
              <a:extLst>
                <a:ext uri="{FF2B5EF4-FFF2-40B4-BE49-F238E27FC236}">
                  <a16:creationId xmlns:a16="http://schemas.microsoft.com/office/drawing/2014/main" id="{D40E3DEE-7886-4C19-A5AF-9AC32711AF86}"/>
                </a:ext>
              </a:extLst>
            </p:cNvPr>
            <p:cNvSpPr/>
            <p:nvPr/>
          </p:nvSpPr>
          <p:spPr>
            <a:xfrm>
              <a:off x="2034929" y="3059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3" name="Hexagon 1512">
              <a:extLst>
                <a:ext uri="{FF2B5EF4-FFF2-40B4-BE49-F238E27FC236}">
                  <a16:creationId xmlns:a16="http://schemas.microsoft.com/office/drawing/2014/main" id="{F92CB38C-D0FF-4AF4-9751-8A62A0A1BB97}"/>
                </a:ext>
              </a:extLst>
            </p:cNvPr>
            <p:cNvSpPr/>
            <p:nvPr/>
          </p:nvSpPr>
          <p:spPr>
            <a:xfrm>
              <a:off x="4153289" y="25941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4" name="Hexagon 1513">
              <a:extLst>
                <a:ext uri="{FF2B5EF4-FFF2-40B4-BE49-F238E27FC236}">
                  <a16:creationId xmlns:a16="http://schemas.microsoft.com/office/drawing/2014/main" id="{9E436CA4-0DE4-4A43-948D-61895F5AA2F1}"/>
                </a:ext>
              </a:extLst>
            </p:cNvPr>
            <p:cNvSpPr/>
            <p:nvPr/>
          </p:nvSpPr>
          <p:spPr>
            <a:xfrm>
              <a:off x="4869569" y="32317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1516" name="Hexagon 1515">
              <a:extLst>
                <a:ext uri="{FF2B5EF4-FFF2-40B4-BE49-F238E27FC236}">
                  <a16:creationId xmlns:a16="http://schemas.microsoft.com/office/drawing/2014/main" id="{D09E712C-7487-467A-914C-4E4F12A86049}"/>
                </a:ext>
              </a:extLst>
            </p:cNvPr>
            <p:cNvSpPr/>
            <p:nvPr/>
          </p:nvSpPr>
          <p:spPr>
            <a:xfrm>
              <a:off x="6038604" y="20398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8" name="Hexagon 1517">
              <a:extLst>
                <a:ext uri="{FF2B5EF4-FFF2-40B4-BE49-F238E27FC236}">
                  <a16:creationId xmlns:a16="http://schemas.microsoft.com/office/drawing/2014/main" id="{85BC116C-7C93-4DCF-9442-E009BC904BD8}"/>
                </a:ext>
              </a:extLst>
            </p:cNvPr>
            <p:cNvSpPr/>
            <p:nvPr/>
          </p:nvSpPr>
          <p:spPr>
            <a:xfrm>
              <a:off x="7694049" y="32342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32C9AE74-B9A6-42B6-91FA-7A0CB204F1E0}"/>
                </a:ext>
              </a:extLst>
            </p:cNvPr>
            <p:cNvSpPr/>
            <p:nvPr/>
          </p:nvSpPr>
          <p:spPr>
            <a:xfrm>
              <a:off x="8875149" y="2782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FC4B6A9D-DF6D-4676-A259-56CEB84319FD}"/>
                </a:ext>
              </a:extLst>
            </p:cNvPr>
            <p:cNvSpPr/>
            <p:nvPr/>
          </p:nvSpPr>
          <p:spPr>
            <a:xfrm>
              <a:off x="10517894" y="32304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49F85A99-266A-4C5C-86BC-2E508C6967BC}"/>
                </a:ext>
              </a:extLst>
            </p:cNvPr>
            <p:cNvSpPr/>
            <p:nvPr/>
          </p:nvSpPr>
          <p:spPr>
            <a:xfrm>
              <a:off x="6278126" y="433358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8" name="lilian">
            <a:extLst>
              <a:ext uri="{FF2B5EF4-FFF2-40B4-BE49-F238E27FC236}">
                <a16:creationId xmlns:a16="http://schemas.microsoft.com/office/drawing/2014/main" id="{D59E6790-6463-46B4-8CE2-BE5B506B075D}"/>
              </a:ext>
            </a:extLst>
          </p:cNvPr>
          <p:cNvGrpSpPr/>
          <p:nvPr/>
        </p:nvGrpSpPr>
        <p:grpSpPr>
          <a:xfrm>
            <a:off x="3916055" y="2126209"/>
            <a:ext cx="5034295" cy="6427378"/>
            <a:chOff x="3916054" y="2126208"/>
            <a:chExt cx="5034295" cy="6427378"/>
          </a:xfrm>
        </p:grpSpPr>
        <p:sp>
          <p:nvSpPr>
            <p:cNvPr id="1701" name="Hexagon 1700">
              <a:extLst>
                <a:ext uri="{FF2B5EF4-FFF2-40B4-BE49-F238E27FC236}">
                  <a16:creationId xmlns:a16="http://schemas.microsoft.com/office/drawing/2014/main" id="{DFD8D8EF-2825-45C5-8049-414E9FA98789}"/>
                </a:ext>
              </a:extLst>
            </p:cNvPr>
            <p:cNvSpPr/>
            <p:nvPr/>
          </p:nvSpPr>
          <p:spPr>
            <a:xfrm>
              <a:off x="6280286" y="83771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E5DAE3B4-695A-4D5F-B27B-EDBE9793146A}"/>
                </a:ext>
              </a:extLst>
            </p:cNvPr>
            <p:cNvSpPr/>
            <p:nvPr/>
          </p:nvSpPr>
          <p:spPr>
            <a:xfrm>
              <a:off x="3916054" y="21262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8FD25A41-14F1-40DB-85A7-40A86841A8F8}"/>
                </a:ext>
              </a:extLst>
            </p:cNvPr>
            <p:cNvSpPr/>
            <p:nvPr/>
          </p:nvSpPr>
          <p:spPr>
            <a:xfrm>
              <a:off x="8646169" y="23192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9" name="small boss">
            <a:extLst>
              <a:ext uri="{FF2B5EF4-FFF2-40B4-BE49-F238E27FC236}">
                <a16:creationId xmlns:a16="http://schemas.microsoft.com/office/drawing/2014/main" id="{69D039E7-6121-431C-9283-64D64DB1E2CF}"/>
              </a:ext>
            </a:extLst>
          </p:cNvPr>
          <p:cNvGrpSpPr/>
          <p:nvPr/>
        </p:nvGrpSpPr>
        <p:grpSpPr>
          <a:xfrm>
            <a:off x="3216990" y="2954655"/>
            <a:ext cx="6189902" cy="284550"/>
            <a:chOff x="3216989" y="2954655"/>
            <a:chExt cx="6189902" cy="284550"/>
          </a:xfrm>
        </p:grpSpPr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E959EAFE-8796-47DC-9AAE-5B1301538ADA}"/>
                </a:ext>
              </a:extLst>
            </p:cNvPr>
            <p:cNvSpPr/>
            <p:nvPr/>
          </p:nvSpPr>
          <p:spPr>
            <a:xfrm>
              <a:off x="9104709" y="304609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9B16B76-75F5-44CD-9A3A-79709FF09FBD}"/>
                </a:ext>
              </a:extLst>
            </p:cNvPr>
            <p:cNvSpPr/>
            <p:nvPr/>
          </p:nvSpPr>
          <p:spPr>
            <a:xfrm>
              <a:off x="3216989" y="2954655"/>
              <a:ext cx="302182" cy="19311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big boss">
            <a:extLst>
              <a:ext uri="{FF2B5EF4-FFF2-40B4-BE49-F238E27FC236}">
                <a16:creationId xmlns:a16="http://schemas.microsoft.com/office/drawing/2014/main" id="{F4199F4A-099D-47D4-B155-4D8F27489652}"/>
              </a:ext>
            </a:extLst>
          </p:cNvPr>
          <p:cNvGrpSpPr/>
          <p:nvPr/>
        </p:nvGrpSpPr>
        <p:grpSpPr>
          <a:xfrm>
            <a:off x="6275071" y="2682242"/>
            <a:ext cx="318382" cy="2925983"/>
            <a:chOff x="6275070" y="2682240"/>
            <a:chExt cx="318381" cy="2925983"/>
          </a:xfrm>
        </p:grpSpPr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49DD7575-0570-412C-8E4F-9841EDF1E5D3}"/>
                </a:ext>
              </a:extLst>
            </p:cNvPr>
            <p:cNvSpPr/>
            <p:nvPr/>
          </p:nvSpPr>
          <p:spPr>
            <a:xfrm>
              <a:off x="6278880" y="542163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B1C74FE1-2E6F-4D34-A7E1-145C7A1286D9}"/>
                </a:ext>
              </a:extLst>
            </p:cNvPr>
            <p:cNvSpPr/>
            <p:nvPr/>
          </p:nvSpPr>
          <p:spPr>
            <a:xfrm>
              <a:off x="6275070" y="2682240"/>
              <a:ext cx="314571" cy="18659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C5A87E-8977-471A-BD75-2140F523163E}"/>
              </a:ext>
            </a:extLst>
          </p:cNvPr>
          <p:cNvSpPr/>
          <p:nvPr/>
        </p:nvSpPr>
        <p:spPr>
          <a:xfrm rot="18916945">
            <a:off x="-6439180" y="-2953674"/>
            <a:ext cx="24227580" cy="23360243"/>
          </a:xfrm>
          <a:prstGeom prst="rect">
            <a:avLst/>
          </a:prstGeom>
          <a:noFill/>
        </p:spPr>
        <p:txBody>
          <a:bodyPr wrap="square" lIns="91440" tIns="45721" rIns="91440" bIns="45721">
            <a:spAutoFit/>
          </a:bodyPr>
          <a:lstStyle/>
          <a:p>
            <a:pPr algn="ctr"/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一颗酸庆何梓彬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两寸哔仔梓彬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三天不打何梓彬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四大皆空何梓彬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五行缺木何梓彬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六根清净何梓彬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七窍流脓何梓彬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八面漏风何梓彬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13711776723 VX 157 </a:t>
            </a:r>
            <a:r>
              <a:rPr lang="zh-CN" altLang="en-US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九漏之鱼何梓彬 </a:t>
            </a:r>
            <a:r>
              <a:rPr lang="en-US" altLang="zh-CN" sz="2400" b="1" dirty="0">
                <a:ln w="12700">
                  <a:solidFill>
                    <a:schemeClr val="accent5">
                      <a:alpha val="55000"/>
                    </a:schemeClr>
                  </a:solidFill>
                  <a:prstDash val="solid"/>
                </a:ln>
                <a:noFill/>
              </a:rPr>
              <a:t>1371177672</a:t>
            </a:r>
            <a:endParaRPr lang="en-US" sz="2400" b="1" dirty="0">
              <a:ln w="12700">
                <a:solidFill>
                  <a:schemeClr val="accent5">
                    <a:alpha val="55000"/>
                  </a:schemeClr>
                </a:solidFill>
                <a:prstDash val="solid"/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23103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955837-D140-4D2E-95C2-748AD457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6972300"/>
            <a:ext cx="5953125" cy="4857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0755B-1C1B-4BF9-80E2-6CB19DA7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275" y="6943726"/>
            <a:ext cx="59626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1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151166</TotalTime>
  <Words>3320</Words>
  <Application>Microsoft Office PowerPoint</Application>
  <PresentationFormat>Custom</PresentationFormat>
  <Paragraphs>70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1454</cp:revision>
  <cp:lastPrinted>2021-06-19T15:20:22Z</cp:lastPrinted>
  <dcterms:created xsi:type="dcterms:W3CDTF">2021-03-25T22:26:05Z</dcterms:created>
  <dcterms:modified xsi:type="dcterms:W3CDTF">2023-02-10T23:33:46Z</dcterms:modified>
</cp:coreProperties>
</file>